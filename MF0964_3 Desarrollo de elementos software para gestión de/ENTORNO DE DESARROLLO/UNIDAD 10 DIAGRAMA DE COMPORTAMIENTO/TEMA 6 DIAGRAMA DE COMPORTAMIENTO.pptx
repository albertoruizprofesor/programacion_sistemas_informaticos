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74" r:id="rId1"/>
    <p:sldMasterId id="2147483686" r:id="rId2"/>
  </p:sldMasterIdLst>
  <p:notesMasterIdLst>
    <p:notesMasterId r:id="rId43"/>
  </p:notesMasterIdLst>
  <p:sldIdLst>
    <p:sldId id="256" r:id="rId3"/>
    <p:sldId id="257" r:id="rId4"/>
    <p:sldId id="287" r:id="rId5"/>
    <p:sldId id="289" r:id="rId6"/>
    <p:sldId id="322" r:id="rId7"/>
    <p:sldId id="310" r:id="rId8"/>
    <p:sldId id="290" r:id="rId9"/>
    <p:sldId id="311" r:id="rId10"/>
    <p:sldId id="294" r:id="rId11"/>
    <p:sldId id="296" r:id="rId12"/>
    <p:sldId id="323" r:id="rId13"/>
    <p:sldId id="300" r:id="rId14"/>
    <p:sldId id="297" r:id="rId15"/>
    <p:sldId id="298" r:id="rId16"/>
    <p:sldId id="301" r:id="rId17"/>
    <p:sldId id="330" r:id="rId18"/>
    <p:sldId id="331" r:id="rId19"/>
    <p:sldId id="314" r:id="rId20"/>
    <p:sldId id="324" r:id="rId21"/>
    <p:sldId id="302" r:id="rId22"/>
    <p:sldId id="303" r:id="rId23"/>
    <p:sldId id="304" r:id="rId24"/>
    <p:sldId id="316" r:id="rId25"/>
    <p:sldId id="325" r:id="rId26"/>
    <p:sldId id="307" r:id="rId27"/>
    <p:sldId id="299" r:id="rId28"/>
    <p:sldId id="305" r:id="rId29"/>
    <p:sldId id="306" r:id="rId30"/>
    <p:sldId id="326" r:id="rId31"/>
    <p:sldId id="318" r:id="rId32"/>
    <p:sldId id="327" r:id="rId33"/>
    <p:sldId id="308" r:id="rId34"/>
    <p:sldId id="309" r:id="rId35"/>
    <p:sldId id="315" r:id="rId36"/>
    <p:sldId id="328" r:id="rId37"/>
    <p:sldId id="319" r:id="rId38"/>
    <p:sldId id="321" r:id="rId39"/>
    <p:sldId id="329" r:id="rId40"/>
    <p:sldId id="317" r:id="rId41"/>
    <p:sldId id="320" r:id="rId42"/>
  </p:sldIdLst>
  <p:sldSz cx="24384000" cy="13716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0">
          <p15:clr>
            <a:srgbClr val="A4A3A4"/>
          </p15:clr>
        </p15:guide>
        <p15:guide id="2" pos="76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50" d="100"/>
          <a:sy n="50" d="100"/>
        </p:scale>
        <p:origin x="-24" y="-456"/>
      </p:cViewPr>
      <p:guideLst>
        <p:guide orient="horz" pos="4320"/>
        <p:guide pos="76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notesMaster" Target="notesMasters/notesMaster1.xml"/><Relationship Id="rId48" Type="http://schemas.microsoft.com/office/2016/11/relationships/changesInfo" Target="changesInfos/changesInfo1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theme" Target="theme/theme1.xml"/><Relationship Id="rId20" Type="http://schemas.openxmlformats.org/officeDocument/2006/relationships/slide" Target="slides/slide18.xml"/><Relationship Id="rId41" Type="http://schemas.openxmlformats.org/officeDocument/2006/relationships/slide" Target="slides/slide39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berto Ruiz" userId="47fa91d207cfb014" providerId="LiveId" clId="{804C4DCD-49F3-40B8-BE9D-4BC5AF16E64F}"/>
    <pc:docChg chg="undo custSel modSld">
      <pc:chgData name="Alberto Ruiz" userId="47fa91d207cfb014" providerId="LiveId" clId="{804C4DCD-49F3-40B8-BE9D-4BC5AF16E64F}" dt="2024-08-06T15:18:57.563" v="38" actId="14100"/>
      <pc:docMkLst>
        <pc:docMk/>
      </pc:docMkLst>
      <pc:sldChg chg="addSp modSp mod setBg">
        <pc:chgData name="Alberto Ruiz" userId="47fa91d207cfb014" providerId="LiveId" clId="{804C4DCD-49F3-40B8-BE9D-4BC5AF16E64F}" dt="2024-08-06T15:16:59.577" v="1" actId="26606"/>
        <pc:sldMkLst>
          <pc:docMk/>
          <pc:sldMk cId="0" sldId="257"/>
        </pc:sldMkLst>
      </pc:sldChg>
      <pc:sldChg chg="addSp modSp mod setBg">
        <pc:chgData name="Alberto Ruiz" userId="47fa91d207cfb014" providerId="LiveId" clId="{804C4DCD-49F3-40B8-BE9D-4BC5AF16E64F}" dt="2024-08-06T15:16:56.528" v="0" actId="26606"/>
        <pc:sldMkLst>
          <pc:docMk/>
          <pc:sldMk cId="0" sldId="289"/>
        </pc:sldMkLst>
      </pc:sldChg>
      <pc:sldChg chg="addSp modSp mod setBg">
        <pc:chgData name="Alberto Ruiz" userId="47fa91d207cfb014" providerId="LiveId" clId="{804C4DCD-49F3-40B8-BE9D-4BC5AF16E64F}" dt="2024-08-06T15:17:13.709" v="5" actId="26606"/>
        <pc:sldMkLst>
          <pc:docMk/>
          <pc:sldMk cId="0" sldId="297"/>
        </pc:sldMkLst>
      </pc:sldChg>
      <pc:sldChg chg="addSp modSp mod setBg">
        <pc:chgData name="Alberto Ruiz" userId="47fa91d207cfb014" providerId="LiveId" clId="{804C4DCD-49F3-40B8-BE9D-4BC5AF16E64F}" dt="2024-08-06T15:17:17.348" v="6" actId="26606"/>
        <pc:sldMkLst>
          <pc:docMk/>
          <pc:sldMk cId="0" sldId="298"/>
        </pc:sldMkLst>
      </pc:sldChg>
      <pc:sldChg chg="addSp modSp mod setBg">
        <pc:chgData name="Alberto Ruiz" userId="47fa91d207cfb014" providerId="LiveId" clId="{804C4DCD-49F3-40B8-BE9D-4BC5AF16E64F}" dt="2024-08-06T15:18:05.493" v="24" actId="26606"/>
        <pc:sldMkLst>
          <pc:docMk/>
          <pc:sldMk cId="0" sldId="299"/>
        </pc:sldMkLst>
      </pc:sldChg>
      <pc:sldChg chg="addSp modSp mod setBg">
        <pc:chgData name="Alberto Ruiz" userId="47fa91d207cfb014" providerId="LiveId" clId="{804C4DCD-49F3-40B8-BE9D-4BC5AF16E64F}" dt="2024-08-06T15:17:49.614" v="15" actId="26606"/>
        <pc:sldMkLst>
          <pc:docMk/>
          <pc:sldMk cId="0" sldId="303"/>
        </pc:sldMkLst>
      </pc:sldChg>
      <pc:sldChg chg="addSp modSp mod setBg">
        <pc:chgData name="Alberto Ruiz" userId="47fa91d207cfb014" providerId="LiveId" clId="{804C4DCD-49F3-40B8-BE9D-4BC5AF16E64F}" dt="2024-08-06T15:18:12.236" v="26" actId="26606"/>
        <pc:sldMkLst>
          <pc:docMk/>
          <pc:sldMk cId="0" sldId="305"/>
        </pc:sldMkLst>
      </pc:sldChg>
      <pc:sldChg chg="addSp modSp mod setBg">
        <pc:chgData name="Alberto Ruiz" userId="47fa91d207cfb014" providerId="LiveId" clId="{804C4DCD-49F3-40B8-BE9D-4BC5AF16E64F}" dt="2024-08-06T15:18:08.254" v="25" actId="26606"/>
        <pc:sldMkLst>
          <pc:docMk/>
          <pc:sldMk cId="0" sldId="307"/>
        </pc:sldMkLst>
      </pc:sldChg>
      <pc:sldChg chg="addSp modSp mod setBg">
        <pc:chgData name="Alberto Ruiz" userId="47fa91d207cfb014" providerId="LiveId" clId="{804C4DCD-49F3-40B8-BE9D-4BC5AF16E64F}" dt="2024-08-06T15:18:25.447" v="31" actId="962"/>
        <pc:sldMkLst>
          <pc:docMk/>
          <pc:sldMk cId="0" sldId="308"/>
        </pc:sldMkLst>
      </pc:sldChg>
      <pc:sldChg chg="addSp modSp mod setBg">
        <pc:chgData name="Alberto Ruiz" userId="47fa91d207cfb014" providerId="LiveId" clId="{804C4DCD-49F3-40B8-BE9D-4BC5AF16E64F}" dt="2024-08-06T15:18:31.116" v="32" actId="26606"/>
        <pc:sldMkLst>
          <pc:docMk/>
          <pc:sldMk cId="0" sldId="309"/>
        </pc:sldMkLst>
      </pc:sldChg>
      <pc:sldChg chg="addSp delSp modSp mod setBg">
        <pc:chgData name="Alberto Ruiz" userId="47fa91d207cfb014" providerId="LiveId" clId="{804C4DCD-49F3-40B8-BE9D-4BC5AF16E64F}" dt="2024-08-06T15:17:06.080" v="4" actId="26606"/>
        <pc:sldMkLst>
          <pc:docMk/>
          <pc:sldMk cId="0" sldId="310"/>
        </pc:sldMkLst>
      </pc:sldChg>
      <pc:sldChg chg="addSp delSp modSp mod setBg addAnim">
        <pc:chgData name="Alberto Ruiz" userId="47fa91d207cfb014" providerId="LiveId" clId="{804C4DCD-49F3-40B8-BE9D-4BC5AF16E64F}" dt="2024-08-06T15:17:39.980" v="14" actId="207"/>
        <pc:sldMkLst>
          <pc:docMk/>
          <pc:sldMk cId="2933109671" sldId="314"/>
        </pc:sldMkLst>
      </pc:sldChg>
      <pc:sldChg chg="modSp mod">
        <pc:chgData name="Alberto Ruiz" userId="47fa91d207cfb014" providerId="LiveId" clId="{804C4DCD-49F3-40B8-BE9D-4BC5AF16E64F}" dt="2024-08-06T15:18:37.732" v="33" actId="14100"/>
        <pc:sldMkLst>
          <pc:docMk/>
          <pc:sldMk cId="2046055979" sldId="315"/>
        </pc:sldMkLst>
      </pc:sldChg>
      <pc:sldChg chg="addSp delSp modSp mod setBg addAnim delAnim">
        <pc:chgData name="Alberto Ruiz" userId="47fa91d207cfb014" providerId="LiveId" clId="{804C4DCD-49F3-40B8-BE9D-4BC5AF16E64F}" dt="2024-08-06T15:18:01.686" v="23" actId="26606"/>
        <pc:sldMkLst>
          <pc:docMk/>
          <pc:sldMk cId="2864919160" sldId="316"/>
        </pc:sldMkLst>
      </pc:sldChg>
      <pc:sldChg chg="addSp modSp mod setBg">
        <pc:chgData name="Alberto Ruiz" userId="47fa91d207cfb014" providerId="LiveId" clId="{804C4DCD-49F3-40B8-BE9D-4BC5AF16E64F}" dt="2024-08-06T15:18:15.574" v="27" actId="26606"/>
        <pc:sldMkLst>
          <pc:docMk/>
          <pc:sldMk cId="2483045758" sldId="318"/>
        </pc:sldMkLst>
      </pc:sldChg>
      <pc:sldChg chg="addSp modSp mod setBg">
        <pc:chgData name="Alberto Ruiz" userId="47fa91d207cfb014" providerId="LiveId" clId="{804C4DCD-49F3-40B8-BE9D-4BC5AF16E64F}" dt="2024-08-06T15:18:41.051" v="34" actId="26606"/>
        <pc:sldMkLst>
          <pc:docMk/>
          <pc:sldMk cId="1992284148" sldId="319"/>
        </pc:sldMkLst>
      </pc:sldChg>
      <pc:sldChg chg="addSp delSp modSp mod setBg">
        <pc:chgData name="Alberto Ruiz" userId="47fa91d207cfb014" providerId="LiveId" clId="{804C4DCD-49F3-40B8-BE9D-4BC5AF16E64F}" dt="2024-08-06T15:18:57.563" v="38" actId="14100"/>
        <pc:sldMkLst>
          <pc:docMk/>
          <pc:sldMk cId="3583508608" sldId="320"/>
        </pc:sldMkLst>
      </pc:sldChg>
    </pc:docChg>
  </pc:docChgLst>
  <pc:docChgLst>
    <pc:chgData name="Alberto Ruiz" userId="47fa91d207cfb014" providerId="LiveId" clId="{D4AE5FD2-DC48-49DC-BC27-B86A7FCF6F79}"/>
    <pc:docChg chg="custSel addSld modSld sldOrd">
      <pc:chgData name="Alberto Ruiz" userId="47fa91d207cfb014" providerId="LiveId" clId="{D4AE5FD2-DC48-49DC-BC27-B86A7FCF6F79}" dt="2025-05-14T17:58:16.396" v="67"/>
      <pc:docMkLst>
        <pc:docMk/>
      </pc:docMkLst>
      <pc:sldChg chg="ord">
        <pc:chgData name="Alberto Ruiz" userId="47fa91d207cfb014" providerId="LiveId" clId="{D4AE5FD2-DC48-49DC-BC27-B86A7FCF6F79}" dt="2025-05-14T17:58:16.396" v="67"/>
        <pc:sldMkLst>
          <pc:docMk/>
          <pc:sldMk cId="0" sldId="306"/>
        </pc:sldMkLst>
      </pc:sldChg>
      <pc:sldChg chg="modSp mod">
        <pc:chgData name="Alberto Ruiz" userId="47fa91d207cfb014" providerId="LiveId" clId="{D4AE5FD2-DC48-49DC-BC27-B86A7FCF6F79}" dt="2025-05-14T17:53:25.935" v="19" actId="1076"/>
        <pc:sldMkLst>
          <pc:docMk/>
          <pc:sldMk cId="2056602960" sldId="317"/>
        </pc:sldMkLst>
        <pc:spChg chg="mod">
          <ac:chgData name="Alberto Ruiz" userId="47fa91d207cfb014" providerId="LiveId" clId="{D4AE5FD2-DC48-49DC-BC27-B86A7FCF6F79}" dt="2025-05-14T17:53:25.935" v="19" actId="1076"/>
          <ac:spMkLst>
            <pc:docMk/>
            <pc:sldMk cId="2056602960" sldId="317"/>
            <ac:spMk id="3" creationId="{9554C254-ADA5-1C6F-620A-18CDD7B4AEA1}"/>
          </ac:spMkLst>
        </pc:spChg>
      </pc:sldChg>
      <pc:sldChg chg="addSp modSp new mod setBg">
        <pc:chgData name="Alberto Ruiz" userId="47fa91d207cfb014" providerId="LiveId" clId="{D4AE5FD2-DC48-49DC-BC27-B86A7FCF6F79}" dt="2025-05-14T17:54:48.154" v="44" actId="26606"/>
        <pc:sldMkLst>
          <pc:docMk/>
          <pc:sldMk cId="3284576883" sldId="322"/>
        </pc:sldMkLst>
        <pc:spChg chg="mod">
          <ac:chgData name="Alberto Ruiz" userId="47fa91d207cfb014" providerId="LiveId" clId="{D4AE5FD2-DC48-49DC-BC27-B86A7FCF6F79}" dt="2025-05-14T17:54:48.154" v="44" actId="26606"/>
          <ac:spMkLst>
            <pc:docMk/>
            <pc:sldMk cId="3284576883" sldId="322"/>
            <ac:spMk id="2" creationId="{9BA6008B-D138-9AB1-8173-FD7C0F00C547}"/>
          </ac:spMkLst>
        </pc:spChg>
        <pc:spChg chg="mod">
          <ac:chgData name="Alberto Ruiz" userId="47fa91d207cfb014" providerId="LiveId" clId="{D4AE5FD2-DC48-49DC-BC27-B86A7FCF6F79}" dt="2025-05-14T17:54:48.154" v="44" actId="26606"/>
          <ac:spMkLst>
            <pc:docMk/>
            <pc:sldMk cId="3284576883" sldId="322"/>
            <ac:spMk id="3" creationId="{5F2DC20C-A552-10A0-22BD-CD1B93CF1742}"/>
          </ac:spMkLst>
        </pc:spChg>
        <pc:spChg chg="add">
          <ac:chgData name="Alberto Ruiz" userId="47fa91d207cfb014" providerId="LiveId" clId="{D4AE5FD2-DC48-49DC-BC27-B86A7FCF6F79}" dt="2025-05-14T17:54:48.154" v="44" actId="26606"/>
          <ac:spMkLst>
            <pc:docMk/>
            <pc:sldMk cId="3284576883" sldId="322"/>
            <ac:spMk id="8" creationId="{6F5A5072-7B47-4D32-B52A-4EBBF590B8A5}"/>
          </ac:spMkLst>
        </pc:spChg>
        <pc:spChg chg="add">
          <ac:chgData name="Alberto Ruiz" userId="47fa91d207cfb014" providerId="LiveId" clId="{D4AE5FD2-DC48-49DC-BC27-B86A7FCF6F79}" dt="2025-05-14T17:54:48.154" v="44" actId="26606"/>
          <ac:spMkLst>
            <pc:docMk/>
            <pc:sldMk cId="3284576883" sldId="322"/>
            <ac:spMk id="10" creationId="{9715DAF0-AE1B-46C9-8A6B-DB2AA05AB91D}"/>
          </ac:spMkLst>
        </pc:spChg>
        <pc:spChg chg="add">
          <ac:chgData name="Alberto Ruiz" userId="47fa91d207cfb014" providerId="LiveId" clId="{D4AE5FD2-DC48-49DC-BC27-B86A7FCF6F79}" dt="2025-05-14T17:54:48.154" v="44" actId="26606"/>
          <ac:spMkLst>
            <pc:docMk/>
            <pc:sldMk cId="3284576883" sldId="322"/>
            <ac:spMk id="12" creationId="{6016219D-510E-4184-9090-6D5578A87BD1}"/>
          </ac:spMkLst>
        </pc:spChg>
        <pc:spChg chg="add">
          <ac:chgData name="Alberto Ruiz" userId="47fa91d207cfb014" providerId="LiveId" clId="{D4AE5FD2-DC48-49DC-BC27-B86A7FCF6F79}" dt="2025-05-14T17:54:48.154" v="44" actId="26606"/>
          <ac:spMkLst>
            <pc:docMk/>
            <pc:sldMk cId="3284576883" sldId="322"/>
            <ac:spMk id="14" creationId="{AFF4A713-7B75-4B21-90D7-5AB19547C728}"/>
          </ac:spMkLst>
        </pc:spChg>
        <pc:spChg chg="add">
          <ac:chgData name="Alberto Ruiz" userId="47fa91d207cfb014" providerId="LiveId" clId="{D4AE5FD2-DC48-49DC-BC27-B86A7FCF6F79}" dt="2025-05-14T17:54:48.154" v="44" actId="26606"/>
          <ac:spMkLst>
            <pc:docMk/>
            <pc:sldMk cId="3284576883" sldId="322"/>
            <ac:spMk id="16" creationId="{DC631C0B-6DA6-4E57-8231-CE32B3434A7E}"/>
          </ac:spMkLst>
        </pc:spChg>
        <pc:spChg chg="add">
          <ac:chgData name="Alberto Ruiz" userId="47fa91d207cfb014" providerId="LiveId" clId="{D4AE5FD2-DC48-49DC-BC27-B86A7FCF6F79}" dt="2025-05-14T17:54:48.154" v="44" actId="26606"/>
          <ac:spMkLst>
            <pc:docMk/>
            <pc:sldMk cId="3284576883" sldId="322"/>
            <ac:spMk id="18" creationId="{C29501E6-A978-4A61-9689-9085AF97A53A}"/>
          </ac:spMkLst>
        </pc:spChg>
      </pc:sldChg>
      <pc:sldChg chg="addSp modSp new mod setBg">
        <pc:chgData name="Alberto Ruiz" userId="47fa91d207cfb014" providerId="LiveId" clId="{D4AE5FD2-DC48-49DC-BC27-B86A7FCF6F79}" dt="2025-05-14T17:55:04.814" v="47" actId="26606"/>
        <pc:sldMkLst>
          <pc:docMk/>
          <pc:sldMk cId="3908246464" sldId="323"/>
        </pc:sldMkLst>
        <pc:spChg chg="mod">
          <ac:chgData name="Alberto Ruiz" userId="47fa91d207cfb014" providerId="LiveId" clId="{D4AE5FD2-DC48-49DC-BC27-B86A7FCF6F79}" dt="2025-05-14T17:55:04.814" v="47" actId="26606"/>
          <ac:spMkLst>
            <pc:docMk/>
            <pc:sldMk cId="3908246464" sldId="323"/>
            <ac:spMk id="2" creationId="{361223AF-1DEC-7694-AF99-A201E9B058D3}"/>
          </ac:spMkLst>
        </pc:spChg>
        <pc:spChg chg="add">
          <ac:chgData name="Alberto Ruiz" userId="47fa91d207cfb014" providerId="LiveId" clId="{D4AE5FD2-DC48-49DC-BC27-B86A7FCF6F79}" dt="2025-05-14T17:55:04.814" v="47" actId="26606"/>
          <ac:spMkLst>
            <pc:docMk/>
            <pc:sldMk cId="3908246464" sldId="323"/>
            <ac:spMk id="8" creationId="{DEE2AD96-B495-4E06-9291-B71706F728CB}"/>
          </ac:spMkLst>
        </pc:spChg>
        <pc:spChg chg="add">
          <ac:chgData name="Alberto Ruiz" userId="47fa91d207cfb014" providerId="LiveId" clId="{D4AE5FD2-DC48-49DC-BC27-B86A7FCF6F79}" dt="2025-05-14T17:55:04.814" v="47" actId="26606"/>
          <ac:spMkLst>
            <pc:docMk/>
            <pc:sldMk cId="3908246464" sldId="323"/>
            <ac:spMk id="10" creationId="{53CF6D67-C5A8-4ADD-9E8E-1E38CA1D3166}"/>
          </ac:spMkLst>
        </pc:spChg>
        <pc:spChg chg="add">
          <ac:chgData name="Alberto Ruiz" userId="47fa91d207cfb014" providerId="LiveId" clId="{D4AE5FD2-DC48-49DC-BC27-B86A7FCF6F79}" dt="2025-05-14T17:55:04.814" v="47" actId="26606"/>
          <ac:spMkLst>
            <pc:docMk/>
            <pc:sldMk cId="3908246464" sldId="323"/>
            <ac:spMk id="12" creationId="{86909FA0-B515-4681-B7A8-FA281D133B94}"/>
          </ac:spMkLst>
        </pc:spChg>
        <pc:spChg chg="add">
          <ac:chgData name="Alberto Ruiz" userId="47fa91d207cfb014" providerId="LiveId" clId="{D4AE5FD2-DC48-49DC-BC27-B86A7FCF6F79}" dt="2025-05-14T17:55:04.814" v="47" actId="26606"/>
          <ac:spMkLst>
            <pc:docMk/>
            <pc:sldMk cId="3908246464" sldId="323"/>
            <ac:spMk id="14" creationId="{21C9FE86-FCC3-4A31-AA1C-C882262B7FE7}"/>
          </ac:spMkLst>
        </pc:spChg>
        <pc:spChg chg="add">
          <ac:chgData name="Alberto Ruiz" userId="47fa91d207cfb014" providerId="LiveId" clId="{D4AE5FD2-DC48-49DC-BC27-B86A7FCF6F79}" dt="2025-05-14T17:55:04.814" v="47" actId="26606"/>
          <ac:spMkLst>
            <pc:docMk/>
            <pc:sldMk cId="3908246464" sldId="323"/>
            <ac:spMk id="16" creationId="{7D96243B-ECED-4B71-8E06-AE9A285EAD20}"/>
          </ac:spMkLst>
        </pc:spChg>
        <pc:spChg chg="add">
          <ac:chgData name="Alberto Ruiz" userId="47fa91d207cfb014" providerId="LiveId" clId="{D4AE5FD2-DC48-49DC-BC27-B86A7FCF6F79}" dt="2025-05-14T17:55:04.814" v="47" actId="26606"/>
          <ac:spMkLst>
            <pc:docMk/>
            <pc:sldMk cId="3908246464" sldId="323"/>
            <ac:spMk id="18" creationId="{A09989E4-EFDC-4A90-A633-E0525FB4139E}"/>
          </ac:spMkLst>
        </pc:spChg>
      </pc:sldChg>
      <pc:sldChg chg="addSp modSp new mod setBg">
        <pc:chgData name="Alberto Ruiz" userId="47fa91d207cfb014" providerId="LiveId" clId="{D4AE5FD2-DC48-49DC-BC27-B86A7FCF6F79}" dt="2025-05-14T17:55:18.432" v="50" actId="26606"/>
        <pc:sldMkLst>
          <pc:docMk/>
          <pc:sldMk cId="768770126" sldId="324"/>
        </pc:sldMkLst>
        <pc:spChg chg="mod">
          <ac:chgData name="Alberto Ruiz" userId="47fa91d207cfb014" providerId="LiveId" clId="{D4AE5FD2-DC48-49DC-BC27-B86A7FCF6F79}" dt="2025-05-14T17:55:18.432" v="50" actId="26606"/>
          <ac:spMkLst>
            <pc:docMk/>
            <pc:sldMk cId="768770126" sldId="324"/>
            <ac:spMk id="2" creationId="{4D91B62E-6C5F-3486-CAE9-7D79AC62C72B}"/>
          </ac:spMkLst>
        </pc:spChg>
        <pc:spChg chg="add">
          <ac:chgData name="Alberto Ruiz" userId="47fa91d207cfb014" providerId="LiveId" clId="{D4AE5FD2-DC48-49DC-BC27-B86A7FCF6F79}" dt="2025-05-14T17:55:18.432" v="50" actId="26606"/>
          <ac:spMkLst>
            <pc:docMk/>
            <pc:sldMk cId="768770126" sldId="324"/>
            <ac:spMk id="8" creationId="{577D6B2E-37A3-429E-A37C-F30ED6487282}"/>
          </ac:spMkLst>
        </pc:spChg>
        <pc:spChg chg="add">
          <ac:chgData name="Alberto Ruiz" userId="47fa91d207cfb014" providerId="LiveId" clId="{D4AE5FD2-DC48-49DC-BC27-B86A7FCF6F79}" dt="2025-05-14T17:55:18.432" v="50" actId="26606"/>
          <ac:spMkLst>
            <pc:docMk/>
            <pc:sldMk cId="768770126" sldId="324"/>
            <ac:spMk id="10" creationId="{5CEAD642-85CF-4750-8432-7C80C901F001}"/>
          </ac:spMkLst>
        </pc:spChg>
        <pc:spChg chg="add">
          <ac:chgData name="Alberto Ruiz" userId="47fa91d207cfb014" providerId="LiveId" clId="{D4AE5FD2-DC48-49DC-BC27-B86A7FCF6F79}" dt="2025-05-14T17:55:18.432" v="50" actId="26606"/>
          <ac:spMkLst>
            <pc:docMk/>
            <pc:sldMk cId="768770126" sldId="324"/>
            <ac:spMk id="12" creationId="{FA33EEAE-15D5-4119-8C1E-89D943F911EF}"/>
          </ac:spMkLst>
        </pc:spChg>
        <pc:spChg chg="add">
          <ac:chgData name="Alberto Ruiz" userId="47fa91d207cfb014" providerId="LiveId" clId="{D4AE5FD2-DC48-49DC-BC27-B86A7FCF6F79}" dt="2025-05-14T17:55:18.432" v="50" actId="26606"/>
          <ac:spMkLst>
            <pc:docMk/>
            <pc:sldMk cId="768770126" sldId="324"/>
            <ac:spMk id="14" creationId="{730D8B3B-9B80-4025-B934-26DC7D7CD231}"/>
          </ac:spMkLst>
        </pc:spChg>
        <pc:spChg chg="add">
          <ac:chgData name="Alberto Ruiz" userId="47fa91d207cfb014" providerId="LiveId" clId="{D4AE5FD2-DC48-49DC-BC27-B86A7FCF6F79}" dt="2025-05-14T17:55:18.432" v="50" actId="26606"/>
          <ac:spMkLst>
            <pc:docMk/>
            <pc:sldMk cId="768770126" sldId="324"/>
            <ac:spMk id="16" creationId="{1064D5D5-227B-4F66-9AEA-46F570E793BD}"/>
          </ac:spMkLst>
        </pc:spChg>
        <pc:spChg chg="add">
          <ac:chgData name="Alberto Ruiz" userId="47fa91d207cfb014" providerId="LiveId" clId="{D4AE5FD2-DC48-49DC-BC27-B86A7FCF6F79}" dt="2025-05-14T17:55:18.432" v="50" actId="26606"/>
          <ac:spMkLst>
            <pc:docMk/>
            <pc:sldMk cId="768770126" sldId="324"/>
            <ac:spMk id="18" creationId="{646B67A4-D328-4747-A82B-65E84FA46368}"/>
          </ac:spMkLst>
        </pc:spChg>
        <pc:spChg chg="add">
          <ac:chgData name="Alberto Ruiz" userId="47fa91d207cfb014" providerId="LiveId" clId="{D4AE5FD2-DC48-49DC-BC27-B86A7FCF6F79}" dt="2025-05-14T17:55:18.432" v="50" actId="26606"/>
          <ac:spMkLst>
            <pc:docMk/>
            <pc:sldMk cId="768770126" sldId="324"/>
            <ac:spMk id="20" creationId="{B5A1B09C-1565-46F8-B70F-621C5EB48A09}"/>
          </ac:spMkLst>
        </pc:spChg>
        <pc:spChg chg="add">
          <ac:chgData name="Alberto Ruiz" userId="47fa91d207cfb014" providerId="LiveId" clId="{D4AE5FD2-DC48-49DC-BC27-B86A7FCF6F79}" dt="2025-05-14T17:55:18.432" v="50" actId="26606"/>
          <ac:spMkLst>
            <pc:docMk/>
            <pc:sldMk cId="768770126" sldId="324"/>
            <ac:spMk id="22" creationId="{8C516CC8-80AC-446C-A56E-9F54B7210402}"/>
          </ac:spMkLst>
        </pc:spChg>
      </pc:sldChg>
      <pc:sldChg chg="addSp modSp new mod setBg">
        <pc:chgData name="Alberto Ruiz" userId="47fa91d207cfb014" providerId="LiveId" clId="{D4AE5FD2-DC48-49DC-BC27-B86A7FCF6F79}" dt="2025-05-14T17:55:29.329" v="53" actId="26606"/>
        <pc:sldMkLst>
          <pc:docMk/>
          <pc:sldMk cId="661833720" sldId="325"/>
        </pc:sldMkLst>
        <pc:spChg chg="mod">
          <ac:chgData name="Alberto Ruiz" userId="47fa91d207cfb014" providerId="LiveId" clId="{D4AE5FD2-DC48-49DC-BC27-B86A7FCF6F79}" dt="2025-05-14T17:55:29.329" v="53" actId="26606"/>
          <ac:spMkLst>
            <pc:docMk/>
            <pc:sldMk cId="661833720" sldId="325"/>
            <ac:spMk id="2" creationId="{C11E6825-AC3C-1E35-5349-FEB9F4BACC98}"/>
          </ac:spMkLst>
        </pc:spChg>
        <pc:spChg chg="mod">
          <ac:chgData name="Alberto Ruiz" userId="47fa91d207cfb014" providerId="LiveId" clId="{D4AE5FD2-DC48-49DC-BC27-B86A7FCF6F79}" dt="2025-05-14T17:55:29.329" v="53" actId="26606"/>
          <ac:spMkLst>
            <pc:docMk/>
            <pc:sldMk cId="661833720" sldId="325"/>
            <ac:spMk id="3" creationId="{43D95B9B-3BC0-239C-45CE-81D5D0E503E9}"/>
          </ac:spMkLst>
        </pc:spChg>
        <pc:spChg chg="add">
          <ac:chgData name="Alberto Ruiz" userId="47fa91d207cfb014" providerId="LiveId" clId="{D4AE5FD2-DC48-49DC-BC27-B86A7FCF6F79}" dt="2025-05-14T17:55:29.329" v="53" actId="26606"/>
          <ac:spMkLst>
            <pc:docMk/>
            <pc:sldMk cId="661833720" sldId="325"/>
            <ac:spMk id="8" creationId="{6F5A5072-7B47-4D32-B52A-4EBBF590B8A5}"/>
          </ac:spMkLst>
        </pc:spChg>
        <pc:spChg chg="add">
          <ac:chgData name="Alberto Ruiz" userId="47fa91d207cfb014" providerId="LiveId" clId="{D4AE5FD2-DC48-49DC-BC27-B86A7FCF6F79}" dt="2025-05-14T17:55:29.329" v="53" actId="26606"/>
          <ac:spMkLst>
            <pc:docMk/>
            <pc:sldMk cId="661833720" sldId="325"/>
            <ac:spMk id="10" creationId="{9715DAF0-AE1B-46C9-8A6B-DB2AA05AB91D}"/>
          </ac:spMkLst>
        </pc:spChg>
        <pc:spChg chg="add">
          <ac:chgData name="Alberto Ruiz" userId="47fa91d207cfb014" providerId="LiveId" clId="{D4AE5FD2-DC48-49DC-BC27-B86A7FCF6F79}" dt="2025-05-14T17:55:29.329" v="53" actId="26606"/>
          <ac:spMkLst>
            <pc:docMk/>
            <pc:sldMk cId="661833720" sldId="325"/>
            <ac:spMk id="12" creationId="{6016219D-510E-4184-9090-6D5578A87BD1}"/>
          </ac:spMkLst>
        </pc:spChg>
        <pc:spChg chg="add">
          <ac:chgData name="Alberto Ruiz" userId="47fa91d207cfb014" providerId="LiveId" clId="{D4AE5FD2-DC48-49DC-BC27-B86A7FCF6F79}" dt="2025-05-14T17:55:29.329" v="53" actId="26606"/>
          <ac:spMkLst>
            <pc:docMk/>
            <pc:sldMk cId="661833720" sldId="325"/>
            <ac:spMk id="14" creationId="{AFF4A713-7B75-4B21-90D7-5AB19547C728}"/>
          </ac:spMkLst>
        </pc:spChg>
        <pc:spChg chg="add">
          <ac:chgData name="Alberto Ruiz" userId="47fa91d207cfb014" providerId="LiveId" clId="{D4AE5FD2-DC48-49DC-BC27-B86A7FCF6F79}" dt="2025-05-14T17:55:29.329" v="53" actId="26606"/>
          <ac:spMkLst>
            <pc:docMk/>
            <pc:sldMk cId="661833720" sldId="325"/>
            <ac:spMk id="16" creationId="{DC631C0B-6DA6-4E57-8231-CE32B3434A7E}"/>
          </ac:spMkLst>
        </pc:spChg>
        <pc:spChg chg="add">
          <ac:chgData name="Alberto Ruiz" userId="47fa91d207cfb014" providerId="LiveId" clId="{D4AE5FD2-DC48-49DC-BC27-B86A7FCF6F79}" dt="2025-05-14T17:55:29.329" v="53" actId="26606"/>
          <ac:spMkLst>
            <pc:docMk/>
            <pc:sldMk cId="661833720" sldId="325"/>
            <ac:spMk id="18" creationId="{C29501E6-A978-4A61-9689-9085AF97A53A}"/>
          </ac:spMkLst>
        </pc:spChg>
      </pc:sldChg>
      <pc:sldChg chg="addSp modSp new mod setBg">
        <pc:chgData name="Alberto Ruiz" userId="47fa91d207cfb014" providerId="LiveId" clId="{D4AE5FD2-DC48-49DC-BC27-B86A7FCF6F79}" dt="2025-05-14T17:55:38.615" v="56" actId="26606"/>
        <pc:sldMkLst>
          <pc:docMk/>
          <pc:sldMk cId="3542695776" sldId="326"/>
        </pc:sldMkLst>
        <pc:spChg chg="mod">
          <ac:chgData name="Alberto Ruiz" userId="47fa91d207cfb014" providerId="LiveId" clId="{D4AE5FD2-DC48-49DC-BC27-B86A7FCF6F79}" dt="2025-05-14T17:55:38.615" v="56" actId="26606"/>
          <ac:spMkLst>
            <pc:docMk/>
            <pc:sldMk cId="3542695776" sldId="326"/>
            <ac:spMk id="2" creationId="{0A680EFD-06DA-1D2C-CB65-A988B6263D1F}"/>
          </ac:spMkLst>
        </pc:spChg>
        <pc:spChg chg="mod">
          <ac:chgData name="Alberto Ruiz" userId="47fa91d207cfb014" providerId="LiveId" clId="{D4AE5FD2-DC48-49DC-BC27-B86A7FCF6F79}" dt="2025-05-14T17:55:38.615" v="56" actId="26606"/>
          <ac:spMkLst>
            <pc:docMk/>
            <pc:sldMk cId="3542695776" sldId="326"/>
            <ac:spMk id="3" creationId="{39120247-B112-C910-0FE4-8B1D65102548}"/>
          </ac:spMkLst>
        </pc:spChg>
        <pc:spChg chg="add">
          <ac:chgData name="Alberto Ruiz" userId="47fa91d207cfb014" providerId="LiveId" clId="{D4AE5FD2-DC48-49DC-BC27-B86A7FCF6F79}" dt="2025-05-14T17:55:38.615" v="56" actId="26606"/>
          <ac:spMkLst>
            <pc:docMk/>
            <pc:sldMk cId="3542695776" sldId="326"/>
            <ac:spMk id="8" creationId="{C3896A03-3945-419A-B66B-4EE266EDD152}"/>
          </ac:spMkLst>
        </pc:spChg>
        <pc:spChg chg="add">
          <ac:chgData name="Alberto Ruiz" userId="47fa91d207cfb014" providerId="LiveId" clId="{D4AE5FD2-DC48-49DC-BC27-B86A7FCF6F79}" dt="2025-05-14T17:55:38.615" v="56" actId="26606"/>
          <ac:spMkLst>
            <pc:docMk/>
            <pc:sldMk cId="3542695776" sldId="326"/>
            <ac:spMk id="10" creationId="{B34F5AD2-EDBD-4BBD-A55C-EAFFD0C7097A}"/>
          </ac:spMkLst>
        </pc:spChg>
        <pc:spChg chg="add">
          <ac:chgData name="Alberto Ruiz" userId="47fa91d207cfb014" providerId="LiveId" clId="{D4AE5FD2-DC48-49DC-BC27-B86A7FCF6F79}" dt="2025-05-14T17:55:38.615" v="56" actId="26606"/>
          <ac:spMkLst>
            <pc:docMk/>
            <pc:sldMk cId="3542695776" sldId="326"/>
            <ac:spMk id="12" creationId="{6832F003-FCA6-4CFB-A2EA-308F3AA257D1}"/>
          </ac:spMkLst>
        </pc:spChg>
      </pc:sldChg>
      <pc:sldChg chg="addSp modSp new mod setBg">
        <pc:chgData name="Alberto Ruiz" userId="47fa91d207cfb014" providerId="LiveId" clId="{D4AE5FD2-DC48-49DC-BC27-B86A7FCF6F79}" dt="2025-05-14T17:56:09.820" v="65" actId="26606"/>
        <pc:sldMkLst>
          <pc:docMk/>
          <pc:sldMk cId="3919074232" sldId="327"/>
        </pc:sldMkLst>
        <pc:spChg chg="mod">
          <ac:chgData name="Alberto Ruiz" userId="47fa91d207cfb014" providerId="LiveId" clId="{D4AE5FD2-DC48-49DC-BC27-B86A7FCF6F79}" dt="2025-05-14T17:56:09.820" v="65" actId="26606"/>
          <ac:spMkLst>
            <pc:docMk/>
            <pc:sldMk cId="3919074232" sldId="327"/>
            <ac:spMk id="2" creationId="{019D5171-9F81-1613-2920-2DFFE2E10A31}"/>
          </ac:spMkLst>
        </pc:spChg>
        <pc:spChg chg="mod">
          <ac:chgData name="Alberto Ruiz" userId="47fa91d207cfb014" providerId="LiveId" clId="{D4AE5FD2-DC48-49DC-BC27-B86A7FCF6F79}" dt="2025-05-14T17:56:09.820" v="65" actId="26606"/>
          <ac:spMkLst>
            <pc:docMk/>
            <pc:sldMk cId="3919074232" sldId="327"/>
            <ac:spMk id="3" creationId="{42E176D4-3200-7E9D-39A1-FDA3F916BDDB}"/>
          </ac:spMkLst>
        </pc:spChg>
        <pc:spChg chg="add">
          <ac:chgData name="Alberto Ruiz" userId="47fa91d207cfb014" providerId="LiveId" clId="{D4AE5FD2-DC48-49DC-BC27-B86A7FCF6F79}" dt="2025-05-14T17:56:09.820" v="65" actId="26606"/>
          <ac:spMkLst>
            <pc:docMk/>
            <pc:sldMk cId="3919074232" sldId="327"/>
            <ac:spMk id="8" creationId="{8C790BE2-4E4F-4AAF-81A2-4A6F4885EBE6}"/>
          </ac:spMkLst>
        </pc:spChg>
        <pc:spChg chg="add">
          <ac:chgData name="Alberto Ruiz" userId="47fa91d207cfb014" providerId="LiveId" clId="{D4AE5FD2-DC48-49DC-BC27-B86A7FCF6F79}" dt="2025-05-14T17:56:09.820" v="65" actId="26606"/>
          <ac:spMkLst>
            <pc:docMk/>
            <pc:sldMk cId="3919074232" sldId="327"/>
            <ac:spMk id="10" creationId="{D28B54C3-B57B-472A-B96E-1FCB67093DC2}"/>
          </ac:spMkLst>
        </pc:spChg>
        <pc:spChg chg="add">
          <ac:chgData name="Alberto Ruiz" userId="47fa91d207cfb014" providerId="LiveId" clId="{D4AE5FD2-DC48-49DC-BC27-B86A7FCF6F79}" dt="2025-05-14T17:56:09.820" v="65" actId="26606"/>
          <ac:spMkLst>
            <pc:docMk/>
            <pc:sldMk cId="3919074232" sldId="327"/>
            <ac:spMk id="12" creationId="{7DB3C429-F8DA-49B9-AF84-21996FCF78B5}"/>
          </ac:spMkLst>
        </pc:spChg>
        <pc:spChg chg="add">
          <ac:chgData name="Alberto Ruiz" userId="47fa91d207cfb014" providerId="LiveId" clId="{D4AE5FD2-DC48-49DC-BC27-B86A7FCF6F79}" dt="2025-05-14T17:56:09.820" v="65" actId="26606"/>
          <ac:spMkLst>
            <pc:docMk/>
            <pc:sldMk cId="3919074232" sldId="327"/>
            <ac:spMk id="14" creationId="{E12088DD-B1AD-40E0-8B86-1D87A2CCD9BE}"/>
          </ac:spMkLst>
        </pc:spChg>
        <pc:spChg chg="add">
          <ac:chgData name="Alberto Ruiz" userId="47fa91d207cfb014" providerId="LiveId" clId="{D4AE5FD2-DC48-49DC-BC27-B86A7FCF6F79}" dt="2025-05-14T17:56:09.820" v="65" actId="26606"/>
          <ac:spMkLst>
            <pc:docMk/>
            <pc:sldMk cId="3919074232" sldId="327"/>
            <ac:spMk id="16" creationId="{C4C9F2B0-1044-46EB-8AEB-C3BFFDE6C2CC}"/>
          </ac:spMkLst>
        </pc:spChg>
        <pc:spChg chg="add">
          <ac:chgData name="Alberto Ruiz" userId="47fa91d207cfb014" providerId="LiveId" clId="{D4AE5FD2-DC48-49DC-BC27-B86A7FCF6F79}" dt="2025-05-14T17:56:09.820" v="65" actId="26606"/>
          <ac:spMkLst>
            <pc:docMk/>
            <pc:sldMk cId="3919074232" sldId="327"/>
            <ac:spMk id="18" creationId="{0C395952-4E26-45A2-8756-2ADFD6E53C6E}"/>
          </ac:spMkLst>
        </pc:spChg>
        <pc:spChg chg="add">
          <ac:chgData name="Alberto Ruiz" userId="47fa91d207cfb014" providerId="LiveId" clId="{D4AE5FD2-DC48-49DC-BC27-B86A7FCF6F79}" dt="2025-05-14T17:56:09.820" v="65" actId="26606"/>
          <ac:spMkLst>
            <pc:docMk/>
            <pc:sldMk cId="3919074232" sldId="327"/>
            <ac:spMk id="20" creationId="{4734BADF-9461-4621-B112-2D7BABEA7DD0}"/>
          </ac:spMkLst>
        </pc:spChg>
      </pc:sldChg>
      <pc:sldChg chg="addSp modSp new mod setBg">
        <pc:chgData name="Alberto Ruiz" userId="47fa91d207cfb014" providerId="LiveId" clId="{D4AE5FD2-DC48-49DC-BC27-B86A7FCF6F79}" dt="2025-05-14T17:55:48.365" v="59" actId="26606"/>
        <pc:sldMkLst>
          <pc:docMk/>
          <pc:sldMk cId="1757774608" sldId="328"/>
        </pc:sldMkLst>
        <pc:spChg chg="mod">
          <ac:chgData name="Alberto Ruiz" userId="47fa91d207cfb014" providerId="LiveId" clId="{D4AE5FD2-DC48-49DC-BC27-B86A7FCF6F79}" dt="2025-05-14T17:55:48.365" v="59" actId="26606"/>
          <ac:spMkLst>
            <pc:docMk/>
            <pc:sldMk cId="1757774608" sldId="328"/>
            <ac:spMk id="2" creationId="{E3CC033B-E6E7-D815-1EEF-275CF94A033B}"/>
          </ac:spMkLst>
        </pc:spChg>
        <pc:spChg chg="mod">
          <ac:chgData name="Alberto Ruiz" userId="47fa91d207cfb014" providerId="LiveId" clId="{D4AE5FD2-DC48-49DC-BC27-B86A7FCF6F79}" dt="2025-05-14T17:55:48.365" v="59" actId="26606"/>
          <ac:spMkLst>
            <pc:docMk/>
            <pc:sldMk cId="1757774608" sldId="328"/>
            <ac:spMk id="3" creationId="{A86ECABE-08A5-51AB-D5E2-4E59636332E9}"/>
          </ac:spMkLst>
        </pc:spChg>
        <pc:spChg chg="add">
          <ac:chgData name="Alberto Ruiz" userId="47fa91d207cfb014" providerId="LiveId" clId="{D4AE5FD2-DC48-49DC-BC27-B86A7FCF6F79}" dt="2025-05-14T17:55:48.365" v="59" actId="26606"/>
          <ac:spMkLst>
            <pc:docMk/>
            <pc:sldMk cId="1757774608" sldId="328"/>
            <ac:spMk id="8" creationId="{8C790BE2-4E4F-4AAF-81A2-4A6F4885EBE6}"/>
          </ac:spMkLst>
        </pc:spChg>
        <pc:spChg chg="add">
          <ac:chgData name="Alberto Ruiz" userId="47fa91d207cfb014" providerId="LiveId" clId="{D4AE5FD2-DC48-49DC-BC27-B86A7FCF6F79}" dt="2025-05-14T17:55:48.365" v="59" actId="26606"/>
          <ac:spMkLst>
            <pc:docMk/>
            <pc:sldMk cId="1757774608" sldId="328"/>
            <ac:spMk id="10" creationId="{D28B54C3-B57B-472A-B96E-1FCB67093DC2}"/>
          </ac:spMkLst>
        </pc:spChg>
        <pc:spChg chg="add">
          <ac:chgData name="Alberto Ruiz" userId="47fa91d207cfb014" providerId="LiveId" clId="{D4AE5FD2-DC48-49DC-BC27-B86A7FCF6F79}" dt="2025-05-14T17:55:48.365" v="59" actId="26606"/>
          <ac:spMkLst>
            <pc:docMk/>
            <pc:sldMk cId="1757774608" sldId="328"/>
            <ac:spMk id="12" creationId="{7DB3C429-F8DA-49B9-AF84-21996FCF78B5}"/>
          </ac:spMkLst>
        </pc:spChg>
        <pc:spChg chg="add">
          <ac:chgData name="Alberto Ruiz" userId="47fa91d207cfb014" providerId="LiveId" clId="{D4AE5FD2-DC48-49DC-BC27-B86A7FCF6F79}" dt="2025-05-14T17:55:48.365" v="59" actId="26606"/>
          <ac:spMkLst>
            <pc:docMk/>
            <pc:sldMk cId="1757774608" sldId="328"/>
            <ac:spMk id="14" creationId="{E12088DD-B1AD-40E0-8B86-1D87A2CCD9BE}"/>
          </ac:spMkLst>
        </pc:spChg>
        <pc:spChg chg="add">
          <ac:chgData name="Alberto Ruiz" userId="47fa91d207cfb014" providerId="LiveId" clId="{D4AE5FD2-DC48-49DC-BC27-B86A7FCF6F79}" dt="2025-05-14T17:55:48.365" v="59" actId="26606"/>
          <ac:spMkLst>
            <pc:docMk/>
            <pc:sldMk cId="1757774608" sldId="328"/>
            <ac:spMk id="16" creationId="{C4C9F2B0-1044-46EB-8AEB-C3BFFDE6C2CC}"/>
          </ac:spMkLst>
        </pc:spChg>
        <pc:spChg chg="add">
          <ac:chgData name="Alberto Ruiz" userId="47fa91d207cfb014" providerId="LiveId" clId="{D4AE5FD2-DC48-49DC-BC27-B86A7FCF6F79}" dt="2025-05-14T17:55:48.365" v="59" actId="26606"/>
          <ac:spMkLst>
            <pc:docMk/>
            <pc:sldMk cId="1757774608" sldId="328"/>
            <ac:spMk id="18" creationId="{0C395952-4E26-45A2-8756-2ADFD6E53C6E}"/>
          </ac:spMkLst>
        </pc:spChg>
        <pc:spChg chg="add">
          <ac:chgData name="Alberto Ruiz" userId="47fa91d207cfb014" providerId="LiveId" clId="{D4AE5FD2-DC48-49DC-BC27-B86A7FCF6F79}" dt="2025-05-14T17:55:48.365" v="59" actId="26606"/>
          <ac:spMkLst>
            <pc:docMk/>
            <pc:sldMk cId="1757774608" sldId="328"/>
            <ac:spMk id="20" creationId="{4734BADF-9461-4621-B112-2D7BABEA7DD0}"/>
          </ac:spMkLst>
        </pc:spChg>
      </pc:sldChg>
      <pc:sldChg chg="addSp modSp new mod setBg">
        <pc:chgData name="Alberto Ruiz" userId="47fa91d207cfb014" providerId="LiveId" clId="{D4AE5FD2-DC48-49DC-BC27-B86A7FCF6F79}" dt="2025-05-14T17:55:58.243" v="62" actId="26606"/>
        <pc:sldMkLst>
          <pc:docMk/>
          <pc:sldMk cId="1820700698" sldId="329"/>
        </pc:sldMkLst>
        <pc:spChg chg="mod">
          <ac:chgData name="Alberto Ruiz" userId="47fa91d207cfb014" providerId="LiveId" clId="{D4AE5FD2-DC48-49DC-BC27-B86A7FCF6F79}" dt="2025-05-14T17:55:58.243" v="62" actId="26606"/>
          <ac:spMkLst>
            <pc:docMk/>
            <pc:sldMk cId="1820700698" sldId="329"/>
            <ac:spMk id="2" creationId="{99E57870-3953-D859-0698-6649A088A079}"/>
          </ac:spMkLst>
        </pc:spChg>
        <pc:spChg chg="mod">
          <ac:chgData name="Alberto Ruiz" userId="47fa91d207cfb014" providerId="LiveId" clId="{D4AE5FD2-DC48-49DC-BC27-B86A7FCF6F79}" dt="2025-05-14T17:55:58.243" v="62" actId="26606"/>
          <ac:spMkLst>
            <pc:docMk/>
            <pc:sldMk cId="1820700698" sldId="329"/>
            <ac:spMk id="3" creationId="{9A51E802-DE5F-86F7-892B-B7ED2D1A0310}"/>
          </ac:spMkLst>
        </pc:spChg>
        <pc:spChg chg="add">
          <ac:chgData name="Alberto Ruiz" userId="47fa91d207cfb014" providerId="LiveId" clId="{D4AE5FD2-DC48-49DC-BC27-B86A7FCF6F79}" dt="2025-05-14T17:55:58.243" v="62" actId="26606"/>
          <ac:spMkLst>
            <pc:docMk/>
            <pc:sldMk cId="1820700698" sldId="329"/>
            <ac:spMk id="8" creationId="{C3896A03-3945-419A-B66B-4EE266EDD152}"/>
          </ac:spMkLst>
        </pc:spChg>
        <pc:spChg chg="add">
          <ac:chgData name="Alberto Ruiz" userId="47fa91d207cfb014" providerId="LiveId" clId="{D4AE5FD2-DC48-49DC-BC27-B86A7FCF6F79}" dt="2025-05-14T17:55:58.243" v="62" actId="26606"/>
          <ac:spMkLst>
            <pc:docMk/>
            <pc:sldMk cId="1820700698" sldId="329"/>
            <ac:spMk id="10" creationId="{B34F5AD2-EDBD-4BBD-A55C-EAFFD0C7097A}"/>
          </ac:spMkLst>
        </pc:spChg>
        <pc:spChg chg="add">
          <ac:chgData name="Alberto Ruiz" userId="47fa91d207cfb014" providerId="LiveId" clId="{D4AE5FD2-DC48-49DC-BC27-B86A7FCF6F79}" dt="2025-05-14T17:55:58.243" v="62" actId="26606"/>
          <ac:spMkLst>
            <pc:docMk/>
            <pc:sldMk cId="1820700698" sldId="329"/>
            <ac:spMk id="12" creationId="{6832F003-FCA6-4CFB-A2EA-308F3AA257D1}"/>
          </ac:spMkLst>
        </pc:spChg>
      </pc:sldChg>
    </pc:docChg>
  </pc:docChgLst>
  <pc:docChgLst>
    <pc:chgData name="Alberto Ruiz" userId="47fa91d207cfb014" providerId="LiveId" clId="{90BB32DC-BA6D-4675-AD15-4386AABE17CF}"/>
    <pc:docChg chg="custSel addSld modSld">
      <pc:chgData name="Alberto Ruiz" userId="47fa91d207cfb014" providerId="LiveId" clId="{90BB32DC-BA6D-4675-AD15-4386AABE17CF}" dt="2025-05-20T10:37:53.973" v="77" actId="1076"/>
      <pc:docMkLst>
        <pc:docMk/>
      </pc:docMkLst>
      <pc:sldChg chg="modSp mod">
        <pc:chgData name="Alberto Ruiz" userId="47fa91d207cfb014" providerId="LiveId" clId="{90BB32DC-BA6D-4675-AD15-4386AABE17CF}" dt="2025-05-20T10:37:53.973" v="77" actId="1076"/>
        <pc:sldMkLst>
          <pc:docMk/>
          <pc:sldMk cId="0" sldId="301"/>
        </pc:sldMkLst>
        <pc:picChg chg="mod">
          <ac:chgData name="Alberto Ruiz" userId="47fa91d207cfb014" providerId="LiveId" clId="{90BB32DC-BA6D-4675-AD15-4386AABE17CF}" dt="2025-05-20T10:37:53.973" v="77" actId="1076"/>
          <ac:picMkLst>
            <pc:docMk/>
            <pc:sldMk cId="0" sldId="301"/>
            <ac:picMk id="10242" creationId="{00000000-0000-0000-0000-000000000000}"/>
          </ac:picMkLst>
        </pc:picChg>
      </pc:sldChg>
      <pc:sldChg chg="delSp mod">
        <pc:chgData name="Alberto Ruiz" userId="47fa91d207cfb014" providerId="LiveId" clId="{90BB32DC-BA6D-4675-AD15-4386AABE17CF}" dt="2025-05-15T08:33:08.858" v="0" actId="478"/>
        <pc:sldMkLst>
          <pc:docMk/>
          <pc:sldMk cId="3908246464" sldId="323"/>
        </pc:sldMkLst>
      </pc:sldChg>
      <pc:sldChg chg="delSp mod">
        <pc:chgData name="Alberto Ruiz" userId="47fa91d207cfb014" providerId="LiveId" clId="{90BB32DC-BA6D-4675-AD15-4386AABE17CF}" dt="2025-05-20T08:26:11.045" v="76" actId="478"/>
        <pc:sldMkLst>
          <pc:docMk/>
          <pc:sldMk cId="768770126" sldId="324"/>
        </pc:sldMkLst>
        <pc:spChg chg="del">
          <ac:chgData name="Alberto Ruiz" userId="47fa91d207cfb014" providerId="LiveId" clId="{90BB32DC-BA6D-4675-AD15-4386AABE17CF}" dt="2025-05-20T08:26:11.045" v="76" actId="478"/>
          <ac:spMkLst>
            <pc:docMk/>
            <pc:sldMk cId="768770126" sldId="324"/>
            <ac:spMk id="3" creationId="{D9FDF7AB-F97D-9052-86D6-76C5347AA0F5}"/>
          </ac:spMkLst>
        </pc:spChg>
      </pc:sldChg>
      <pc:sldChg chg="addSp delSp modSp new mod">
        <pc:chgData name="Alberto Ruiz" userId="47fa91d207cfb014" providerId="LiveId" clId="{90BB32DC-BA6D-4675-AD15-4386AABE17CF}" dt="2025-05-20T07:49:20.463" v="67" actId="14100"/>
        <pc:sldMkLst>
          <pc:docMk/>
          <pc:sldMk cId="1696396334" sldId="330"/>
        </pc:sldMkLst>
        <pc:spChg chg="mod">
          <ac:chgData name="Alberto Ruiz" userId="47fa91d207cfb014" providerId="LiveId" clId="{90BB32DC-BA6D-4675-AD15-4386AABE17CF}" dt="2025-05-20T07:47:19.362" v="44" actId="20577"/>
          <ac:spMkLst>
            <pc:docMk/>
            <pc:sldMk cId="1696396334" sldId="330"/>
            <ac:spMk id="2" creationId="{F0FEFBA9-314B-1D25-16EF-EE3380CE8078}"/>
          </ac:spMkLst>
        </pc:spChg>
        <pc:spChg chg="del">
          <ac:chgData name="Alberto Ruiz" userId="47fa91d207cfb014" providerId="LiveId" clId="{90BB32DC-BA6D-4675-AD15-4386AABE17CF}" dt="2025-05-20T07:47:39.787" v="45" actId="478"/>
          <ac:spMkLst>
            <pc:docMk/>
            <pc:sldMk cId="1696396334" sldId="330"/>
            <ac:spMk id="3" creationId="{F759D1A3-1454-B3A9-E5BC-79521016A6DF}"/>
          </ac:spMkLst>
        </pc:spChg>
        <pc:picChg chg="add mod">
          <ac:chgData name="Alberto Ruiz" userId="47fa91d207cfb014" providerId="LiveId" clId="{90BB32DC-BA6D-4675-AD15-4386AABE17CF}" dt="2025-05-20T07:48:06.064" v="54" actId="14100"/>
          <ac:picMkLst>
            <pc:docMk/>
            <pc:sldMk cId="1696396334" sldId="330"/>
            <ac:picMk id="5" creationId="{D15A029C-CFB9-8760-FF06-230365889CBD}"/>
          </ac:picMkLst>
        </pc:picChg>
        <pc:picChg chg="add mod">
          <ac:chgData name="Alberto Ruiz" userId="47fa91d207cfb014" providerId="LiveId" clId="{90BB32DC-BA6D-4675-AD15-4386AABE17CF}" dt="2025-05-20T07:49:14.967" v="64" actId="1076"/>
          <ac:picMkLst>
            <pc:docMk/>
            <pc:sldMk cId="1696396334" sldId="330"/>
            <ac:picMk id="7" creationId="{13B23FBD-AB69-6CF8-0B8D-FF407AE7E372}"/>
          </ac:picMkLst>
        </pc:picChg>
        <pc:picChg chg="add mod">
          <ac:chgData name="Alberto Ruiz" userId="47fa91d207cfb014" providerId="LiveId" clId="{90BB32DC-BA6D-4675-AD15-4386AABE17CF}" dt="2025-05-20T07:48:24.800" v="57" actId="1076"/>
          <ac:picMkLst>
            <pc:docMk/>
            <pc:sldMk cId="1696396334" sldId="330"/>
            <ac:picMk id="9" creationId="{5F6DAF58-64BA-6CE4-E8B1-DD1F1527DB95}"/>
          </ac:picMkLst>
        </pc:picChg>
        <pc:picChg chg="add mod">
          <ac:chgData name="Alberto Ruiz" userId="47fa91d207cfb014" providerId="LiveId" clId="{90BB32DC-BA6D-4675-AD15-4386AABE17CF}" dt="2025-05-20T07:48:52.983" v="59" actId="1076"/>
          <ac:picMkLst>
            <pc:docMk/>
            <pc:sldMk cId="1696396334" sldId="330"/>
            <ac:picMk id="11" creationId="{ADBE7471-135A-5A86-351E-872D7FAB40EB}"/>
          </ac:picMkLst>
        </pc:picChg>
        <pc:picChg chg="add mod">
          <ac:chgData name="Alberto Ruiz" userId="47fa91d207cfb014" providerId="LiveId" clId="{90BB32DC-BA6D-4675-AD15-4386AABE17CF}" dt="2025-05-20T07:49:20.463" v="67" actId="14100"/>
          <ac:picMkLst>
            <pc:docMk/>
            <pc:sldMk cId="1696396334" sldId="330"/>
            <ac:picMk id="13" creationId="{C936E000-2540-65E0-8D3B-D967CCB794E9}"/>
          </ac:picMkLst>
        </pc:picChg>
      </pc:sldChg>
      <pc:sldChg chg="addSp delSp modSp new mod">
        <pc:chgData name="Alberto Ruiz" userId="47fa91d207cfb014" providerId="LiveId" clId="{90BB32DC-BA6D-4675-AD15-4386AABE17CF}" dt="2025-05-20T08:00:58.264" v="75" actId="1076"/>
        <pc:sldMkLst>
          <pc:docMk/>
          <pc:sldMk cId="3979312730" sldId="331"/>
        </pc:sldMkLst>
        <pc:spChg chg="del">
          <ac:chgData name="Alberto Ruiz" userId="47fa91d207cfb014" providerId="LiveId" clId="{90BB32DC-BA6D-4675-AD15-4386AABE17CF}" dt="2025-05-20T07:54:55.613" v="69" actId="478"/>
          <ac:spMkLst>
            <pc:docMk/>
            <pc:sldMk cId="3979312730" sldId="331"/>
            <ac:spMk id="2" creationId="{41192F11-57EB-77B3-FB96-9A4D34698469}"/>
          </ac:spMkLst>
        </pc:spChg>
        <pc:spChg chg="del">
          <ac:chgData name="Alberto Ruiz" userId="47fa91d207cfb014" providerId="LiveId" clId="{90BB32DC-BA6D-4675-AD15-4386AABE17CF}" dt="2025-05-20T07:54:57.010" v="70" actId="478"/>
          <ac:spMkLst>
            <pc:docMk/>
            <pc:sldMk cId="3979312730" sldId="331"/>
            <ac:spMk id="3" creationId="{F4098F7E-0774-BABD-7859-3AA5111BEACC}"/>
          </ac:spMkLst>
        </pc:spChg>
        <pc:picChg chg="add mod">
          <ac:chgData name="Alberto Ruiz" userId="47fa91d207cfb014" providerId="LiveId" clId="{90BB32DC-BA6D-4675-AD15-4386AABE17CF}" dt="2025-05-20T08:00:58.264" v="75" actId="1076"/>
          <ac:picMkLst>
            <pc:docMk/>
            <pc:sldMk cId="3979312730" sldId="331"/>
            <ac:picMk id="5" creationId="{580C1104-BF31-7DAD-5778-4A0D622E4C33}"/>
          </ac:picMkLst>
        </pc:picChg>
      </pc:sldChg>
    </pc:docChg>
  </pc:docChgLst>
  <pc:docChgLst>
    <pc:chgData name="Alberto Ruiz" userId="47fa91d207cfb014" providerId="LiveId" clId="{2E8AC5CB-B8E3-44CE-8684-0CE0E13E20DC}"/>
    <pc:docChg chg="modSld">
      <pc:chgData name="Alberto Ruiz" userId="47fa91d207cfb014" providerId="LiveId" clId="{2E8AC5CB-B8E3-44CE-8684-0CE0E13E20DC}" dt="2024-05-23T18:07:03.107" v="42" actId="403"/>
      <pc:docMkLst>
        <pc:docMk/>
      </pc:docMkLst>
      <pc:sldChg chg="modSp mod">
        <pc:chgData name="Alberto Ruiz" userId="47fa91d207cfb014" providerId="LiveId" clId="{2E8AC5CB-B8E3-44CE-8684-0CE0E13E20DC}" dt="2024-05-23T18:07:03.107" v="42" actId="403"/>
        <pc:sldMkLst>
          <pc:docMk/>
          <pc:sldMk cId="0" sldId="308"/>
        </pc:sldMkLst>
      </pc:sldChg>
    </pc:docChg>
  </pc:docChgLst>
  <pc:docChgLst>
    <pc:chgData name="Alberto Ruiz" userId="47fa91d207cfb014" providerId="LiveId" clId="{EF096D0A-D298-4AA5-995F-5ED0D6405AB8}"/>
    <pc:docChg chg="undo custSel addSld delSld modSld sldOrd">
      <pc:chgData name="Alberto Ruiz" userId="47fa91d207cfb014" providerId="LiveId" clId="{EF096D0A-D298-4AA5-995F-5ED0D6405AB8}" dt="2024-05-29T10:27:20.762" v="430" actId="13926"/>
      <pc:docMkLst>
        <pc:docMk/>
      </pc:docMkLst>
      <pc:sldChg chg="addSp delSp modSp mod">
        <pc:chgData name="Alberto Ruiz" userId="47fa91d207cfb014" providerId="LiveId" clId="{EF096D0A-D298-4AA5-995F-5ED0D6405AB8}" dt="2024-04-25T11:05:02.168" v="11"/>
        <pc:sldMkLst>
          <pc:docMk/>
          <pc:sldMk cId="0" sldId="256"/>
        </pc:sldMkLst>
      </pc:sldChg>
      <pc:sldChg chg="modSp mod">
        <pc:chgData name="Alberto Ruiz" userId="47fa91d207cfb014" providerId="LiveId" clId="{EF096D0A-D298-4AA5-995F-5ED0D6405AB8}" dt="2024-05-19T17:49:16.257" v="196" actId="113"/>
        <pc:sldMkLst>
          <pc:docMk/>
          <pc:sldMk cId="0" sldId="257"/>
        </pc:sldMkLst>
      </pc:sldChg>
      <pc:sldChg chg="del">
        <pc:chgData name="Alberto Ruiz" userId="47fa91d207cfb014" providerId="LiveId" clId="{EF096D0A-D298-4AA5-995F-5ED0D6405AB8}" dt="2024-04-25T11:04:24.725" v="4" actId="47"/>
        <pc:sldMkLst>
          <pc:docMk/>
          <pc:sldMk cId="0" sldId="286"/>
        </pc:sldMkLst>
      </pc:sldChg>
      <pc:sldChg chg="delSp modSp mod">
        <pc:chgData name="Alberto Ruiz" userId="47fa91d207cfb014" providerId="LiveId" clId="{EF096D0A-D298-4AA5-995F-5ED0D6405AB8}" dt="2024-04-25T11:06:12.392" v="27" actId="113"/>
        <pc:sldMkLst>
          <pc:docMk/>
          <pc:sldMk cId="0" sldId="287"/>
        </pc:sldMkLst>
      </pc:sldChg>
      <pc:sldChg chg="modSp">
        <pc:chgData name="Alberto Ruiz" userId="47fa91d207cfb014" providerId="LiveId" clId="{EF096D0A-D298-4AA5-995F-5ED0D6405AB8}" dt="2024-04-25T11:06:46.611" v="31" actId="12100"/>
        <pc:sldMkLst>
          <pc:docMk/>
          <pc:sldMk cId="0" sldId="289"/>
        </pc:sldMkLst>
      </pc:sldChg>
      <pc:sldChg chg="modSp mod">
        <pc:chgData name="Alberto Ruiz" userId="47fa91d207cfb014" providerId="LiveId" clId="{EF096D0A-D298-4AA5-995F-5ED0D6405AB8}" dt="2024-04-25T11:07:26.048" v="42" actId="113"/>
        <pc:sldMkLst>
          <pc:docMk/>
          <pc:sldMk cId="0" sldId="290"/>
        </pc:sldMkLst>
      </pc:sldChg>
      <pc:sldChg chg="modSp del mod">
        <pc:chgData name="Alberto Ruiz" userId="47fa91d207cfb014" providerId="LiveId" clId="{EF096D0A-D298-4AA5-995F-5ED0D6405AB8}" dt="2024-05-19T17:58:21.605" v="325" actId="47"/>
        <pc:sldMkLst>
          <pc:docMk/>
          <pc:sldMk cId="0" sldId="291"/>
        </pc:sldMkLst>
      </pc:sldChg>
      <pc:sldChg chg="modSp mod">
        <pc:chgData name="Alberto Ruiz" userId="47fa91d207cfb014" providerId="LiveId" clId="{EF096D0A-D298-4AA5-995F-5ED0D6405AB8}" dt="2024-05-29T10:25:48.479" v="426" actId="6549"/>
        <pc:sldMkLst>
          <pc:docMk/>
          <pc:sldMk cId="0" sldId="294"/>
        </pc:sldMkLst>
      </pc:sldChg>
      <pc:sldChg chg="modSp del mod">
        <pc:chgData name="Alberto Ruiz" userId="47fa91d207cfb014" providerId="LiveId" clId="{EF096D0A-D298-4AA5-995F-5ED0D6405AB8}" dt="2024-05-19T18:06:03.339" v="330" actId="47"/>
        <pc:sldMkLst>
          <pc:docMk/>
          <pc:sldMk cId="0" sldId="295"/>
        </pc:sldMkLst>
      </pc:sldChg>
      <pc:sldChg chg="delSp modSp mod">
        <pc:chgData name="Alberto Ruiz" userId="47fa91d207cfb014" providerId="LiveId" clId="{EF096D0A-D298-4AA5-995F-5ED0D6405AB8}" dt="2024-04-25T11:08:20.359" v="54" actId="478"/>
        <pc:sldMkLst>
          <pc:docMk/>
          <pc:sldMk cId="0" sldId="297"/>
        </pc:sldMkLst>
      </pc:sldChg>
      <pc:sldChg chg="modSp mod">
        <pc:chgData name="Alberto Ruiz" userId="47fa91d207cfb014" providerId="LiveId" clId="{EF096D0A-D298-4AA5-995F-5ED0D6405AB8}" dt="2024-05-29T10:26:06.767" v="427" actId="13926"/>
        <pc:sldMkLst>
          <pc:docMk/>
          <pc:sldMk cId="0" sldId="300"/>
        </pc:sldMkLst>
      </pc:sldChg>
      <pc:sldChg chg="modSp mod">
        <pc:chgData name="Alberto Ruiz" userId="47fa91d207cfb014" providerId="LiveId" clId="{EF096D0A-D298-4AA5-995F-5ED0D6405AB8}" dt="2024-05-20T17:37:27.522" v="333" actId="1076"/>
        <pc:sldMkLst>
          <pc:docMk/>
          <pc:sldMk cId="0" sldId="301"/>
        </pc:sldMkLst>
      </pc:sldChg>
      <pc:sldChg chg="modSp mod">
        <pc:chgData name="Alberto Ruiz" userId="47fa91d207cfb014" providerId="LiveId" clId="{EF096D0A-D298-4AA5-995F-5ED0D6405AB8}" dt="2024-05-29T10:26:29.671" v="428" actId="13926"/>
        <pc:sldMkLst>
          <pc:docMk/>
          <pc:sldMk cId="0" sldId="302"/>
        </pc:sldMkLst>
      </pc:sldChg>
      <pc:sldChg chg="modSp mod">
        <pc:chgData name="Alberto Ruiz" userId="47fa91d207cfb014" providerId="LiveId" clId="{EF096D0A-D298-4AA5-995F-5ED0D6405AB8}" dt="2024-05-29T10:26:39.638" v="429" actId="13926"/>
        <pc:sldMkLst>
          <pc:docMk/>
          <pc:sldMk cId="0" sldId="303"/>
        </pc:sldMkLst>
      </pc:sldChg>
      <pc:sldChg chg="modSp mod">
        <pc:chgData name="Alberto Ruiz" userId="47fa91d207cfb014" providerId="LiveId" clId="{EF096D0A-D298-4AA5-995F-5ED0D6405AB8}" dt="2024-04-25T11:08:33.354" v="59" actId="113"/>
        <pc:sldMkLst>
          <pc:docMk/>
          <pc:sldMk cId="0" sldId="304"/>
        </pc:sldMkLst>
      </pc:sldChg>
      <pc:sldChg chg="modSp mod">
        <pc:chgData name="Alberto Ruiz" userId="47fa91d207cfb014" providerId="LiveId" clId="{EF096D0A-D298-4AA5-995F-5ED0D6405AB8}" dt="2024-04-25T11:08:43.023" v="62" actId="113"/>
        <pc:sldMkLst>
          <pc:docMk/>
          <pc:sldMk cId="0" sldId="307"/>
        </pc:sldMkLst>
      </pc:sldChg>
      <pc:sldChg chg="modSp mod">
        <pc:chgData name="Alberto Ruiz" userId="47fa91d207cfb014" providerId="LiveId" clId="{EF096D0A-D298-4AA5-995F-5ED0D6405AB8}" dt="2024-05-29T10:27:20.762" v="430" actId="13926"/>
        <pc:sldMkLst>
          <pc:docMk/>
          <pc:sldMk cId="0" sldId="308"/>
        </pc:sldMkLst>
      </pc:sldChg>
      <pc:sldChg chg="modSp mod">
        <pc:chgData name="Alberto Ruiz" userId="47fa91d207cfb014" providerId="LiveId" clId="{EF096D0A-D298-4AA5-995F-5ED0D6405AB8}" dt="2024-05-19T18:22:32.384" v="331" actId="20577"/>
        <pc:sldMkLst>
          <pc:docMk/>
          <pc:sldMk cId="0" sldId="309"/>
        </pc:sldMkLst>
      </pc:sldChg>
      <pc:sldChg chg="modSp mod">
        <pc:chgData name="Alberto Ruiz" userId="47fa91d207cfb014" providerId="LiveId" clId="{EF096D0A-D298-4AA5-995F-5ED0D6405AB8}" dt="2024-05-29T10:25:16.380" v="419" actId="13926"/>
        <pc:sldMkLst>
          <pc:docMk/>
          <pc:sldMk cId="0" sldId="310"/>
        </pc:sldMkLst>
      </pc:sldChg>
      <pc:sldChg chg="modSp mod">
        <pc:chgData name="Alberto Ruiz" userId="47fa91d207cfb014" providerId="LiveId" clId="{EF096D0A-D298-4AA5-995F-5ED0D6405AB8}" dt="2024-05-29T10:25:34.405" v="420" actId="13926"/>
        <pc:sldMkLst>
          <pc:docMk/>
          <pc:sldMk cId="0" sldId="311"/>
        </pc:sldMkLst>
      </pc:sldChg>
      <pc:sldChg chg="del">
        <pc:chgData name="Alberto Ruiz" userId="47fa91d207cfb014" providerId="LiveId" clId="{EF096D0A-D298-4AA5-995F-5ED0D6405AB8}" dt="2024-05-19T18:05:46.443" v="329" actId="47"/>
        <pc:sldMkLst>
          <pc:docMk/>
          <pc:sldMk cId="0" sldId="312"/>
        </pc:sldMkLst>
      </pc:sldChg>
      <pc:sldChg chg="addSp delSp modSp new del mod ord">
        <pc:chgData name="Alberto Ruiz" userId="47fa91d207cfb014" providerId="LiveId" clId="{EF096D0A-D298-4AA5-995F-5ED0D6405AB8}" dt="2024-05-19T18:01:17.443" v="328" actId="47"/>
        <pc:sldMkLst>
          <pc:docMk/>
          <pc:sldMk cId="3980580813" sldId="313"/>
        </pc:sldMkLst>
      </pc:sldChg>
      <pc:sldChg chg="addSp delSp modSp new mod">
        <pc:chgData name="Alberto Ruiz" userId="47fa91d207cfb014" providerId="LiveId" clId="{EF096D0A-D298-4AA5-995F-5ED0D6405AB8}" dt="2024-05-20T17:28:43.874" v="332" actId="1076"/>
        <pc:sldMkLst>
          <pc:docMk/>
          <pc:sldMk cId="2933109671" sldId="314"/>
        </pc:sldMkLst>
      </pc:sldChg>
      <pc:sldChg chg="addSp delSp modSp new mod">
        <pc:chgData name="Alberto Ruiz" userId="47fa91d207cfb014" providerId="LiveId" clId="{EF096D0A-D298-4AA5-995F-5ED0D6405AB8}" dt="2024-05-19T17:46:18.496" v="141" actId="1076"/>
        <pc:sldMkLst>
          <pc:docMk/>
          <pc:sldMk cId="2046055979" sldId="315"/>
        </pc:sldMkLst>
      </pc:sldChg>
      <pc:sldChg chg="addSp delSp modSp new mod">
        <pc:chgData name="Alberto Ruiz" userId="47fa91d207cfb014" providerId="LiveId" clId="{EF096D0A-D298-4AA5-995F-5ED0D6405AB8}" dt="2024-05-19T17:47:31.657" v="159" actId="478"/>
        <pc:sldMkLst>
          <pc:docMk/>
          <pc:sldMk cId="2864919160" sldId="316"/>
        </pc:sldMkLst>
      </pc:sldChg>
      <pc:sldChg chg="addSp delSp modSp new mod">
        <pc:chgData name="Alberto Ruiz" userId="47fa91d207cfb014" providerId="LiveId" clId="{EF096D0A-D298-4AA5-995F-5ED0D6405AB8}" dt="2024-05-23T18:24:06.185" v="412" actId="14100"/>
        <pc:sldMkLst>
          <pc:docMk/>
          <pc:sldMk cId="2056602960" sldId="317"/>
        </pc:sldMkLst>
      </pc:sldChg>
      <pc:sldChg chg="addSp modSp new mod">
        <pc:chgData name="Alberto Ruiz" userId="47fa91d207cfb014" providerId="LiveId" clId="{EF096D0A-D298-4AA5-995F-5ED0D6405AB8}" dt="2024-05-23T18:21:10.167" v="361" actId="403"/>
        <pc:sldMkLst>
          <pc:docMk/>
          <pc:sldMk cId="2483045758" sldId="318"/>
        </pc:sldMkLst>
      </pc:sldChg>
      <pc:sldChg chg="addSp delSp modSp new mod">
        <pc:chgData name="Alberto Ruiz" userId="47fa91d207cfb014" providerId="LiveId" clId="{EF096D0A-D298-4AA5-995F-5ED0D6405AB8}" dt="2024-05-23T18:24:42.750" v="418" actId="20577"/>
        <pc:sldMkLst>
          <pc:docMk/>
          <pc:sldMk cId="1992284148" sldId="319"/>
        </pc:sldMkLst>
      </pc:sldChg>
      <pc:sldChg chg="addSp delSp modSp new mod">
        <pc:chgData name="Alberto Ruiz" userId="47fa91d207cfb014" providerId="LiveId" clId="{EF096D0A-D298-4AA5-995F-5ED0D6405AB8}" dt="2024-05-23T18:24:19.785" v="416" actId="1076"/>
        <pc:sldMkLst>
          <pc:docMk/>
          <pc:sldMk cId="3583508608" sldId="320"/>
        </pc:sldMkLst>
      </pc:sldChg>
      <pc:sldChg chg="addSp modSp new mod">
        <pc:chgData name="Alberto Ruiz" userId="47fa91d207cfb014" providerId="LiveId" clId="{EF096D0A-D298-4AA5-995F-5ED0D6405AB8}" dt="2024-05-23T18:23:55.289" v="409" actId="1076"/>
        <pc:sldMkLst>
          <pc:docMk/>
          <pc:sldMk cId="323658908" sldId="321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CC5FF7C-6F2D-487D-8BF1-F74508B18C8E}" type="doc">
      <dgm:prSet loTypeId="urn:microsoft.com/office/officeart/2005/8/layout/default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s-ES"/>
        </a:p>
      </dgm:t>
    </dgm:pt>
    <dgm:pt modelId="{A38842CC-B216-4F05-A204-42EFE5706C20}">
      <dgm:prSet phldrT="[Texto]"/>
      <dgm:spPr/>
      <dgm:t>
        <a:bodyPr/>
        <a:lstStyle/>
        <a:p>
          <a:r>
            <a:rPr lang="es-ES"/>
            <a:t>▪ </a:t>
          </a:r>
          <a:r>
            <a:rPr lang="es-ES" b="1"/>
            <a:t>Diagrama de casos de uso</a:t>
          </a:r>
          <a:endParaRPr lang="es-ES"/>
        </a:p>
      </dgm:t>
    </dgm:pt>
    <dgm:pt modelId="{F3E9BF27-16AB-4036-A9CD-FBD04BD87012}" type="parTrans" cxnId="{3BB1DEC7-206B-4EE4-9535-C2EF4408C9B4}">
      <dgm:prSet/>
      <dgm:spPr/>
      <dgm:t>
        <a:bodyPr/>
        <a:lstStyle/>
        <a:p>
          <a:endParaRPr lang="es-ES"/>
        </a:p>
      </dgm:t>
    </dgm:pt>
    <dgm:pt modelId="{3C0B432E-B44F-4678-AEF5-ECAC5C712727}" type="sibTrans" cxnId="{3BB1DEC7-206B-4EE4-9535-C2EF4408C9B4}">
      <dgm:prSet/>
      <dgm:spPr/>
      <dgm:t>
        <a:bodyPr/>
        <a:lstStyle/>
        <a:p>
          <a:endParaRPr lang="es-ES"/>
        </a:p>
      </dgm:t>
    </dgm:pt>
    <dgm:pt modelId="{7B112213-E11A-4C0E-A594-B837C0BC7AC2}">
      <dgm:prSet/>
      <dgm:spPr/>
      <dgm:t>
        <a:bodyPr/>
        <a:lstStyle/>
        <a:p>
          <a:r>
            <a:rPr lang="es-ES" b="1"/>
            <a:t>▪ Diagrama de secuencia</a:t>
          </a:r>
        </a:p>
      </dgm:t>
    </dgm:pt>
    <dgm:pt modelId="{E4C28F08-200D-4BC9-BCCF-3A7B46978304}" type="parTrans" cxnId="{820AD427-C9EE-483D-A284-4FAA9E44E9EC}">
      <dgm:prSet/>
      <dgm:spPr/>
      <dgm:t>
        <a:bodyPr/>
        <a:lstStyle/>
        <a:p>
          <a:endParaRPr lang="es-ES"/>
        </a:p>
      </dgm:t>
    </dgm:pt>
    <dgm:pt modelId="{E0CC5ED5-EBAB-4B1B-9F94-A289FCBBA00A}" type="sibTrans" cxnId="{820AD427-C9EE-483D-A284-4FAA9E44E9EC}">
      <dgm:prSet/>
      <dgm:spPr/>
      <dgm:t>
        <a:bodyPr/>
        <a:lstStyle/>
        <a:p>
          <a:endParaRPr lang="es-ES"/>
        </a:p>
      </dgm:t>
    </dgm:pt>
    <dgm:pt modelId="{D7FCCAF2-0666-4B72-A5AD-22D0BBC0ED9E}">
      <dgm:prSet/>
      <dgm:spPr/>
      <dgm:t>
        <a:bodyPr/>
        <a:lstStyle/>
        <a:p>
          <a:r>
            <a:rPr lang="es-ES" b="1"/>
            <a:t>▪ Diagrama de colaboración</a:t>
          </a:r>
        </a:p>
      </dgm:t>
    </dgm:pt>
    <dgm:pt modelId="{85693324-D094-4A75-B2E3-6C0C4D5CC635}" type="parTrans" cxnId="{86D215FE-DE09-4812-A919-BBFE45F5C3A9}">
      <dgm:prSet/>
      <dgm:spPr/>
      <dgm:t>
        <a:bodyPr/>
        <a:lstStyle/>
        <a:p>
          <a:endParaRPr lang="es-ES"/>
        </a:p>
      </dgm:t>
    </dgm:pt>
    <dgm:pt modelId="{4F7FD7F8-028A-448C-AE5A-BBF2582AF333}" type="sibTrans" cxnId="{86D215FE-DE09-4812-A919-BBFE45F5C3A9}">
      <dgm:prSet/>
      <dgm:spPr/>
      <dgm:t>
        <a:bodyPr/>
        <a:lstStyle/>
        <a:p>
          <a:endParaRPr lang="es-ES"/>
        </a:p>
      </dgm:t>
    </dgm:pt>
    <dgm:pt modelId="{851EE97E-19B3-4995-B55F-D12E767EA60E}">
      <dgm:prSet/>
      <dgm:spPr/>
      <dgm:t>
        <a:bodyPr/>
        <a:lstStyle/>
        <a:p>
          <a:r>
            <a:rPr lang="es-ES" b="1"/>
            <a:t>▪ Diagrama de estados</a:t>
          </a:r>
        </a:p>
      </dgm:t>
    </dgm:pt>
    <dgm:pt modelId="{8F332801-051C-476E-9C01-1BAF8DB459BF}" type="parTrans" cxnId="{4A0CDA0E-FF30-4F34-A9BE-FA91794CB4F8}">
      <dgm:prSet/>
      <dgm:spPr/>
      <dgm:t>
        <a:bodyPr/>
        <a:lstStyle/>
        <a:p>
          <a:endParaRPr lang="es-ES"/>
        </a:p>
      </dgm:t>
    </dgm:pt>
    <dgm:pt modelId="{C3E64275-C477-4D1C-A0E0-D6770E77B3FA}" type="sibTrans" cxnId="{4A0CDA0E-FF30-4F34-A9BE-FA91794CB4F8}">
      <dgm:prSet/>
      <dgm:spPr/>
      <dgm:t>
        <a:bodyPr/>
        <a:lstStyle/>
        <a:p>
          <a:endParaRPr lang="es-ES"/>
        </a:p>
      </dgm:t>
    </dgm:pt>
    <dgm:pt modelId="{906C3B17-2A17-4E16-9532-FBBECBDE176D}">
      <dgm:prSet/>
      <dgm:spPr/>
      <dgm:t>
        <a:bodyPr/>
        <a:lstStyle/>
        <a:p>
          <a:r>
            <a:rPr lang="es-ES" b="1" dirty="0"/>
            <a:t>▪ Diagrama de actividades</a:t>
          </a:r>
        </a:p>
      </dgm:t>
    </dgm:pt>
    <dgm:pt modelId="{E41FD44A-31A3-4143-8E1E-B090E1AA5F64}" type="parTrans" cxnId="{B3167377-0249-4340-9625-3C8F14FAC2F4}">
      <dgm:prSet/>
      <dgm:spPr/>
      <dgm:t>
        <a:bodyPr/>
        <a:lstStyle/>
        <a:p>
          <a:endParaRPr lang="es-ES"/>
        </a:p>
      </dgm:t>
    </dgm:pt>
    <dgm:pt modelId="{B8EAD529-50C7-4CFB-9098-3669D07A97D7}" type="sibTrans" cxnId="{B3167377-0249-4340-9625-3C8F14FAC2F4}">
      <dgm:prSet/>
      <dgm:spPr/>
      <dgm:t>
        <a:bodyPr/>
        <a:lstStyle/>
        <a:p>
          <a:endParaRPr lang="es-ES"/>
        </a:p>
      </dgm:t>
    </dgm:pt>
    <dgm:pt modelId="{F7A0AC91-71F4-41B9-BFC2-1D6ACD58C642}" type="pres">
      <dgm:prSet presAssocID="{ACC5FF7C-6F2D-487D-8BF1-F74508B18C8E}" presName="diagram" presStyleCnt="0">
        <dgm:presLayoutVars>
          <dgm:dir/>
          <dgm:resizeHandles val="exact"/>
        </dgm:presLayoutVars>
      </dgm:prSet>
      <dgm:spPr/>
    </dgm:pt>
    <dgm:pt modelId="{0C364C81-A946-4F84-884E-17C001D74E1D}" type="pres">
      <dgm:prSet presAssocID="{A38842CC-B216-4F05-A204-42EFE5706C20}" presName="node" presStyleLbl="node1" presStyleIdx="0" presStyleCnt="5" custLinFactNeighborX="-573" custLinFactNeighborY="3909">
        <dgm:presLayoutVars>
          <dgm:bulletEnabled val="1"/>
        </dgm:presLayoutVars>
      </dgm:prSet>
      <dgm:spPr/>
    </dgm:pt>
    <dgm:pt modelId="{283A5C6C-F19A-4B1D-B1A7-1A0980CD7843}" type="pres">
      <dgm:prSet presAssocID="{3C0B432E-B44F-4678-AEF5-ECAC5C712727}" presName="sibTrans" presStyleCnt="0"/>
      <dgm:spPr/>
    </dgm:pt>
    <dgm:pt modelId="{6E87E0B0-82B9-4C37-94F8-ED00C13AA864}" type="pres">
      <dgm:prSet presAssocID="{7B112213-E11A-4C0E-A594-B837C0BC7AC2}" presName="node" presStyleLbl="node1" presStyleIdx="1" presStyleCnt="5">
        <dgm:presLayoutVars>
          <dgm:bulletEnabled val="1"/>
        </dgm:presLayoutVars>
      </dgm:prSet>
      <dgm:spPr/>
    </dgm:pt>
    <dgm:pt modelId="{BCE8F273-4A80-4984-B6BA-618379EFC2CF}" type="pres">
      <dgm:prSet presAssocID="{E0CC5ED5-EBAB-4B1B-9F94-A289FCBBA00A}" presName="sibTrans" presStyleCnt="0"/>
      <dgm:spPr/>
    </dgm:pt>
    <dgm:pt modelId="{9A35F79A-AA34-4056-AD0A-1E611B814CAA}" type="pres">
      <dgm:prSet presAssocID="{D7FCCAF2-0666-4B72-A5AD-22D0BBC0ED9E}" presName="node" presStyleLbl="node1" presStyleIdx="2" presStyleCnt="5">
        <dgm:presLayoutVars>
          <dgm:bulletEnabled val="1"/>
        </dgm:presLayoutVars>
      </dgm:prSet>
      <dgm:spPr/>
    </dgm:pt>
    <dgm:pt modelId="{78066B59-2A5D-4F96-A1BD-667290F4CEA4}" type="pres">
      <dgm:prSet presAssocID="{4F7FD7F8-028A-448C-AE5A-BBF2582AF333}" presName="sibTrans" presStyleCnt="0"/>
      <dgm:spPr/>
    </dgm:pt>
    <dgm:pt modelId="{1F4D1537-6AD9-4389-A5A2-C2CB05AA108F}" type="pres">
      <dgm:prSet presAssocID="{851EE97E-19B3-4995-B55F-D12E767EA60E}" presName="node" presStyleLbl="node1" presStyleIdx="3" presStyleCnt="5">
        <dgm:presLayoutVars>
          <dgm:bulletEnabled val="1"/>
        </dgm:presLayoutVars>
      </dgm:prSet>
      <dgm:spPr/>
    </dgm:pt>
    <dgm:pt modelId="{E7634CB8-83C1-48DB-AA07-309DDA44B248}" type="pres">
      <dgm:prSet presAssocID="{C3E64275-C477-4D1C-A0E0-D6770E77B3FA}" presName="sibTrans" presStyleCnt="0"/>
      <dgm:spPr/>
    </dgm:pt>
    <dgm:pt modelId="{A86F8886-3672-4E6D-BE3C-0753811267C6}" type="pres">
      <dgm:prSet presAssocID="{906C3B17-2A17-4E16-9532-FBBECBDE176D}" presName="node" presStyleLbl="node1" presStyleIdx="4" presStyleCnt="5">
        <dgm:presLayoutVars>
          <dgm:bulletEnabled val="1"/>
        </dgm:presLayoutVars>
      </dgm:prSet>
      <dgm:spPr/>
    </dgm:pt>
  </dgm:ptLst>
  <dgm:cxnLst>
    <dgm:cxn modelId="{4A0CDA0E-FF30-4F34-A9BE-FA91794CB4F8}" srcId="{ACC5FF7C-6F2D-487D-8BF1-F74508B18C8E}" destId="{851EE97E-19B3-4995-B55F-D12E767EA60E}" srcOrd="3" destOrd="0" parTransId="{8F332801-051C-476E-9C01-1BAF8DB459BF}" sibTransId="{C3E64275-C477-4D1C-A0E0-D6770E77B3FA}"/>
    <dgm:cxn modelId="{820AD427-C9EE-483D-A284-4FAA9E44E9EC}" srcId="{ACC5FF7C-6F2D-487D-8BF1-F74508B18C8E}" destId="{7B112213-E11A-4C0E-A594-B837C0BC7AC2}" srcOrd="1" destOrd="0" parTransId="{E4C28F08-200D-4BC9-BCCF-3A7B46978304}" sibTransId="{E0CC5ED5-EBAB-4B1B-9F94-A289FCBBA00A}"/>
    <dgm:cxn modelId="{CCB6212F-F346-4A9B-9E69-131BFDAC28D8}" type="presOf" srcId="{A38842CC-B216-4F05-A204-42EFE5706C20}" destId="{0C364C81-A946-4F84-884E-17C001D74E1D}" srcOrd="0" destOrd="0" presId="urn:microsoft.com/office/officeart/2005/8/layout/default"/>
    <dgm:cxn modelId="{E661593E-DC17-4B6C-804C-31A958E7D365}" type="presOf" srcId="{7B112213-E11A-4C0E-A594-B837C0BC7AC2}" destId="{6E87E0B0-82B9-4C37-94F8-ED00C13AA864}" srcOrd="0" destOrd="0" presId="urn:microsoft.com/office/officeart/2005/8/layout/default"/>
    <dgm:cxn modelId="{2D208A62-F7C3-4106-A9C7-A2F97B8CD91B}" type="presOf" srcId="{D7FCCAF2-0666-4B72-A5AD-22D0BBC0ED9E}" destId="{9A35F79A-AA34-4056-AD0A-1E611B814CAA}" srcOrd="0" destOrd="0" presId="urn:microsoft.com/office/officeart/2005/8/layout/default"/>
    <dgm:cxn modelId="{FE767364-D8BA-46F7-BA97-1D95A32E91B4}" type="presOf" srcId="{ACC5FF7C-6F2D-487D-8BF1-F74508B18C8E}" destId="{F7A0AC91-71F4-41B9-BFC2-1D6ACD58C642}" srcOrd="0" destOrd="0" presId="urn:microsoft.com/office/officeart/2005/8/layout/default"/>
    <dgm:cxn modelId="{B3167377-0249-4340-9625-3C8F14FAC2F4}" srcId="{ACC5FF7C-6F2D-487D-8BF1-F74508B18C8E}" destId="{906C3B17-2A17-4E16-9532-FBBECBDE176D}" srcOrd="4" destOrd="0" parTransId="{E41FD44A-31A3-4143-8E1E-B090E1AA5F64}" sibTransId="{B8EAD529-50C7-4CFB-9098-3669D07A97D7}"/>
    <dgm:cxn modelId="{CCA9B797-30C2-48C8-A151-84E73FF3B023}" type="presOf" srcId="{906C3B17-2A17-4E16-9532-FBBECBDE176D}" destId="{A86F8886-3672-4E6D-BE3C-0753811267C6}" srcOrd="0" destOrd="0" presId="urn:microsoft.com/office/officeart/2005/8/layout/default"/>
    <dgm:cxn modelId="{3BB1DEC7-206B-4EE4-9535-C2EF4408C9B4}" srcId="{ACC5FF7C-6F2D-487D-8BF1-F74508B18C8E}" destId="{A38842CC-B216-4F05-A204-42EFE5706C20}" srcOrd="0" destOrd="0" parTransId="{F3E9BF27-16AB-4036-A9CD-FBD04BD87012}" sibTransId="{3C0B432E-B44F-4678-AEF5-ECAC5C712727}"/>
    <dgm:cxn modelId="{471605F2-4CFC-444F-8416-15099AFAB47B}" type="presOf" srcId="{851EE97E-19B3-4995-B55F-D12E767EA60E}" destId="{1F4D1537-6AD9-4389-A5A2-C2CB05AA108F}" srcOrd="0" destOrd="0" presId="urn:microsoft.com/office/officeart/2005/8/layout/default"/>
    <dgm:cxn modelId="{86D215FE-DE09-4812-A919-BBFE45F5C3A9}" srcId="{ACC5FF7C-6F2D-487D-8BF1-F74508B18C8E}" destId="{D7FCCAF2-0666-4B72-A5AD-22D0BBC0ED9E}" srcOrd="2" destOrd="0" parTransId="{85693324-D094-4A75-B2E3-6C0C4D5CC635}" sibTransId="{4F7FD7F8-028A-448C-AE5A-BBF2582AF333}"/>
    <dgm:cxn modelId="{9E155BF4-745A-4D0C-8F1A-F5AB22A76A36}" type="presParOf" srcId="{F7A0AC91-71F4-41B9-BFC2-1D6ACD58C642}" destId="{0C364C81-A946-4F84-884E-17C001D74E1D}" srcOrd="0" destOrd="0" presId="urn:microsoft.com/office/officeart/2005/8/layout/default"/>
    <dgm:cxn modelId="{F8DFA84B-5AE4-423F-9A6F-3F2E5B58FE58}" type="presParOf" srcId="{F7A0AC91-71F4-41B9-BFC2-1D6ACD58C642}" destId="{283A5C6C-F19A-4B1D-B1A7-1A0980CD7843}" srcOrd="1" destOrd="0" presId="urn:microsoft.com/office/officeart/2005/8/layout/default"/>
    <dgm:cxn modelId="{358DA0EB-45FB-4B04-8165-FD6408030526}" type="presParOf" srcId="{F7A0AC91-71F4-41B9-BFC2-1D6ACD58C642}" destId="{6E87E0B0-82B9-4C37-94F8-ED00C13AA864}" srcOrd="2" destOrd="0" presId="urn:microsoft.com/office/officeart/2005/8/layout/default"/>
    <dgm:cxn modelId="{C9D234CF-8608-4A9F-A145-CA6DC2CC0F83}" type="presParOf" srcId="{F7A0AC91-71F4-41B9-BFC2-1D6ACD58C642}" destId="{BCE8F273-4A80-4984-B6BA-618379EFC2CF}" srcOrd="3" destOrd="0" presId="urn:microsoft.com/office/officeart/2005/8/layout/default"/>
    <dgm:cxn modelId="{3E72AD24-2DF9-4174-AA1F-C97E5D68B739}" type="presParOf" srcId="{F7A0AC91-71F4-41B9-BFC2-1D6ACD58C642}" destId="{9A35F79A-AA34-4056-AD0A-1E611B814CAA}" srcOrd="4" destOrd="0" presId="urn:microsoft.com/office/officeart/2005/8/layout/default"/>
    <dgm:cxn modelId="{CC2FA3CB-7B0C-44F7-9E39-BC5FDEBAFB22}" type="presParOf" srcId="{F7A0AC91-71F4-41B9-BFC2-1D6ACD58C642}" destId="{78066B59-2A5D-4F96-A1BD-667290F4CEA4}" srcOrd="5" destOrd="0" presId="urn:microsoft.com/office/officeart/2005/8/layout/default"/>
    <dgm:cxn modelId="{70923725-C512-4709-979E-BFA3F44E7F6A}" type="presParOf" srcId="{F7A0AC91-71F4-41B9-BFC2-1D6ACD58C642}" destId="{1F4D1537-6AD9-4389-A5A2-C2CB05AA108F}" srcOrd="6" destOrd="0" presId="urn:microsoft.com/office/officeart/2005/8/layout/default"/>
    <dgm:cxn modelId="{1CC2BD76-E3A1-4A1D-B6D0-350175C1EDCB}" type="presParOf" srcId="{F7A0AC91-71F4-41B9-BFC2-1D6ACD58C642}" destId="{E7634CB8-83C1-48DB-AA07-309DDA44B248}" srcOrd="7" destOrd="0" presId="urn:microsoft.com/office/officeart/2005/8/layout/default"/>
    <dgm:cxn modelId="{A5681514-DABC-4BA3-9D6C-C5B1DB87A950}" type="presParOf" srcId="{F7A0AC91-71F4-41B9-BFC2-1D6ACD58C642}" destId="{A86F8886-3672-4E6D-BE3C-0753811267C6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4C7FB80-EF4C-465E-A77A-13D97DDDB1D6}" type="doc">
      <dgm:prSet loTypeId="urn:microsoft.com/office/officeart/2005/8/layout/defaul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s-ES"/>
        </a:p>
      </dgm:t>
    </dgm:pt>
    <dgm:pt modelId="{55E7895C-A013-48C7-B3CE-E7B767AC60DB}">
      <dgm:prSet phldrT="[Texto]"/>
      <dgm:spPr/>
      <dgm:t>
        <a:bodyPr/>
        <a:lstStyle/>
        <a:p>
          <a:r>
            <a:rPr lang="es-ES" b="1"/>
            <a:t>Actor: </a:t>
          </a:r>
        </a:p>
        <a:p>
          <a:r>
            <a:rPr lang="es-ES"/>
            <a:t>persona o rol que interactúa con un sistema</a:t>
          </a:r>
        </a:p>
      </dgm:t>
    </dgm:pt>
    <dgm:pt modelId="{B71692B4-14B3-46A9-9A1B-34E83D1E9DF1}" type="parTrans" cxnId="{8C348F33-044B-44A9-AFA5-1C2E46BCF266}">
      <dgm:prSet/>
      <dgm:spPr/>
      <dgm:t>
        <a:bodyPr/>
        <a:lstStyle/>
        <a:p>
          <a:endParaRPr lang="es-ES"/>
        </a:p>
      </dgm:t>
    </dgm:pt>
    <dgm:pt modelId="{5601C3B4-E61E-45D6-92DA-31692F121CB2}" type="sibTrans" cxnId="{8C348F33-044B-44A9-AFA5-1C2E46BCF266}">
      <dgm:prSet/>
      <dgm:spPr/>
      <dgm:t>
        <a:bodyPr/>
        <a:lstStyle/>
        <a:p>
          <a:endParaRPr lang="es-ES"/>
        </a:p>
      </dgm:t>
    </dgm:pt>
    <dgm:pt modelId="{470FECF4-8244-4033-AF48-D1ED06BFB2E1}">
      <dgm:prSet/>
      <dgm:spPr/>
      <dgm:t>
        <a:bodyPr/>
        <a:lstStyle/>
        <a:p>
          <a:r>
            <a:rPr lang="es-ES" b="1"/>
            <a:t>Concurrencia: </a:t>
          </a:r>
        </a:p>
        <a:p>
          <a:r>
            <a:rPr lang="es-ES"/>
            <a:t>consiste en que varios procesos se ejecuten a la vez (y puedan interactuar)</a:t>
          </a:r>
        </a:p>
      </dgm:t>
    </dgm:pt>
    <dgm:pt modelId="{E2108551-5D6A-4135-AB61-668144D4E4CA}" type="parTrans" cxnId="{341681AE-2A38-459D-A181-CA90430D3600}">
      <dgm:prSet/>
      <dgm:spPr/>
      <dgm:t>
        <a:bodyPr/>
        <a:lstStyle/>
        <a:p>
          <a:endParaRPr lang="es-ES"/>
        </a:p>
      </dgm:t>
    </dgm:pt>
    <dgm:pt modelId="{40DDB5B3-9992-4CC9-A3B5-234EE07BDB17}" type="sibTrans" cxnId="{341681AE-2A38-459D-A181-CA90430D3600}">
      <dgm:prSet/>
      <dgm:spPr/>
      <dgm:t>
        <a:bodyPr/>
        <a:lstStyle/>
        <a:p>
          <a:endParaRPr lang="es-ES"/>
        </a:p>
      </dgm:t>
    </dgm:pt>
    <dgm:pt modelId="{A5E68BFC-E171-4E85-BA6B-D72014FDB1DE}">
      <dgm:prSet/>
      <dgm:spPr/>
      <dgm:t>
        <a:bodyPr/>
        <a:lstStyle/>
        <a:p>
          <a:r>
            <a:rPr lang="es-ES" b="1"/>
            <a:t>Mensaje: </a:t>
          </a:r>
        </a:p>
        <a:p>
          <a:r>
            <a:rPr lang="es-ES"/>
            <a:t>cuando un objeto ejecuta un método de sí mismo u otro objeto (paso de mensaje)</a:t>
          </a:r>
        </a:p>
      </dgm:t>
    </dgm:pt>
    <dgm:pt modelId="{EF13B03D-270B-4ADB-9EC5-D9965D2FFD9F}" type="parTrans" cxnId="{B8A969EC-A7DD-4112-B5AE-87D450A3C26A}">
      <dgm:prSet/>
      <dgm:spPr/>
      <dgm:t>
        <a:bodyPr/>
        <a:lstStyle/>
        <a:p>
          <a:endParaRPr lang="es-ES"/>
        </a:p>
      </dgm:t>
    </dgm:pt>
    <dgm:pt modelId="{01A5EDEA-1C26-44F7-899D-2AC88DD3066D}" type="sibTrans" cxnId="{B8A969EC-A7DD-4112-B5AE-87D450A3C26A}">
      <dgm:prSet/>
      <dgm:spPr/>
      <dgm:t>
        <a:bodyPr/>
        <a:lstStyle/>
        <a:p>
          <a:endParaRPr lang="es-ES"/>
        </a:p>
      </dgm:t>
    </dgm:pt>
    <dgm:pt modelId="{AAD99102-5264-4512-BE00-83E92B98353C}">
      <dgm:prSet/>
      <dgm:spPr/>
      <dgm:t>
        <a:bodyPr/>
        <a:lstStyle/>
        <a:p>
          <a:r>
            <a:rPr lang="es-ES" b="1"/>
            <a:t>Método recursivo: </a:t>
          </a:r>
          <a:r>
            <a:rPr lang="es-ES"/>
            <a:t>método que realiza una llamada a sí mismo (más pesados que los iterativos)</a:t>
          </a:r>
        </a:p>
      </dgm:t>
    </dgm:pt>
    <dgm:pt modelId="{31BF7514-DEBF-44DF-A673-EB00BEB8046E}" type="parTrans" cxnId="{DA4F1532-21A1-470F-954B-B69C2638BA0A}">
      <dgm:prSet/>
      <dgm:spPr/>
      <dgm:t>
        <a:bodyPr/>
        <a:lstStyle/>
        <a:p>
          <a:endParaRPr lang="es-ES"/>
        </a:p>
      </dgm:t>
    </dgm:pt>
    <dgm:pt modelId="{7187C6B2-3AFE-470A-A25F-7A12C6A34D28}" type="sibTrans" cxnId="{DA4F1532-21A1-470F-954B-B69C2638BA0A}">
      <dgm:prSet/>
      <dgm:spPr/>
      <dgm:t>
        <a:bodyPr/>
        <a:lstStyle/>
        <a:p>
          <a:endParaRPr lang="es-ES"/>
        </a:p>
      </dgm:t>
    </dgm:pt>
    <dgm:pt modelId="{C001926B-ED37-48AA-9528-980F8D0BD62F}">
      <dgm:prSet/>
      <dgm:spPr/>
      <dgm:t>
        <a:bodyPr/>
        <a:lstStyle/>
        <a:p>
          <a:r>
            <a:rPr lang="es-ES" b="1"/>
            <a:t>Síncrono: </a:t>
          </a:r>
        </a:p>
        <a:p>
          <a:r>
            <a:rPr lang="es-ES"/>
            <a:t>coordinado en el tiempo (hay que esperar a que finalice para continuar)</a:t>
          </a:r>
        </a:p>
      </dgm:t>
    </dgm:pt>
    <dgm:pt modelId="{689F2741-2C42-462A-AE7E-55E80FBFDA01}" type="parTrans" cxnId="{296DF3D9-67C7-44A7-AC78-9A027C8A0334}">
      <dgm:prSet/>
      <dgm:spPr/>
      <dgm:t>
        <a:bodyPr/>
        <a:lstStyle/>
        <a:p>
          <a:endParaRPr lang="es-ES"/>
        </a:p>
      </dgm:t>
    </dgm:pt>
    <dgm:pt modelId="{65527F82-6ABD-46DD-BE80-58C22246ABC2}" type="sibTrans" cxnId="{296DF3D9-67C7-44A7-AC78-9A027C8A0334}">
      <dgm:prSet/>
      <dgm:spPr/>
      <dgm:t>
        <a:bodyPr/>
        <a:lstStyle/>
        <a:p>
          <a:endParaRPr lang="es-ES"/>
        </a:p>
      </dgm:t>
    </dgm:pt>
    <dgm:pt modelId="{CC9F577C-4379-4907-9C9E-FEB6F5E434D6}">
      <dgm:prSet/>
      <dgm:spPr/>
      <dgm:t>
        <a:bodyPr/>
        <a:lstStyle/>
        <a:p>
          <a:r>
            <a:rPr lang="es-ES" b="1" err="1"/>
            <a:t>Standby</a:t>
          </a:r>
          <a:r>
            <a:rPr lang="es-ES" b="1"/>
            <a:t>:</a:t>
          </a:r>
        </a:p>
        <a:p>
          <a:r>
            <a:rPr lang="es-ES"/>
            <a:t> en este estado se reduce el consumo y el sistema tarda más tiempo en responde</a:t>
          </a:r>
        </a:p>
      </dgm:t>
    </dgm:pt>
    <dgm:pt modelId="{94BCD5B8-13E2-4098-BFD8-E50EB9300716}" type="parTrans" cxnId="{4E6E9C0B-4215-4589-A2B1-55B364426F09}">
      <dgm:prSet/>
      <dgm:spPr/>
      <dgm:t>
        <a:bodyPr/>
        <a:lstStyle/>
        <a:p>
          <a:endParaRPr lang="es-ES"/>
        </a:p>
      </dgm:t>
    </dgm:pt>
    <dgm:pt modelId="{BB843D4A-602E-4E6E-9BB3-50B0A0693885}" type="sibTrans" cxnId="{4E6E9C0B-4215-4589-A2B1-55B364426F09}">
      <dgm:prSet/>
      <dgm:spPr/>
      <dgm:t>
        <a:bodyPr/>
        <a:lstStyle/>
        <a:p>
          <a:endParaRPr lang="es-ES"/>
        </a:p>
      </dgm:t>
    </dgm:pt>
    <dgm:pt modelId="{8E2A13EA-19DF-4B40-9019-05DCCA1B02DB}" type="pres">
      <dgm:prSet presAssocID="{B4C7FB80-EF4C-465E-A77A-13D97DDDB1D6}" presName="diagram" presStyleCnt="0">
        <dgm:presLayoutVars>
          <dgm:dir/>
          <dgm:resizeHandles val="exact"/>
        </dgm:presLayoutVars>
      </dgm:prSet>
      <dgm:spPr/>
    </dgm:pt>
    <dgm:pt modelId="{119A1527-D819-4EEA-B7C4-6C980971CDD6}" type="pres">
      <dgm:prSet presAssocID="{55E7895C-A013-48C7-B3CE-E7B767AC60DB}" presName="node" presStyleLbl="node1" presStyleIdx="0" presStyleCnt="6">
        <dgm:presLayoutVars>
          <dgm:bulletEnabled val="1"/>
        </dgm:presLayoutVars>
      </dgm:prSet>
      <dgm:spPr/>
    </dgm:pt>
    <dgm:pt modelId="{531CBA79-AFC9-4D66-9BC8-42C113BF8627}" type="pres">
      <dgm:prSet presAssocID="{5601C3B4-E61E-45D6-92DA-31692F121CB2}" presName="sibTrans" presStyleCnt="0"/>
      <dgm:spPr/>
    </dgm:pt>
    <dgm:pt modelId="{A2068A95-2D59-405E-B468-B014AF4CBBEF}" type="pres">
      <dgm:prSet presAssocID="{470FECF4-8244-4033-AF48-D1ED06BFB2E1}" presName="node" presStyleLbl="node1" presStyleIdx="1" presStyleCnt="6">
        <dgm:presLayoutVars>
          <dgm:bulletEnabled val="1"/>
        </dgm:presLayoutVars>
      </dgm:prSet>
      <dgm:spPr/>
    </dgm:pt>
    <dgm:pt modelId="{35FC96BE-D18D-47A4-8FC8-F4ECCF2F7FD7}" type="pres">
      <dgm:prSet presAssocID="{40DDB5B3-9992-4CC9-A3B5-234EE07BDB17}" presName="sibTrans" presStyleCnt="0"/>
      <dgm:spPr/>
    </dgm:pt>
    <dgm:pt modelId="{346B8A6E-E47B-4A41-BC96-1A315C848864}" type="pres">
      <dgm:prSet presAssocID="{A5E68BFC-E171-4E85-BA6B-D72014FDB1DE}" presName="node" presStyleLbl="node1" presStyleIdx="2" presStyleCnt="6">
        <dgm:presLayoutVars>
          <dgm:bulletEnabled val="1"/>
        </dgm:presLayoutVars>
      </dgm:prSet>
      <dgm:spPr/>
    </dgm:pt>
    <dgm:pt modelId="{38564B75-C8E8-4B57-B589-B3C256760272}" type="pres">
      <dgm:prSet presAssocID="{01A5EDEA-1C26-44F7-899D-2AC88DD3066D}" presName="sibTrans" presStyleCnt="0"/>
      <dgm:spPr/>
    </dgm:pt>
    <dgm:pt modelId="{89CDF93E-36A9-445E-876A-7221F0CB599D}" type="pres">
      <dgm:prSet presAssocID="{AAD99102-5264-4512-BE00-83E92B98353C}" presName="node" presStyleLbl="node1" presStyleIdx="3" presStyleCnt="6">
        <dgm:presLayoutVars>
          <dgm:bulletEnabled val="1"/>
        </dgm:presLayoutVars>
      </dgm:prSet>
      <dgm:spPr/>
    </dgm:pt>
    <dgm:pt modelId="{5B7B5A84-DCB5-42E7-B151-8A21648DC2C1}" type="pres">
      <dgm:prSet presAssocID="{7187C6B2-3AFE-470A-A25F-7A12C6A34D28}" presName="sibTrans" presStyleCnt="0"/>
      <dgm:spPr/>
    </dgm:pt>
    <dgm:pt modelId="{894E15E3-EAEB-45E6-9B93-160DD0273BDC}" type="pres">
      <dgm:prSet presAssocID="{C001926B-ED37-48AA-9528-980F8D0BD62F}" presName="node" presStyleLbl="node1" presStyleIdx="4" presStyleCnt="6">
        <dgm:presLayoutVars>
          <dgm:bulletEnabled val="1"/>
        </dgm:presLayoutVars>
      </dgm:prSet>
      <dgm:spPr/>
    </dgm:pt>
    <dgm:pt modelId="{6327FEEE-0901-4781-8B17-8FAE1C4DDBAC}" type="pres">
      <dgm:prSet presAssocID="{65527F82-6ABD-46DD-BE80-58C22246ABC2}" presName="sibTrans" presStyleCnt="0"/>
      <dgm:spPr/>
    </dgm:pt>
    <dgm:pt modelId="{2DA0975D-0576-4DC5-BD52-109AB982A250}" type="pres">
      <dgm:prSet presAssocID="{CC9F577C-4379-4907-9C9E-FEB6F5E434D6}" presName="node" presStyleLbl="node1" presStyleIdx="5" presStyleCnt="6">
        <dgm:presLayoutVars>
          <dgm:bulletEnabled val="1"/>
        </dgm:presLayoutVars>
      </dgm:prSet>
      <dgm:spPr/>
    </dgm:pt>
  </dgm:ptLst>
  <dgm:cxnLst>
    <dgm:cxn modelId="{4E6E9C0B-4215-4589-A2B1-55B364426F09}" srcId="{B4C7FB80-EF4C-465E-A77A-13D97DDDB1D6}" destId="{CC9F577C-4379-4907-9C9E-FEB6F5E434D6}" srcOrd="5" destOrd="0" parTransId="{94BCD5B8-13E2-4098-BFD8-E50EB9300716}" sibTransId="{BB843D4A-602E-4E6E-9BB3-50B0A0693885}"/>
    <dgm:cxn modelId="{DA4F1532-21A1-470F-954B-B69C2638BA0A}" srcId="{B4C7FB80-EF4C-465E-A77A-13D97DDDB1D6}" destId="{AAD99102-5264-4512-BE00-83E92B98353C}" srcOrd="3" destOrd="0" parTransId="{31BF7514-DEBF-44DF-A673-EB00BEB8046E}" sibTransId="{7187C6B2-3AFE-470A-A25F-7A12C6A34D28}"/>
    <dgm:cxn modelId="{8C348F33-044B-44A9-AFA5-1C2E46BCF266}" srcId="{B4C7FB80-EF4C-465E-A77A-13D97DDDB1D6}" destId="{55E7895C-A013-48C7-B3CE-E7B767AC60DB}" srcOrd="0" destOrd="0" parTransId="{B71692B4-14B3-46A9-9A1B-34E83D1E9DF1}" sibTransId="{5601C3B4-E61E-45D6-92DA-31692F121CB2}"/>
    <dgm:cxn modelId="{4042AE96-102D-403E-8D22-86A808BDACC8}" type="presOf" srcId="{470FECF4-8244-4033-AF48-D1ED06BFB2E1}" destId="{A2068A95-2D59-405E-B468-B014AF4CBBEF}" srcOrd="0" destOrd="0" presId="urn:microsoft.com/office/officeart/2005/8/layout/default"/>
    <dgm:cxn modelId="{3673AF99-350C-4A50-9842-717DF61AC2E4}" type="presOf" srcId="{A5E68BFC-E171-4E85-BA6B-D72014FDB1DE}" destId="{346B8A6E-E47B-4A41-BC96-1A315C848864}" srcOrd="0" destOrd="0" presId="urn:microsoft.com/office/officeart/2005/8/layout/default"/>
    <dgm:cxn modelId="{341681AE-2A38-459D-A181-CA90430D3600}" srcId="{B4C7FB80-EF4C-465E-A77A-13D97DDDB1D6}" destId="{470FECF4-8244-4033-AF48-D1ED06BFB2E1}" srcOrd="1" destOrd="0" parTransId="{E2108551-5D6A-4135-AB61-668144D4E4CA}" sibTransId="{40DDB5B3-9992-4CC9-A3B5-234EE07BDB17}"/>
    <dgm:cxn modelId="{C6B224B9-10C9-424E-BFD1-BE8A5F012C30}" type="presOf" srcId="{B4C7FB80-EF4C-465E-A77A-13D97DDDB1D6}" destId="{8E2A13EA-19DF-4B40-9019-05DCCA1B02DB}" srcOrd="0" destOrd="0" presId="urn:microsoft.com/office/officeart/2005/8/layout/default"/>
    <dgm:cxn modelId="{1A0AA7BF-AB9A-4344-95AA-1421DBD7F7CB}" type="presOf" srcId="{AAD99102-5264-4512-BE00-83E92B98353C}" destId="{89CDF93E-36A9-445E-876A-7221F0CB599D}" srcOrd="0" destOrd="0" presId="urn:microsoft.com/office/officeart/2005/8/layout/default"/>
    <dgm:cxn modelId="{296DF3D9-67C7-44A7-AC78-9A027C8A0334}" srcId="{B4C7FB80-EF4C-465E-A77A-13D97DDDB1D6}" destId="{C001926B-ED37-48AA-9528-980F8D0BD62F}" srcOrd="4" destOrd="0" parTransId="{689F2741-2C42-462A-AE7E-55E80FBFDA01}" sibTransId="{65527F82-6ABD-46DD-BE80-58C22246ABC2}"/>
    <dgm:cxn modelId="{614AE0E8-262B-4940-9D88-DE9E32712D9F}" type="presOf" srcId="{55E7895C-A013-48C7-B3CE-E7B767AC60DB}" destId="{119A1527-D819-4EEA-B7C4-6C980971CDD6}" srcOrd="0" destOrd="0" presId="urn:microsoft.com/office/officeart/2005/8/layout/default"/>
    <dgm:cxn modelId="{B8A969EC-A7DD-4112-B5AE-87D450A3C26A}" srcId="{B4C7FB80-EF4C-465E-A77A-13D97DDDB1D6}" destId="{A5E68BFC-E171-4E85-BA6B-D72014FDB1DE}" srcOrd="2" destOrd="0" parTransId="{EF13B03D-270B-4ADB-9EC5-D9965D2FFD9F}" sibTransId="{01A5EDEA-1C26-44F7-899D-2AC88DD3066D}"/>
    <dgm:cxn modelId="{5C4F54EC-5337-42F9-BC33-91952C76A5EC}" type="presOf" srcId="{C001926B-ED37-48AA-9528-980F8D0BD62F}" destId="{894E15E3-EAEB-45E6-9B93-160DD0273BDC}" srcOrd="0" destOrd="0" presId="urn:microsoft.com/office/officeart/2005/8/layout/default"/>
    <dgm:cxn modelId="{C0A4D1FD-B638-465F-94BF-9701BAFF853A}" type="presOf" srcId="{CC9F577C-4379-4907-9C9E-FEB6F5E434D6}" destId="{2DA0975D-0576-4DC5-BD52-109AB982A250}" srcOrd="0" destOrd="0" presId="urn:microsoft.com/office/officeart/2005/8/layout/default"/>
    <dgm:cxn modelId="{09CD3DDB-E86D-4195-B4CA-B6B4DB7E1DF9}" type="presParOf" srcId="{8E2A13EA-19DF-4B40-9019-05DCCA1B02DB}" destId="{119A1527-D819-4EEA-B7C4-6C980971CDD6}" srcOrd="0" destOrd="0" presId="urn:microsoft.com/office/officeart/2005/8/layout/default"/>
    <dgm:cxn modelId="{E89B1641-BB73-4080-8C17-A101ABF5A7A2}" type="presParOf" srcId="{8E2A13EA-19DF-4B40-9019-05DCCA1B02DB}" destId="{531CBA79-AFC9-4D66-9BC8-42C113BF8627}" srcOrd="1" destOrd="0" presId="urn:microsoft.com/office/officeart/2005/8/layout/default"/>
    <dgm:cxn modelId="{E1D538D0-876D-42B8-A0EE-590EB45C70BD}" type="presParOf" srcId="{8E2A13EA-19DF-4B40-9019-05DCCA1B02DB}" destId="{A2068A95-2D59-405E-B468-B014AF4CBBEF}" srcOrd="2" destOrd="0" presId="urn:microsoft.com/office/officeart/2005/8/layout/default"/>
    <dgm:cxn modelId="{F3B91454-A180-4B1F-8B11-EB656506A796}" type="presParOf" srcId="{8E2A13EA-19DF-4B40-9019-05DCCA1B02DB}" destId="{35FC96BE-D18D-47A4-8FC8-F4ECCF2F7FD7}" srcOrd="3" destOrd="0" presId="urn:microsoft.com/office/officeart/2005/8/layout/default"/>
    <dgm:cxn modelId="{B9133C04-183E-48E6-B6F1-0CB754222F33}" type="presParOf" srcId="{8E2A13EA-19DF-4B40-9019-05DCCA1B02DB}" destId="{346B8A6E-E47B-4A41-BC96-1A315C848864}" srcOrd="4" destOrd="0" presId="urn:microsoft.com/office/officeart/2005/8/layout/default"/>
    <dgm:cxn modelId="{81F11648-64DA-405A-BD80-79DD3A84856F}" type="presParOf" srcId="{8E2A13EA-19DF-4B40-9019-05DCCA1B02DB}" destId="{38564B75-C8E8-4B57-B589-B3C256760272}" srcOrd="5" destOrd="0" presId="urn:microsoft.com/office/officeart/2005/8/layout/default"/>
    <dgm:cxn modelId="{5D3AB51E-C2C8-4CFA-A32F-68F3988E9367}" type="presParOf" srcId="{8E2A13EA-19DF-4B40-9019-05DCCA1B02DB}" destId="{89CDF93E-36A9-445E-876A-7221F0CB599D}" srcOrd="6" destOrd="0" presId="urn:microsoft.com/office/officeart/2005/8/layout/default"/>
    <dgm:cxn modelId="{9A505F53-421C-407E-8D26-4B45317ED969}" type="presParOf" srcId="{8E2A13EA-19DF-4B40-9019-05DCCA1B02DB}" destId="{5B7B5A84-DCB5-42E7-B151-8A21648DC2C1}" srcOrd="7" destOrd="0" presId="urn:microsoft.com/office/officeart/2005/8/layout/default"/>
    <dgm:cxn modelId="{B03CBA5D-54BA-4BF6-BE24-658102E0ADC1}" type="presParOf" srcId="{8E2A13EA-19DF-4B40-9019-05DCCA1B02DB}" destId="{894E15E3-EAEB-45E6-9B93-160DD0273BDC}" srcOrd="8" destOrd="0" presId="urn:microsoft.com/office/officeart/2005/8/layout/default"/>
    <dgm:cxn modelId="{17076E39-D18C-44A2-B470-0D201BA3DD85}" type="presParOf" srcId="{8E2A13EA-19DF-4B40-9019-05DCCA1B02DB}" destId="{6327FEEE-0901-4781-8B17-8FAE1C4DDBAC}" srcOrd="9" destOrd="0" presId="urn:microsoft.com/office/officeart/2005/8/layout/default"/>
    <dgm:cxn modelId="{70D57CCC-815E-43C8-8310-6A4882804001}" type="presParOf" srcId="{8E2A13EA-19DF-4B40-9019-05DCCA1B02DB}" destId="{2DA0975D-0576-4DC5-BD52-109AB982A250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B7DBAF4-A043-4AFD-AAC0-2443BDE7FC16}" type="doc">
      <dgm:prSet loTypeId="urn:microsoft.com/office/officeart/2005/8/layout/default" loCatId="list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es-ES"/>
        </a:p>
      </dgm:t>
    </dgm:pt>
    <dgm:pt modelId="{9689BADD-0E13-4E66-84BF-D70675A177F3}">
      <dgm:prSet phldrT="[Texto]" custT="1"/>
      <dgm:spPr/>
      <dgm:t>
        <a:bodyPr/>
        <a:lstStyle/>
        <a:p>
          <a:r>
            <a:rPr lang="es-ES" sz="4400"/>
            <a:t>1. </a:t>
          </a:r>
          <a:r>
            <a:rPr lang="es-ES" sz="4400" b="1"/>
            <a:t>Inclusión (</a:t>
          </a:r>
          <a:r>
            <a:rPr lang="es-ES" sz="4400" b="1" err="1"/>
            <a:t>include</a:t>
          </a:r>
          <a:r>
            <a:rPr lang="es-ES" sz="4400" b="1"/>
            <a:t>): </a:t>
          </a:r>
          <a:r>
            <a:rPr lang="es-ES" sz="4400"/>
            <a:t>se incluye la funcionalidad de un caso de uso en otro</a:t>
          </a:r>
        </a:p>
      </dgm:t>
    </dgm:pt>
    <dgm:pt modelId="{06E1168C-4A6F-4D28-BA62-6A58942B23D4}" type="parTrans" cxnId="{1416AEE7-0009-44EE-9693-C510706CEA03}">
      <dgm:prSet/>
      <dgm:spPr/>
      <dgm:t>
        <a:bodyPr/>
        <a:lstStyle/>
        <a:p>
          <a:endParaRPr lang="es-ES" sz="1600"/>
        </a:p>
      </dgm:t>
    </dgm:pt>
    <dgm:pt modelId="{61CC22C9-825A-4D71-AE4A-23F0540A0943}" type="sibTrans" cxnId="{1416AEE7-0009-44EE-9693-C510706CEA03}">
      <dgm:prSet/>
      <dgm:spPr/>
      <dgm:t>
        <a:bodyPr/>
        <a:lstStyle/>
        <a:p>
          <a:endParaRPr lang="es-ES" sz="1600"/>
        </a:p>
      </dgm:t>
    </dgm:pt>
    <dgm:pt modelId="{FAA8EC10-1741-45A9-9BC0-E3D3E48CBD25}">
      <dgm:prSet phldrT="[Texto]" custT="1"/>
      <dgm:spPr/>
      <dgm:t>
        <a:bodyPr/>
        <a:lstStyle/>
        <a:p>
          <a:r>
            <a:rPr lang="es-ES" sz="4400" b="1"/>
            <a:t>2. Extensión (</a:t>
          </a:r>
          <a:r>
            <a:rPr lang="es-ES" sz="4400" b="1" err="1"/>
            <a:t>extends</a:t>
          </a:r>
          <a:r>
            <a:rPr lang="es-ES" sz="4400" b="1"/>
            <a:t>): </a:t>
          </a:r>
          <a:r>
            <a:rPr lang="es-ES" sz="4400"/>
            <a:t>variación de un caso de uso</a:t>
          </a:r>
        </a:p>
        <a:p>
          <a:endParaRPr lang="es-ES" sz="4400"/>
        </a:p>
      </dgm:t>
    </dgm:pt>
    <dgm:pt modelId="{1D8EDE58-4B3E-4E35-9132-4A5410A72E58}" type="parTrans" cxnId="{869F44A9-9236-40EA-ABAC-CFB1E9670BB2}">
      <dgm:prSet/>
      <dgm:spPr/>
      <dgm:t>
        <a:bodyPr/>
        <a:lstStyle/>
        <a:p>
          <a:endParaRPr lang="es-ES" sz="1600"/>
        </a:p>
      </dgm:t>
    </dgm:pt>
    <dgm:pt modelId="{1EE09E8A-48EC-4401-8C34-42294C6D307A}" type="sibTrans" cxnId="{869F44A9-9236-40EA-ABAC-CFB1E9670BB2}">
      <dgm:prSet/>
      <dgm:spPr/>
      <dgm:t>
        <a:bodyPr/>
        <a:lstStyle/>
        <a:p>
          <a:endParaRPr lang="es-ES" sz="1600"/>
        </a:p>
      </dgm:t>
    </dgm:pt>
    <dgm:pt modelId="{9C612907-0FD9-49F6-8670-FE33E042E1FF}">
      <dgm:prSet phldrT="[Texto]" custT="1"/>
      <dgm:spPr/>
      <dgm:t>
        <a:bodyPr/>
        <a:lstStyle/>
        <a:p>
          <a:r>
            <a:rPr lang="es-ES" sz="4400" b="1"/>
            <a:t>3. Generalización: </a:t>
          </a:r>
          <a:r>
            <a:rPr lang="es-ES" sz="4400"/>
            <a:t>permite identificar elementos comunes entre los distintos conceptos (actores o casos</a:t>
          </a:r>
        </a:p>
      </dgm:t>
    </dgm:pt>
    <dgm:pt modelId="{E3578AA4-315F-46AE-B965-7FCF8BB25E8C}" type="parTrans" cxnId="{52FD11C2-1D87-4747-ACE9-232A4FE5123F}">
      <dgm:prSet/>
      <dgm:spPr/>
      <dgm:t>
        <a:bodyPr/>
        <a:lstStyle/>
        <a:p>
          <a:endParaRPr lang="es-ES" sz="1600"/>
        </a:p>
      </dgm:t>
    </dgm:pt>
    <dgm:pt modelId="{BA43F3C5-2B7C-4D21-BF55-9861D532C89C}" type="sibTrans" cxnId="{52FD11C2-1D87-4747-ACE9-232A4FE5123F}">
      <dgm:prSet/>
      <dgm:spPr/>
      <dgm:t>
        <a:bodyPr/>
        <a:lstStyle/>
        <a:p>
          <a:endParaRPr lang="es-ES" sz="1600"/>
        </a:p>
      </dgm:t>
    </dgm:pt>
    <dgm:pt modelId="{7BC67835-2601-4D6A-875C-02186DE9FE8C}" type="pres">
      <dgm:prSet presAssocID="{9B7DBAF4-A043-4AFD-AAC0-2443BDE7FC16}" presName="diagram" presStyleCnt="0">
        <dgm:presLayoutVars>
          <dgm:dir/>
          <dgm:resizeHandles val="exact"/>
        </dgm:presLayoutVars>
      </dgm:prSet>
      <dgm:spPr/>
    </dgm:pt>
    <dgm:pt modelId="{2CA0BFB4-2243-4D65-9240-7FDD9CD2D135}" type="pres">
      <dgm:prSet presAssocID="{9689BADD-0E13-4E66-84BF-D70675A177F3}" presName="node" presStyleLbl="node1" presStyleIdx="0" presStyleCnt="3" custScaleY="26745">
        <dgm:presLayoutVars>
          <dgm:bulletEnabled val="1"/>
        </dgm:presLayoutVars>
      </dgm:prSet>
      <dgm:spPr/>
    </dgm:pt>
    <dgm:pt modelId="{800873CB-8025-4C47-9B92-A3C1FC82AD7F}" type="pres">
      <dgm:prSet presAssocID="{61CC22C9-825A-4D71-AE4A-23F0540A0943}" presName="sibTrans" presStyleCnt="0"/>
      <dgm:spPr/>
    </dgm:pt>
    <dgm:pt modelId="{58B29481-EFAE-414B-937D-45BE922F09F4}" type="pres">
      <dgm:prSet presAssocID="{FAA8EC10-1741-45A9-9BC0-E3D3E48CBD25}" presName="node" presStyleLbl="node1" presStyleIdx="1" presStyleCnt="3" custScaleY="25324">
        <dgm:presLayoutVars>
          <dgm:bulletEnabled val="1"/>
        </dgm:presLayoutVars>
      </dgm:prSet>
      <dgm:spPr/>
    </dgm:pt>
    <dgm:pt modelId="{F753E640-A81D-4DBE-A6E6-7F39623F1133}" type="pres">
      <dgm:prSet presAssocID="{1EE09E8A-48EC-4401-8C34-42294C6D307A}" presName="sibTrans" presStyleCnt="0"/>
      <dgm:spPr/>
    </dgm:pt>
    <dgm:pt modelId="{9A60A870-DB13-4B34-832A-C07DBD080347}" type="pres">
      <dgm:prSet presAssocID="{9C612907-0FD9-49F6-8670-FE33E042E1FF}" presName="node" presStyleLbl="node1" presStyleIdx="2" presStyleCnt="3" custScaleY="38804">
        <dgm:presLayoutVars>
          <dgm:bulletEnabled val="1"/>
        </dgm:presLayoutVars>
      </dgm:prSet>
      <dgm:spPr/>
    </dgm:pt>
  </dgm:ptLst>
  <dgm:cxnLst>
    <dgm:cxn modelId="{C6525810-17D1-4759-83C2-93DEF86E3B49}" type="presOf" srcId="{FAA8EC10-1741-45A9-9BC0-E3D3E48CBD25}" destId="{58B29481-EFAE-414B-937D-45BE922F09F4}" srcOrd="0" destOrd="0" presId="urn:microsoft.com/office/officeart/2005/8/layout/default"/>
    <dgm:cxn modelId="{CC822812-951A-4A10-B101-5DC10FFF0028}" type="presOf" srcId="{9B7DBAF4-A043-4AFD-AAC0-2443BDE7FC16}" destId="{7BC67835-2601-4D6A-875C-02186DE9FE8C}" srcOrd="0" destOrd="0" presId="urn:microsoft.com/office/officeart/2005/8/layout/default"/>
    <dgm:cxn modelId="{4C4D139B-E660-4631-BC25-505F281A48E0}" type="presOf" srcId="{9C612907-0FD9-49F6-8670-FE33E042E1FF}" destId="{9A60A870-DB13-4B34-832A-C07DBD080347}" srcOrd="0" destOrd="0" presId="urn:microsoft.com/office/officeart/2005/8/layout/default"/>
    <dgm:cxn modelId="{C3B8F49B-786F-4352-9943-DD8D7F5140C6}" type="presOf" srcId="{9689BADD-0E13-4E66-84BF-D70675A177F3}" destId="{2CA0BFB4-2243-4D65-9240-7FDD9CD2D135}" srcOrd="0" destOrd="0" presId="urn:microsoft.com/office/officeart/2005/8/layout/default"/>
    <dgm:cxn modelId="{869F44A9-9236-40EA-ABAC-CFB1E9670BB2}" srcId="{9B7DBAF4-A043-4AFD-AAC0-2443BDE7FC16}" destId="{FAA8EC10-1741-45A9-9BC0-E3D3E48CBD25}" srcOrd="1" destOrd="0" parTransId="{1D8EDE58-4B3E-4E35-9132-4A5410A72E58}" sibTransId="{1EE09E8A-48EC-4401-8C34-42294C6D307A}"/>
    <dgm:cxn modelId="{52FD11C2-1D87-4747-ACE9-232A4FE5123F}" srcId="{9B7DBAF4-A043-4AFD-AAC0-2443BDE7FC16}" destId="{9C612907-0FD9-49F6-8670-FE33E042E1FF}" srcOrd="2" destOrd="0" parTransId="{E3578AA4-315F-46AE-B965-7FCF8BB25E8C}" sibTransId="{BA43F3C5-2B7C-4D21-BF55-9861D532C89C}"/>
    <dgm:cxn modelId="{1416AEE7-0009-44EE-9693-C510706CEA03}" srcId="{9B7DBAF4-A043-4AFD-AAC0-2443BDE7FC16}" destId="{9689BADD-0E13-4E66-84BF-D70675A177F3}" srcOrd="0" destOrd="0" parTransId="{06E1168C-4A6F-4D28-BA62-6A58942B23D4}" sibTransId="{61CC22C9-825A-4D71-AE4A-23F0540A0943}"/>
    <dgm:cxn modelId="{96D493E2-DCC6-4179-AD9B-4BD3B6947C76}" type="presParOf" srcId="{7BC67835-2601-4D6A-875C-02186DE9FE8C}" destId="{2CA0BFB4-2243-4D65-9240-7FDD9CD2D135}" srcOrd="0" destOrd="0" presId="urn:microsoft.com/office/officeart/2005/8/layout/default"/>
    <dgm:cxn modelId="{815226FA-D131-4CDC-B477-7C4376880D60}" type="presParOf" srcId="{7BC67835-2601-4D6A-875C-02186DE9FE8C}" destId="{800873CB-8025-4C47-9B92-A3C1FC82AD7F}" srcOrd="1" destOrd="0" presId="urn:microsoft.com/office/officeart/2005/8/layout/default"/>
    <dgm:cxn modelId="{4478692A-0710-409D-9D0F-5951EC0965D0}" type="presParOf" srcId="{7BC67835-2601-4D6A-875C-02186DE9FE8C}" destId="{58B29481-EFAE-414B-937D-45BE922F09F4}" srcOrd="2" destOrd="0" presId="urn:microsoft.com/office/officeart/2005/8/layout/default"/>
    <dgm:cxn modelId="{8097D2CC-60E2-4F39-92CD-0D52C1E54BD2}" type="presParOf" srcId="{7BC67835-2601-4D6A-875C-02186DE9FE8C}" destId="{F753E640-A81D-4DBE-A6E6-7F39623F1133}" srcOrd="3" destOrd="0" presId="urn:microsoft.com/office/officeart/2005/8/layout/default"/>
    <dgm:cxn modelId="{5E58CF6E-2693-4148-8CEA-CAE15E49B9B5}" type="presParOf" srcId="{7BC67835-2601-4D6A-875C-02186DE9FE8C}" destId="{9A60A870-DB13-4B34-832A-C07DBD080347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C364C81-A946-4F84-884E-17C001D74E1D}">
      <dsp:nvSpPr>
        <dsp:cNvPr id="0" name=""/>
        <dsp:cNvSpPr/>
      </dsp:nvSpPr>
      <dsp:spPr>
        <a:xfrm>
          <a:off x="0" y="1418313"/>
          <a:ext cx="6384771" cy="3830862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6500" kern="1200"/>
            <a:t>▪ </a:t>
          </a:r>
          <a:r>
            <a:rPr lang="es-ES" sz="6500" b="1" kern="1200"/>
            <a:t>Diagrama de casos de uso</a:t>
          </a:r>
          <a:endParaRPr lang="es-ES" sz="6500" kern="1200"/>
        </a:p>
      </dsp:txBody>
      <dsp:txXfrm>
        <a:off x="0" y="1418313"/>
        <a:ext cx="6384771" cy="3830862"/>
      </dsp:txXfrm>
    </dsp:sp>
    <dsp:sp modelId="{6E87E0B0-82B9-4C37-94F8-ED00C13AA864}">
      <dsp:nvSpPr>
        <dsp:cNvPr id="0" name=""/>
        <dsp:cNvSpPr/>
      </dsp:nvSpPr>
      <dsp:spPr>
        <a:xfrm>
          <a:off x="7023248" y="1268565"/>
          <a:ext cx="6384771" cy="3830862"/>
        </a:xfrm>
        <a:prstGeom prst="rect">
          <a:avLst/>
        </a:prstGeom>
        <a:solidFill>
          <a:schemeClr val="accent5">
            <a:hueOff val="-1689636"/>
            <a:satOff val="-4355"/>
            <a:lumOff val="-294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6500" b="1" kern="1200"/>
            <a:t>▪ Diagrama de secuencia</a:t>
          </a:r>
        </a:p>
      </dsp:txBody>
      <dsp:txXfrm>
        <a:off x="7023248" y="1268565"/>
        <a:ext cx="6384771" cy="3830862"/>
      </dsp:txXfrm>
    </dsp:sp>
    <dsp:sp modelId="{9A35F79A-AA34-4056-AD0A-1E611B814CAA}">
      <dsp:nvSpPr>
        <dsp:cNvPr id="0" name=""/>
        <dsp:cNvSpPr/>
      </dsp:nvSpPr>
      <dsp:spPr>
        <a:xfrm>
          <a:off x="14046496" y="1268565"/>
          <a:ext cx="6384771" cy="3830862"/>
        </a:xfrm>
        <a:prstGeom prst="rect">
          <a:avLst/>
        </a:prstGeom>
        <a:solidFill>
          <a:schemeClr val="accent5">
            <a:hueOff val="-3379271"/>
            <a:satOff val="-8710"/>
            <a:lumOff val="-588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6500" b="1" kern="1200"/>
            <a:t>▪ Diagrama de colaboración</a:t>
          </a:r>
        </a:p>
      </dsp:txBody>
      <dsp:txXfrm>
        <a:off x="14046496" y="1268565"/>
        <a:ext cx="6384771" cy="3830862"/>
      </dsp:txXfrm>
    </dsp:sp>
    <dsp:sp modelId="{1F4D1537-6AD9-4389-A5A2-C2CB05AA108F}">
      <dsp:nvSpPr>
        <dsp:cNvPr id="0" name=""/>
        <dsp:cNvSpPr/>
      </dsp:nvSpPr>
      <dsp:spPr>
        <a:xfrm>
          <a:off x="3511624" y="5737905"/>
          <a:ext cx="6384771" cy="3830862"/>
        </a:xfrm>
        <a:prstGeom prst="rect">
          <a:avLst/>
        </a:prstGeom>
        <a:solidFill>
          <a:schemeClr val="accent5">
            <a:hueOff val="-5068907"/>
            <a:satOff val="-13064"/>
            <a:lumOff val="-882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6500" b="1" kern="1200"/>
            <a:t>▪ Diagrama de estados</a:t>
          </a:r>
        </a:p>
      </dsp:txBody>
      <dsp:txXfrm>
        <a:off x="3511624" y="5737905"/>
        <a:ext cx="6384771" cy="3830862"/>
      </dsp:txXfrm>
    </dsp:sp>
    <dsp:sp modelId="{A86F8886-3672-4E6D-BE3C-0753811267C6}">
      <dsp:nvSpPr>
        <dsp:cNvPr id="0" name=""/>
        <dsp:cNvSpPr/>
      </dsp:nvSpPr>
      <dsp:spPr>
        <a:xfrm>
          <a:off x="10534872" y="5737905"/>
          <a:ext cx="6384771" cy="3830862"/>
        </a:xfrm>
        <a:prstGeom prst="rect">
          <a:avLst/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6500" b="1" kern="1200" dirty="0"/>
            <a:t>▪ Diagrama de actividades</a:t>
          </a:r>
        </a:p>
      </dsp:txBody>
      <dsp:txXfrm>
        <a:off x="10534872" y="5737905"/>
        <a:ext cx="6384771" cy="383086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19A1527-D819-4EEA-B7C4-6C980971CDD6}">
      <dsp:nvSpPr>
        <dsp:cNvPr id="0" name=""/>
        <dsp:cNvSpPr/>
      </dsp:nvSpPr>
      <dsp:spPr>
        <a:xfrm>
          <a:off x="0" y="80581"/>
          <a:ext cx="6572250" cy="394335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9070" tIns="179070" rIns="179070" bIns="179070" numCol="1" spcCol="1270" anchor="ctr" anchorCtr="0">
          <a:noAutofit/>
        </a:bodyPr>
        <a:lstStyle/>
        <a:p>
          <a:pPr marL="0" lvl="0" indent="0" algn="ctr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4700" b="1" kern="1200"/>
            <a:t>Actor: </a:t>
          </a:r>
        </a:p>
        <a:p>
          <a:pPr marL="0" lvl="0" indent="0" algn="ctr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4700" kern="1200"/>
            <a:t>persona o rol que interactúa con un sistema</a:t>
          </a:r>
        </a:p>
      </dsp:txBody>
      <dsp:txXfrm>
        <a:off x="0" y="80581"/>
        <a:ext cx="6572250" cy="3943350"/>
      </dsp:txXfrm>
    </dsp:sp>
    <dsp:sp modelId="{A2068A95-2D59-405E-B468-B014AF4CBBEF}">
      <dsp:nvSpPr>
        <dsp:cNvPr id="0" name=""/>
        <dsp:cNvSpPr/>
      </dsp:nvSpPr>
      <dsp:spPr>
        <a:xfrm>
          <a:off x="7229475" y="80581"/>
          <a:ext cx="6572250" cy="3943350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9070" tIns="179070" rIns="179070" bIns="179070" numCol="1" spcCol="1270" anchor="ctr" anchorCtr="0">
          <a:noAutofit/>
        </a:bodyPr>
        <a:lstStyle/>
        <a:p>
          <a:pPr marL="0" lvl="0" indent="0" algn="ctr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4700" b="1" kern="1200"/>
            <a:t>Concurrencia: </a:t>
          </a:r>
        </a:p>
        <a:p>
          <a:pPr marL="0" lvl="0" indent="0" algn="ctr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4700" kern="1200"/>
            <a:t>consiste en que varios procesos se ejecuten a la vez (y puedan interactuar)</a:t>
          </a:r>
        </a:p>
      </dsp:txBody>
      <dsp:txXfrm>
        <a:off x="7229475" y="80581"/>
        <a:ext cx="6572250" cy="3943350"/>
      </dsp:txXfrm>
    </dsp:sp>
    <dsp:sp modelId="{346B8A6E-E47B-4A41-BC96-1A315C848864}">
      <dsp:nvSpPr>
        <dsp:cNvPr id="0" name=""/>
        <dsp:cNvSpPr/>
      </dsp:nvSpPr>
      <dsp:spPr>
        <a:xfrm>
          <a:off x="14458950" y="80581"/>
          <a:ext cx="6572250" cy="3943350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9070" tIns="179070" rIns="179070" bIns="179070" numCol="1" spcCol="1270" anchor="ctr" anchorCtr="0">
          <a:noAutofit/>
        </a:bodyPr>
        <a:lstStyle/>
        <a:p>
          <a:pPr marL="0" lvl="0" indent="0" algn="ctr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4700" b="1" kern="1200"/>
            <a:t>Mensaje: </a:t>
          </a:r>
        </a:p>
        <a:p>
          <a:pPr marL="0" lvl="0" indent="0" algn="ctr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4700" kern="1200"/>
            <a:t>cuando un objeto ejecuta un método de sí mismo u otro objeto (paso de mensaje)</a:t>
          </a:r>
        </a:p>
      </dsp:txBody>
      <dsp:txXfrm>
        <a:off x="14458950" y="80581"/>
        <a:ext cx="6572250" cy="3943350"/>
      </dsp:txXfrm>
    </dsp:sp>
    <dsp:sp modelId="{89CDF93E-36A9-445E-876A-7221F0CB599D}">
      <dsp:nvSpPr>
        <dsp:cNvPr id="0" name=""/>
        <dsp:cNvSpPr/>
      </dsp:nvSpPr>
      <dsp:spPr>
        <a:xfrm>
          <a:off x="0" y="4681156"/>
          <a:ext cx="6572250" cy="3943350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9070" tIns="179070" rIns="179070" bIns="179070" numCol="1" spcCol="1270" anchor="ctr" anchorCtr="0">
          <a:noAutofit/>
        </a:bodyPr>
        <a:lstStyle/>
        <a:p>
          <a:pPr marL="0" lvl="0" indent="0" algn="ctr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4700" b="1" kern="1200"/>
            <a:t>Método recursivo: </a:t>
          </a:r>
          <a:r>
            <a:rPr lang="es-ES" sz="4700" kern="1200"/>
            <a:t>método que realiza una llamada a sí mismo (más pesados que los iterativos)</a:t>
          </a:r>
        </a:p>
      </dsp:txBody>
      <dsp:txXfrm>
        <a:off x="0" y="4681156"/>
        <a:ext cx="6572250" cy="3943350"/>
      </dsp:txXfrm>
    </dsp:sp>
    <dsp:sp modelId="{894E15E3-EAEB-45E6-9B93-160DD0273BDC}">
      <dsp:nvSpPr>
        <dsp:cNvPr id="0" name=""/>
        <dsp:cNvSpPr/>
      </dsp:nvSpPr>
      <dsp:spPr>
        <a:xfrm>
          <a:off x="7229475" y="4681156"/>
          <a:ext cx="6572250" cy="3943350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9070" tIns="179070" rIns="179070" bIns="179070" numCol="1" spcCol="1270" anchor="ctr" anchorCtr="0">
          <a:noAutofit/>
        </a:bodyPr>
        <a:lstStyle/>
        <a:p>
          <a:pPr marL="0" lvl="0" indent="0" algn="ctr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4700" b="1" kern="1200"/>
            <a:t>Síncrono: </a:t>
          </a:r>
        </a:p>
        <a:p>
          <a:pPr marL="0" lvl="0" indent="0" algn="ctr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4700" kern="1200"/>
            <a:t>coordinado en el tiempo (hay que esperar a que finalice para continuar)</a:t>
          </a:r>
        </a:p>
      </dsp:txBody>
      <dsp:txXfrm>
        <a:off x="7229475" y="4681156"/>
        <a:ext cx="6572250" cy="3943350"/>
      </dsp:txXfrm>
    </dsp:sp>
    <dsp:sp modelId="{2DA0975D-0576-4DC5-BD52-109AB982A250}">
      <dsp:nvSpPr>
        <dsp:cNvPr id="0" name=""/>
        <dsp:cNvSpPr/>
      </dsp:nvSpPr>
      <dsp:spPr>
        <a:xfrm>
          <a:off x="14458950" y="4681156"/>
          <a:ext cx="6572250" cy="394335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9070" tIns="179070" rIns="179070" bIns="179070" numCol="1" spcCol="1270" anchor="ctr" anchorCtr="0">
          <a:noAutofit/>
        </a:bodyPr>
        <a:lstStyle/>
        <a:p>
          <a:pPr marL="0" lvl="0" indent="0" algn="ctr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4700" b="1" kern="1200" err="1"/>
            <a:t>Standby</a:t>
          </a:r>
          <a:r>
            <a:rPr lang="es-ES" sz="4700" b="1" kern="1200"/>
            <a:t>:</a:t>
          </a:r>
        </a:p>
        <a:p>
          <a:pPr marL="0" lvl="0" indent="0" algn="ctr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4700" kern="1200"/>
            <a:t> en este estado se reduce el consumo y el sistema tarda más tiempo en responde</a:t>
          </a:r>
        </a:p>
      </dsp:txBody>
      <dsp:txXfrm>
        <a:off x="14458950" y="4681156"/>
        <a:ext cx="6572250" cy="394335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CA0BFB4-2243-4D65-9240-7FDD9CD2D135}">
      <dsp:nvSpPr>
        <dsp:cNvPr id="0" name=""/>
        <dsp:cNvSpPr/>
      </dsp:nvSpPr>
      <dsp:spPr>
        <a:xfrm>
          <a:off x="6060281" y="2442"/>
          <a:ext cx="12263437" cy="1967913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4400" kern="1200"/>
            <a:t>1. </a:t>
          </a:r>
          <a:r>
            <a:rPr lang="es-ES" sz="4400" b="1" kern="1200"/>
            <a:t>Inclusión (</a:t>
          </a:r>
          <a:r>
            <a:rPr lang="es-ES" sz="4400" b="1" kern="1200" err="1"/>
            <a:t>include</a:t>
          </a:r>
          <a:r>
            <a:rPr lang="es-ES" sz="4400" b="1" kern="1200"/>
            <a:t>): </a:t>
          </a:r>
          <a:r>
            <a:rPr lang="es-ES" sz="4400" kern="1200"/>
            <a:t>se incluye la funcionalidad de un caso de uso en otro</a:t>
          </a:r>
        </a:p>
      </dsp:txBody>
      <dsp:txXfrm>
        <a:off x="6060281" y="2442"/>
        <a:ext cx="12263437" cy="1967913"/>
      </dsp:txXfrm>
    </dsp:sp>
    <dsp:sp modelId="{58B29481-EFAE-414B-937D-45BE922F09F4}">
      <dsp:nvSpPr>
        <dsp:cNvPr id="0" name=""/>
        <dsp:cNvSpPr/>
      </dsp:nvSpPr>
      <dsp:spPr>
        <a:xfrm>
          <a:off x="6060281" y="3196699"/>
          <a:ext cx="12263437" cy="1863355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4400" b="1" kern="1200"/>
            <a:t>2. Extensión (</a:t>
          </a:r>
          <a:r>
            <a:rPr lang="es-ES" sz="4400" b="1" kern="1200" err="1"/>
            <a:t>extends</a:t>
          </a:r>
          <a:r>
            <a:rPr lang="es-ES" sz="4400" b="1" kern="1200"/>
            <a:t>): </a:t>
          </a:r>
          <a:r>
            <a:rPr lang="es-ES" sz="4400" kern="1200"/>
            <a:t>variación de un caso de uso</a:t>
          </a:r>
        </a:p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" sz="4400" kern="1200"/>
        </a:p>
      </dsp:txBody>
      <dsp:txXfrm>
        <a:off x="6060281" y="3196699"/>
        <a:ext cx="12263437" cy="1863355"/>
      </dsp:txXfrm>
    </dsp:sp>
    <dsp:sp modelId="{9A60A870-DB13-4B34-832A-C07DBD080347}">
      <dsp:nvSpPr>
        <dsp:cNvPr id="0" name=""/>
        <dsp:cNvSpPr/>
      </dsp:nvSpPr>
      <dsp:spPr>
        <a:xfrm>
          <a:off x="6060281" y="6286399"/>
          <a:ext cx="12263437" cy="2855222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4400" b="1" kern="1200"/>
            <a:t>3. Generalización: </a:t>
          </a:r>
          <a:r>
            <a:rPr lang="es-ES" sz="4400" kern="1200"/>
            <a:t>permite identificar elementos comunes entre los distintos conceptos (actores o casos</a:t>
          </a:r>
        </a:p>
      </dsp:txBody>
      <dsp:txXfrm>
        <a:off x="6060281" y="6286399"/>
        <a:ext cx="12263437" cy="285522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s-ES" sz="4400" b="0" strike="noStrike" spc="-1">
                <a:solidFill>
                  <a:srgbClr val="000000"/>
                </a:solidFill>
                <a:latin typeface="Arial"/>
              </a:rPr>
              <a:t>Pulse para desplazar la diapositiva</a:t>
            </a:r>
          </a:p>
        </p:txBody>
      </p:sp>
      <p:sp>
        <p:nvSpPr>
          <p:cNvPr id="8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0">
              <a:buNone/>
            </a:pPr>
            <a:r>
              <a:rPr lang="es-ES" sz="2000" b="0" strike="noStrike" spc="-1">
                <a:solidFill>
                  <a:srgbClr val="000000"/>
                </a:solidFill>
                <a:latin typeface="Arial"/>
              </a:rPr>
              <a:t>Pulse para editar el formato de las notas</a:t>
            </a:r>
          </a:p>
        </p:txBody>
      </p:sp>
      <p:sp>
        <p:nvSpPr>
          <p:cNvPr id="8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s-ES" sz="1400" b="0" strike="noStrike" spc="-1">
                <a:solidFill>
                  <a:srgbClr val="000000"/>
                </a:solidFill>
                <a:latin typeface="Times New Roman"/>
              </a:rPr>
              <a:t>&lt;cabecera&gt;</a:t>
            </a:r>
          </a:p>
        </p:txBody>
      </p:sp>
      <p:sp>
        <p:nvSpPr>
          <p:cNvPr id="84" name="PlaceHolder 4"/>
          <p:cNvSpPr>
            <a:spLocks noGrp="1"/>
          </p:cNvSpPr>
          <p:nvPr>
            <p:ph type="dt" idx="3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s-E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s-ES" sz="1400" b="0" strike="noStrike" spc="-1">
                <a:solidFill>
                  <a:srgbClr val="000000"/>
                </a:solidFill>
                <a:latin typeface="Times New Roman"/>
              </a:rPr>
              <a:t>&lt;fecha/hora&gt;</a:t>
            </a:r>
          </a:p>
        </p:txBody>
      </p:sp>
      <p:sp>
        <p:nvSpPr>
          <p:cNvPr id="85" name="PlaceHolder 5"/>
          <p:cNvSpPr>
            <a:spLocks noGrp="1"/>
          </p:cNvSpPr>
          <p:nvPr>
            <p:ph type="ftr" idx="4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s-E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s-ES" sz="1400" b="0" strike="noStrike" spc="-1">
                <a:solidFill>
                  <a:srgbClr val="000000"/>
                </a:solidFill>
                <a:latin typeface="Times New Roman"/>
              </a:rPr>
              <a:t>&lt;pie de página&gt;</a:t>
            </a:r>
          </a:p>
        </p:txBody>
      </p:sp>
      <p:sp>
        <p:nvSpPr>
          <p:cNvPr id="86" name="PlaceHolder 6"/>
          <p:cNvSpPr>
            <a:spLocks noGrp="1"/>
          </p:cNvSpPr>
          <p:nvPr>
            <p:ph type="sldNum" idx="5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s-E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A9A57045-5CB5-412B-AB94-DF3674B322A2}" type="slidenum">
              <a:rPr lang="es-ES" sz="1400" b="0" strike="noStrike" spc="-1">
                <a:solidFill>
                  <a:srgbClr val="000000"/>
                </a:solidFill>
                <a:latin typeface="Times New Roman"/>
              </a:rPr>
              <a:pPr indent="0" algn="r">
                <a:buNone/>
              </a:pPr>
              <a:t>‹Nº›</a:t>
            </a:fld>
            <a:endParaRPr lang="es-E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2B4292-AD6A-0572-B780-CD608DEE91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8000" y="2244726"/>
            <a:ext cx="18288000" cy="4775200"/>
          </a:xfrm>
        </p:spPr>
        <p:txBody>
          <a:bodyPr anchor="b"/>
          <a:lstStyle>
            <a:lvl1pPr algn="ctr">
              <a:defRPr sz="12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33E3D4C-53D7-6780-7AAE-9A9C78652F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48000" y="7204076"/>
            <a:ext cx="18288000" cy="3311524"/>
          </a:xfrm>
        </p:spPr>
        <p:txBody>
          <a:bodyPr/>
          <a:lstStyle>
            <a:lvl1pPr marL="0" indent="0" algn="ctr">
              <a:buNone/>
              <a:defRPr sz="4800"/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04F62F8-909F-709F-E065-EB6CDC5C85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5E89F-0AAA-4E34-9BD7-38C560E08DD4}" type="datetimeFigureOut">
              <a:rPr lang="es-ES" smtClean="0"/>
              <a:t>20/05/2025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2DA7310-42B6-BC85-1F90-C95A36864F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0DD1382-566E-EBED-D1FD-1E67BE49A3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fld id="{68AF64E6-5C30-43FF-8174-D635E46B61C2}" type="slidenum">
              <a:rPr lang="es-ES" sz="2600" b="0" strike="noStrike" spc="-1" smtClean="0">
                <a:solidFill>
                  <a:srgbClr val="000000"/>
                </a:solidFill>
                <a:latin typeface="Open Sans ExtraBold"/>
                <a:ea typeface="Open Sans ExtraBold"/>
              </a:rPr>
              <a:pPr indent="0" algn="ctr">
                <a:lnSpc>
                  <a:spcPct val="100000"/>
                </a:lnSpc>
                <a:buNone/>
                <a:tabLst>
                  <a:tab pos="0" algn="l"/>
                </a:tabLst>
              </a:pPr>
              <a:t>‹Nº›</a:t>
            </a:fld>
            <a:endParaRPr lang="es-ES" sz="26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525609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D1687B-1871-2B63-4694-4FA1D211C4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CAB3F0E-4938-7079-46E8-099A84E4C6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B22BBC6-04C3-E878-F59B-46C5818DE4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5E89F-0AAA-4E34-9BD7-38C560E08DD4}" type="datetimeFigureOut">
              <a:rPr lang="es-ES" smtClean="0"/>
              <a:t>20/05/2025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B7FA755-32DE-0CEB-488E-090A7EABC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03C9A1A-112B-B01D-02F9-76453C819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fld id="{68AF64E6-5C30-43FF-8174-D635E46B61C2}" type="slidenum">
              <a:rPr lang="es-ES" sz="2600" b="0" strike="noStrike" spc="-1" smtClean="0">
                <a:solidFill>
                  <a:srgbClr val="000000"/>
                </a:solidFill>
                <a:latin typeface="Open Sans ExtraBold"/>
                <a:ea typeface="Open Sans ExtraBold"/>
              </a:rPr>
              <a:pPr indent="0" algn="ctr">
                <a:lnSpc>
                  <a:spcPct val="100000"/>
                </a:lnSpc>
                <a:buNone/>
                <a:tabLst>
                  <a:tab pos="0" algn="l"/>
                </a:tabLst>
              </a:pPr>
              <a:t>‹Nº›</a:t>
            </a:fld>
            <a:endParaRPr lang="es-ES" sz="26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19999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726022-E271-F273-4A6A-784F926780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3700" y="3419477"/>
            <a:ext cx="21031200" cy="5705474"/>
          </a:xfrm>
        </p:spPr>
        <p:txBody>
          <a:bodyPr anchor="b"/>
          <a:lstStyle>
            <a:lvl1pPr>
              <a:defRPr sz="12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93FCAEA-1470-5ACF-8B89-CF47A17649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63700" y="9178927"/>
            <a:ext cx="21031200" cy="3000374"/>
          </a:xfrm>
        </p:spPr>
        <p:txBody>
          <a:bodyPr/>
          <a:lstStyle>
            <a:lvl1pPr marL="0" indent="0">
              <a:buNone/>
              <a:defRPr sz="4800">
                <a:solidFill>
                  <a:schemeClr val="tx1">
                    <a:tint val="82000"/>
                  </a:schemeClr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FEDCAC2-5FB5-4CB0-F9EE-F8F4F941F6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5E89F-0AAA-4E34-9BD7-38C560E08DD4}" type="datetimeFigureOut">
              <a:rPr lang="es-ES" smtClean="0"/>
              <a:t>20/05/2025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5BE32F8-D7B6-3E5A-2FE6-7F028AF2BA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A676D73-CE9F-39BF-3495-4F2CB83E2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fld id="{68AF64E6-5C30-43FF-8174-D635E46B61C2}" type="slidenum">
              <a:rPr lang="es-ES" sz="2600" b="0" strike="noStrike" spc="-1" smtClean="0">
                <a:solidFill>
                  <a:srgbClr val="000000"/>
                </a:solidFill>
                <a:latin typeface="Open Sans ExtraBold"/>
                <a:ea typeface="Open Sans ExtraBold"/>
              </a:rPr>
              <a:pPr indent="0" algn="ctr">
                <a:lnSpc>
                  <a:spcPct val="100000"/>
                </a:lnSpc>
                <a:buNone/>
                <a:tabLst>
                  <a:tab pos="0" algn="l"/>
                </a:tabLst>
              </a:pPr>
              <a:t>‹Nº›</a:t>
            </a:fld>
            <a:endParaRPr lang="es-ES" sz="26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9603518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1F6F37-E128-4941-9612-E5E85D7F8F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5ABBC92-1F89-744C-6D44-5A50B3C5FF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676400" y="3651250"/>
            <a:ext cx="10363200" cy="8702676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13748B1-C2F1-E947-2A1E-D3CD494E15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344400" y="3651250"/>
            <a:ext cx="10363200" cy="8702676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552AA67-88D6-3C63-AA63-4810306F26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5E89F-0AAA-4E34-9BD7-38C560E08DD4}" type="datetimeFigureOut">
              <a:rPr lang="es-ES" smtClean="0"/>
              <a:t>20/05/2025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200525F-6296-1D80-5022-1FEEAEFEF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489A418-3E20-0453-3CA6-6BA61EDEC4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fld id="{68AF64E6-5C30-43FF-8174-D635E46B61C2}" type="slidenum">
              <a:rPr lang="es-ES" sz="2600" b="0" strike="noStrike" spc="-1" smtClean="0">
                <a:solidFill>
                  <a:srgbClr val="000000"/>
                </a:solidFill>
                <a:latin typeface="Open Sans ExtraBold"/>
                <a:ea typeface="Open Sans ExtraBold"/>
              </a:rPr>
              <a:pPr indent="0" algn="ctr">
                <a:lnSpc>
                  <a:spcPct val="100000"/>
                </a:lnSpc>
                <a:buNone/>
                <a:tabLst>
                  <a:tab pos="0" algn="l"/>
                </a:tabLst>
              </a:pPr>
              <a:t>‹Nº›</a:t>
            </a:fld>
            <a:endParaRPr lang="es-ES" sz="26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5613507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95C9B7-05E7-2C97-2FA2-DBA4AEAD0A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576" y="730251"/>
            <a:ext cx="21031200" cy="2651126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D94C61E-DEFB-37E6-99E9-A31664574D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79577" y="3362326"/>
            <a:ext cx="10315574" cy="1647824"/>
          </a:xfrm>
        </p:spPr>
        <p:txBody>
          <a:bodyPr anchor="b"/>
          <a:lstStyle>
            <a:lvl1pPr marL="0" indent="0"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E3AE89A-626E-63C6-3746-A2383B573F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679577" y="5010150"/>
            <a:ext cx="10315574" cy="7369176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778D913-3390-89D3-7DE1-1D9E750639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12344400" y="3362326"/>
            <a:ext cx="10366376" cy="1647824"/>
          </a:xfrm>
        </p:spPr>
        <p:txBody>
          <a:bodyPr anchor="b"/>
          <a:lstStyle>
            <a:lvl1pPr marL="0" indent="0"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EDA70D77-447B-C0FA-2C2A-8732CE6BD5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12344400" y="5010150"/>
            <a:ext cx="10366376" cy="7369176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FF1ADC5D-B10C-0311-35B3-0437EE6DF3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5E89F-0AAA-4E34-9BD7-38C560E08DD4}" type="datetimeFigureOut">
              <a:rPr lang="es-ES" smtClean="0"/>
              <a:t>20/05/2025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F8C495B-9D1D-6516-6E77-9CBFD4EB3D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DBD4F5D0-D7C4-B061-9EC6-78539D965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fld id="{68AF64E6-5C30-43FF-8174-D635E46B61C2}" type="slidenum">
              <a:rPr lang="es-ES" sz="2600" b="0" strike="noStrike" spc="-1" smtClean="0">
                <a:solidFill>
                  <a:srgbClr val="000000"/>
                </a:solidFill>
                <a:latin typeface="Open Sans ExtraBold"/>
                <a:ea typeface="Open Sans ExtraBold"/>
              </a:rPr>
              <a:pPr indent="0" algn="ctr">
                <a:lnSpc>
                  <a:spcPct val="100000"/>
                </a:lnSpc>
                <a:buNone/>
                <a:tabLst>
                  <a:tab pos="0" algn="l"/>
                </a:tabLst>
              </a:pPr>
              <a:t>‹Nº›</a:t>
            </a:fld>
            <a:endParaRPr lang="es-ES" sz="26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7757910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F0C1AC-84BF-994A-E152-954A72DDF5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D1C9125C-68DE-4B9F-39DB-540E664AA2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5E89F-0AAA-4E34-9BD7-38C560E08DD4}" type="datetimeFigureOut">
              <a:rPr lang="es-ES" smtClean="0"/>
              <a:t>20/05/2025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78504FA-B70C-7AC4-DA5C-D23DAB192E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E20D2DE-1616-2DF3-E02B-2D9DA1D1C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fld id="{68AF64E6-5C30-43FF-8174-D635E46B61C2}" type="slidenum">
              <a:rPr lang="es-ES" sz="2600" b="0" strike="noStrike" spc="-1" smtClean="0">
                <a:solidFill>
                  <a:srgbClr val="000000"/>
                </a:solidFill>
                <a:latin typeface="Open Sans ExtraBold"/>
                <a:ea typeface="Open Sans ExtraBold"/>
              </a:rPr>
              <a:pPr indent="0" algn="ctr">
                <a:lnSpc>
                  <a:spcPct val="100000"/>
                </a:lnSpc>
                <a:buNone/>
                <a:tabLst>
                  <a:tab pos="0" algn="l"/>
                </a:tabLst>
              </a:pPr>
              <a:t>‹Nº›</a:t>
            </a:fld>
            <a:endParaRPr lang="es-ES" sz="26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8494475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18C81780-16DA-9194-069A-E028077E0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5E89F-0AAA-4E34-9BD7-38C560E08DD4}" type="datetimeFigureOut">
              <a:rPr lang="es-ES" smtClean="0"/>
              <a:t>20/05/2025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79767DF-072E-04B1-8EE9-CA6A0C9352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7F05ED2-211C-FFD6-A036-7B6236EF6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fld id="{68AF64E6-5C30-43FF-8174-D635E46B61C2}" type="slidenum">
              <a:rPr lang="es-ES" sz="2600" b="0" strike="noStrike" spc="-1" smtClean="0">
                <a:solidFill>
                  <a:srgbClr val="000000"/>
                </a:solidFill>
                <a:latin typeface="Open Sans ExtraBold"/>
                <a:ea typeface="Open Sans ExtraBold"/>
              </a:rPr>
              <a:pPr indent="0" algn="ctr">
                <a:lnSpc>
                  <a:spcPct val="100000"/>
                </a:lnSpc>
                <a:buNone/>
                <a:tabLst>
                  <a:tab pos="0" algn="l"/>
                </a:tabLst>
              </a:pPr>
              <a:t>‹Nº›</a:t>
            </a:fld>
            <a:endParaRPr lang="es-ES" sz="26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7338735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3C172B-5D51-22A4-F1F9-5A57AF5F70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577" y="914400"/>
            <a:ext cx="7864474" cy="3200400"/>
          </a:xfrm>
        </p:spPr>
        <p:txBody>
          <a:bodyPr anchor="b"/>
          <a:lstStyle>
            <a:lvl1pPr>
              <a:defRPr sz="64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213582A-9959-6253-F6AD-848C13FD74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66376" y="1974851"/>
            <a:ext cx="12344400" cy="9747250"/>
          </a:xfrm>
        </p:spPr>
        <p:txBody>
          <a:bodyPr/>
          <a:lstStyle>
            <a:lvl1pPr>
              <a:defRPr sz="6400"/>
            </a:lvl1pPr>
            <a:lvl2pPr>
              <a:defRPr sz="5600"/>
            </a:lvl2pPr>
            <a:lvl3pPr>
              <a:defRPr sz="4800"/>
            </a:lvl3pPr>
            <a:lvl4pPr>
              <a:defRPr sz="4000"/>
            </a:lvl4pPr>
            <a:lvl5pPr>
              <a:defRPr sz="4000"/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CAC633D-8671-0812-6187-0A9E3C72FE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79577" y="4114800"/>
            <a:ext cx="7864474" cy="7623176"/>
          </a:xfrm>
        </p:spPr>
        <p:txBody>
          <a:bodyPr/>
          <a:lstStyle>
            <a:lvl1pPr marL="0" indent="0">
              <a:buNone/>
              <a:defRPr sz="3200"/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BB12115-E030-E266-F6D7-C118DAB331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5E89F-0AAA-4E34-9BD7-38C560E08DD4}" type="datetimeFigureOut">
              <a:rPr lang="es-ES" smtClean="0"/>
              <a:t>20/05/2025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98581CB-5001-D88F-CC77-89C1D9D47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8DBB9BC-E636-60E3-FF74-2A8D28990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fld id="{68AF64E6-5C30-43FF-8174-D635E46B61C2}" type="slidenum">
              <a:rPr lang="es-ES" sz="2600" b="0" strike="noStrike" spc="-1" smtClean="0">
                <a:solidFill>
                  <a:srgbClr val="000000"/>
                </a:solidFill>
                <a:latin typeface="Open Sans ExtraBold"/>
                <a:ea typeface="Open Sans ExtraBold"/>
              </a:rPr>
              <a:pPr indent="0" algn="ctr">
                <a:lnSpc>
                  <a:spcPct val="100000"/>
                </a:lnSpc>
                <a:buNone/>
                <a:tabLst>
                  <a:tab pos="0" algn="l"/>
                </a:tabLst>
              </a:pPr>
              <a:t>‹Nº›</a:t>
            </a:fld>
            <a:endParaRPr lang="es-ES" sz="26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0121853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A70E47-9DF1-BAAF-703F-1B8830222D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577" y="914400"/>
            <a:ext cx="7864474" cy="3200400"/>
          </a:xfrm>
        </p:spPr>
        <p:txBody>
          <a:bodyPr anchor="b"/>
          <a:lstStyle>
            <a:lvl1pPr>
              <a:defRPr sz="64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09E1EDA-D4A4-CE2D-BACC-F795AED624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0366376" y="1974851"/>
            <a:ext cx="12344400" cy="9747250"/>
          </a:xfrm>
        </p:spPr>
        <p:txBody>
          <a:bodyPr/>
          <a:lstStyle>
            <a:lvl1pPr marL="0" indent="0">
              <a:buNone/>
              <a:defRPr sz="6400"/>
            </a:lvl1pPr>
            <a:lvl2pPr marL="914400" indent="0">
              <a:buNone/>
              <a:defRPr sz="5600"/>
            </a:lvl2pPr>
            <a:lvl3pPr marL="1828800" indent="0">
              <a:buNone/>
              <a:defRPr sz="4800"/>
            </a:lvl3pPr>
            <a:lvl4pPr marL="2743200" indent="0">
              <a:buNone/>
              <a:defRPr sz="4000"/>
            </a:lvl4pPr>
            <a:lvl5pPr marL="3657600" indent="0">
              <a:buNone/>
              <a:defRPr sz="4000"/>
            </a:lvl5pPr>
            <a:lvl6pPr marL="4572000" indent="0">
              <a:buNone/>
              <a:defRPr sz="4000"/>
            </a:lvl6pPr>
            <a:lvl7pPr marL="5486400" indent="0">
              <a:buNone/>
              <a:defRPr sz="4000"/>
            </a:lvl7pPr>
            <a:lvl8pPr marL="6400800" indent="0">
              <a:buNone/>
              <a:defRPr sz="4000"/>
            </a:lvl8pPr>
            <a:lvl9pPr marL="7315200" indent="0">
              <a:buNone/>
              <a:defRPr sz="4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A6B9648-FE2C-5F15-B25B-0634558079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79577" y="4114800"/>
            <a:ext cx="7864474" cy="7623176"/>
          </a:xfrm>
        </p:spPr>
        <p:txBody>
          <a:bodyPr/>
          <a:lstStyle>
            <a:lvl1pPr marL="0" indent="0">
              <a:buNone/>
              <a:defRPr sz="3200"/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B34713C-4D49-DC35-6461-2915D3317C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5E89F-0AAA-4E34-9BD7-38C560E08DD4}" type="datetimeFigureOut">
              <a:rPr lang="es-ES" smtClean="0"/>
              <a:t>20/05/2025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5EFCC10-7C71-6CE0-5261-1E7EDF0419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00206D2-BB29-A177-BCF2-D3A5CBCFC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fld id="{68AF64E6-5C30-43FF-8174-D635E46B61C2}" type="slidenum">
              <a:rPr lang="es-ES" sz="2600" b="0" strike="noStrike" spc="-1" smtClean="0">
                <a:solidFill>
                  <a:srgbClr val="000000"/>
                </a:solidFill>
                <a:latin typeface="Open Sans ExtraBold"/>
                <a:ea typeface="Open Sans ExtraBold"/>
              </a:rPr>
              <a:pPr indent="0" algn="ctr">
                <a:lnSpc>
                  <a:spcPct val="100000"/>
                </a:lnSpc>
                <a:buNone/>
                <a:tabLst>
                  <a:tab pos="0" algn="l"/>
                </a:tabLst>
              </a:pPr>
              <a:t>‹Nº›</a:t>
            </a:fld>
            <a:endParaRPr lang="es-ES" sz="26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7790084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FADCCD-8B86-6DF6-AC05-7955E295BC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95C9807-C208-327D-396E-E8211AD8FF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B595DD7-4C15-0CA6-1FE1-91B1791E9F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5E89F-0AAA-4E34-9BD7-38C560E08DD4}" type="datetimeFigureOut">
              <a:rPr lang="es-ES" smtClean="0"/>
              <a:t>20/05/2025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8E43602-A869-D4D0-71D6-DA7BF0B02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9A1B394-0CE3-F927-2FD6-4EE2EEDBF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fld id="{68AF64E6-5C30-43FF-8174-D635E46B61C2}" type="slidenum">
              <a:rPr lang="es-ES" sz="2600" b="0" strike="noStrike" spc="-1" smtClean="0">
                <a:solidFill>
                  <a:srgbClr val="000000"/>
                </a:solidFill>
                <a:latin typeface="Open Sans ExtraBold"/>
                <a:ea typeface="Open Sans ExtraBold"/>
              </a:rPr>
              <a:pPr indent="0" algn="ctr">
                <a:lnSpc>
                  <a:spcPct val="100000"/>
                </a:lnSpc>
                <a:buNone/>
                <a:tabLst>
                  <a:tab pos="0" algn="l"/>
                </a:tabLst>
              </a:pPr>
              <a:t>‹Nº›</a:t>
            </a:fld>
            <a:endParaRPr lang="es-ES" sz="26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548302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D2911CD-D8F5-856B-7704-346417935A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7449800" y="730250"/>
            <a:ext cx="5257800" cy="11623676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DC12E5A-24F9-8E9C-10DA-06B48A2144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676400" y="730250"/>
            <a:ext cx="15468600" cy="11623676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8B64E80-99C6-17B7-D6D0-0200A53CFD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5E89F-0AAA-4E34-9BD7-38C560E08DD4}" type="datetimeFigureOut">
              <a:rPr lang="es-ES" smtClean="0"/>
              <a:t>20/05/2025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A17FD63-37FA-8D22-6F70-940648315D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8EFBCFC-B3CA-1FB6-2BFD-D73FC1997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fld id="{68AF64E6-5C30-43FF-8174-D635E46B61C2}" type="slidenum">
              <a:rPr lang="es-ES" sz="2600" b="0" strike="noStrike" spc="-1" smtClean="0">
                <a:solidFill>
                  <a:srgbClr val="000000"/>
                </a:solidFill>
                <a:latin typeface="Open Sans ExtraBold"/>
                <a:ea typeface="Open Sans ExtraBold"/>
              </a:rPr>
              <a:pPr indent="0" algn="ctr">
                <a:lnSpc>
                  <a:spcPct val="100000"/>
                </a:lnSpc>
                <a:buNone/>
                <a:tabLst>
                  <a:tab pos="0" algn="l"/>
                </a:tabLst>
              </a:pPr>
              <a:t>‹Nº›</a:t>
            </a:fld>
            <a:endParaRPr lang="es-ES" sz="26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0213273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0" y="2244726"/>
            <a:ext cx="18288000" cy="4775200"/>
          </a:xfrm>
        </p:spPr>
        <p:txBody>
          <a:bodyPr anchor="b"/>
          <a:lstStyle>
            <a:lvl1pPr algn="ctr">
              <a:defRPr sz="12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48000" y="7204076"/>
            <a:ext cx="18288000" cy="3311524"/>
          </a:xfrm>
        </p:spPr>
        <p:txBody>
          <a:bodyPr/>
          <a:lstStyle>
            <a:lvl1pPr marL="0" indent="0" algn="ctr">
              <a:buNone/>
              <a:defRPr sz="4800"/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es-ES"/>
              <a:t>Haga clic para modificar el estilo de subtítulo del patrón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fld id="{CC9D4882-0EF5-49E1-B295-21E20AB9C030}" type="slidenum">
              <a:rPr lang="es-ES" sz="2600" b="0" strike="noStrike" spc="-1" smtClean="0">
                <a:solidFill>
                  <a:srgbClr val="000000"/>
                </a:solidFill>
                <a:latin typeface="Open Sans ExtraBold"/>
                <a:ea typeface="Open Sans ExtraBold"/>
              </a:rPr>
              <a:pPr indent="0" algn="ctr">
                <a:lnSpc>
                  <a:spcPct val="100000"/>
                </a:lnSpc>
                <a:buNone/>
                <a:tabLst>
                  <a:tab pos="0" algn="l"/>
                </a:tabLst>
              </a:pPr>
              <a:t>‹Nº›</a:t>
            </a:fld>
            <a:endParaRPr lang="es-ES" sz="26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2822993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fld id="{CC9D4882-0EF5-49E1-B295-21E20AB9C030}" type="slidenum">
              <a:rPr lang="es-ES" sz="2600" b="0" strike="noStrike" spc="-1" smtClean="0">
                <a:solidFill>
                  <a:srgbClr val="000000"/>
                </a:solidFill>
                <a:latin typeface="Open Sans ExtraBold"/>
                <a:ea typeface="Open Sans ExtraBold"/>
              </a:rPr>
              <a:pPr indent="0" algn="ctr">
                <a:lnSpc>
                  <a:spcPct val="100000"/>
                </a:lnSpc>
                <a:buNone/>
                <a:tabLst>
                  <a:tab pos="0" algn="l"/>
                </a:tabLst>
              </a:pPr>
              <a:t>‹Nº›</a:t>
            </a:fld>
            <a:endParaRPr lang="es-ES" sz="26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8696226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63700" y="3419477"/>
            <a:ext cx="21031200" cy="5705474"/>
          </a:xfrm>
        </p:spPr>
        <p:txBody>
          <a:bodyPr anchor="b"/>
          <a:lstStyle>
            <a:lvl1pPr>
              <a:defRPr sz="12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63700" y="9178927"/>
            <a:ext cx="21031200" cy="3000374"/>
          </a:xfrm>
        </p:spPr>
        <p:txBody>
          <a:bodyPr/>
          <a:lstStyle>
            <a:lvl1pPr marL="0" indent="0"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75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75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fld id="{CC9D4882-0EF5-49E1-B295-21E20AB9C030}" type="slidenum">
              <a:rPr lang="es-ES" sz="2600" b="0" strike="noStrike" spc="-1" smtClean="0">
                <a:solidFill>
                  <a:srgbClr val="000000"/>
                </a:solidFill>
                <a:latin typeface="Open Sans ExtraBold"/>
                <a:ea typeface="Open Sans ExtraBold"/>
              </a:rPr>
              <a:pPr indent="0" algn="ctr">
                <a:lnSpc>
                  <a:spcPct val="100000"/>
                </a:lnSpc>
                <a:buNone/>
                <a:tabLst>
                  <a:tab pos="0" algn="l"/>
                </a:tabLst>
              </a:pPr>
              <a:t>‹Nº›</a:t>
            </a:fld>
            <a:endParaRPr lang="es-ES" sz="26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5956630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76400" y="3651250"/>
            <a:ext cx="10363200" cy="8702676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344400" y="3651250"/>
            <a:ext cx="10363200" cy="8702676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fld id="{CC9D4882-0EF5-49E1-B295-21E20AB9C030}" type="slidenum">
              <a:rPr lang="es-ES" sz="2600" b="0" strike="noStrike" spc="-1" smtClean="0">
                <a:solidFill>
                  <a:srgbClr val="000000"/>
                </a:solidFill>
                <a:latin typeface="Open Sans ExtraBold"/>
                <a:ea typeface="Open Sans ExtraBold"/>
              </a:rPr>
              <a:pPr indent="0" algn="ctr">
                <a:lnSpc>
                  <a:spcPct val="100000"/>
                </a:lnSpc>
                <a:buNone/>
                <a:tabLst>
                  <a:tab pos="0" algn="l"/>
                </a:tabLst>
              </a:pPr>
              <a:t>‹Nº›</a:t>
            </a:fld>
            <a:endParaRPr lang="es-ES" sz="26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76414336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6" y="730251"/>
            <a:ext cx="21031200" cy="2651126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9577" y="3362326"/>
            <a:ext cx="10315574" cy="1647824"/>
          </a:xfrm>
        </p:spPr>
        <p:txBody>
          <a:bodyPr anchor="b"/>
          <a:lstStyle>
            <a:lvl1pPr marL="0" indent="0"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79577" y="5010150"/>
            <a:ext cx="10315574" cy="7369176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2344400" y="3362326"/>
            <a:ext cx="10366376" cy="1647824"/>
          </a:xfrm>
        </p:spPr>
        <p:txBody>
          <a:bodyPr anchor="b"/>
          <a:lstStyle>
            <a:lvl1pPr marL="0" indent="0"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2344400" y="5010150"/>
            <a:ext cx="10366376" cy="7369176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fld id="{CC9D4882-0EF5-49E1-B295-21E20AB9C030}" type="slidenum">
              <a:rPr lang="es-ES" sz="2600" b="0" strike="noStrike" spc="-1" smtClean="0">
                <a:solidFill>
                  <a:srgbClr val="000000"/>
                </a:solidFill>
                <a:latin typeface="Open Sans ExtraBold"/>
                <a:ea typeface="Open Sans ExtraBold"/>
              </a:rPr>
              <a:pPr indent="0" algn="ctr">
                <a:lnSpc>
                  <a:spcPct val="100000"/>
                </a:lnSpc>
                <a:buNone/>
                <a:tabLst>
                  <a:tab pos="0" algn="l"/>
                </a:tabLst>
              </a:pPr>
              <a:t>‹Nº›</a:t>
            </a:fld>
            <a:endParaRPr lang="es-ES" sz="26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8633590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fld id="{CC9D4882-0EF5-49E1-B295-21E20AB9C030}" type="slidenum">
              <a:rPr lang="es-ES" sz="2600" b="0" strike="noStrike" spc="-1" smtClean="0">
                <a:solidFill>
                  <a:srgbClr val="000000"/>
                </a:solidFill>
                <a:latin typeface="Open Sans ExtraBold"/>
                <a:ea typeface="Open Sans ExtraBold"/>
              </a:rPr>
              <a:pPr indent="0" algn="ctr">
                <a:lnSpc>
                  <a:spcPct val="100000"/>
                </a:lnSpc>
                <a:buNone/>
                <a:tabLst>
                  <a:tab pos="0" algn="l"/>
                </a:tabLst>
              </a:pPr>
              <a:t>‹Nº›</a:t>
            </a:fld>
            <a:endParaRPr lang="es-ES" sz="26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02820346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fld id="{CC9D4882-0EF5-49E1-B295-21E20AB9C030}" type="slidenum">
              <a:rPr lang="es-ES" sz="2600" b="0" strike="noStrike" spc="-1" smtClean="0">
                <a:solidFill>
                  <a:srgbClr val="000000"/>
                </a:solidFill>
                <a:latin typeface="Open Sans ExtraBold"/>
                <a:ea typeface="Open Sans ExtraBold"/>
              </a:rPr>
              <a:pPr indent="0" algn="ctr">
                <a:lnSpc>
                  <a:spcPct val="100000"/>
                </a:lnSpc>
                <a:buNone/>
                <a:tabLst>
                  <a:tab pos="0" algn="l"/>
                </a:tabLst>
              </a:pPr>
              <a:t>‹Nº›</a:t>
            </a:fld>
            <a:endParaRPr lang="es-ES" sz="26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27933626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7" y="914400"/>
            <a:ext cx="7864474" cy="3200400"/>
          </a:xfrm>
        </p:spPr>
        <p:txBody>
          <a:bodyPr anchor="b"/>
          <a:lstStyle>
            <a:lvl1pPr>
              <a:defRPr sz="64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366376" y="1974851"/>
            <a:ext cx="12344400" cy="9747250"/>
          </a:xfrm>
        </p:spPr>
        <p:txBody>
          <a:bodyPr/>
          <a:lstStyle>
            <a:lvl1pPr>
              <a:defRPr sz="6400"/>
            </a:lvl1pPr>
            <a:lvl2pPr>
              <a:defRPr sz="5600"/>
            </a:lvl2pPr>
            <a:lvl3pPr>
              <a:defRPr sz="4800"/>
            </a:lvl3pPr>
            <a:lvl4pPr>
              <a:defRPr sz="4000"/>
            </a:lvl4pPr>
            <a:lvl5pPr>
              <a:defRPr sz="4000"/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7" y="4114800"/>
            <a:ext cx="7864474" cy="7623176"/>
          </a:xfrm>
        </p:spPr>
        <p:txBody>
          <a:bodyPr/>
          <a:lstStyle>
            <a:lvl1pPr marL="0" indent="0">
              <a:buNone/>
              <a:defRPr sz="3200"/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fld id="{CC9D4882-0EF5-49E1-B295-21E20AB9C030}" type="slidenum">
              <a:rPr lang="es-ES" sz="2600" b="0" strike="noStrike" spc="-1" smtClean="0">
                <a:solidFill>
                  <a:srgbClr val="000000"/>
                </a:solidFill>
                <a:latin typeface="Open Sans ExtraBold"/>
                <a:ea typeface="Open Sans ExtraBold"/>
              </a:rPr>
              <a:pPr indent="0" algn="ctr">
                <a:lnSpc>
                  <a:spcPct val="100000"/>
                </a:lnSpc>
                <a:buNone/>
                <a:tabLst>
                  <a:tab pos="0" algn="l"/>
                </a:tabLst>
              </a:pPr>
              <a:t>‹Nº›</a:t>
            </a:fld>
            <a:endParaRPr lang="es-ES" sz="26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76687129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7" y="914400"/>
            <a:ext cx="7864474" cy="3200400"/>
          </a:xfrm>
        </p:spPr>
        <p:txBody>
          <a:bodyPr anchor="b"/>
          <a:lstStyle>
            <a:lvl1pPr>
              <a:defRPr sz="64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366376" y="1974851"/>
            <a:ext cx="12344400" cy="9747250"/>
          </a:xfrm>
        </p:spPr>
        <p:txBody>
          <a:bodyPr anchor="t"/>
          <a:lstStyle>
            <a:lvl1pPr marL="0" indent="0">
              <a:buNone/>
              <a:defRPr sz="6400"/>
            </a:lvl1pPr>
            <a:lvl2pPr marL="914400" indent="0">
              <a:buNone/>
              <a:defRPr sz="5600"/>
            </a:lvl2pPr>
            <a:lvl3pPr marL="1828800" indent="0">
              <a:buNone/>
              <a:defRPr sz="4800"/>
            </a:lvl3pPr>
            <a:lvl4pPr marL="2743200" indent="0">
              <a:buNone/>
              <a:defRPr sz="4000"/>
            </a:lvl4pPr>
            <a:lvl5pPr marL="3657600" indent="0">
              <a:buNone/>
              <a:defRPr sz="4000"/>
            </a:lvl5pPr>
            <a:lvl6pPr marL="4572000" indent="0">
              <a:buNone/>
              <a:defRPr sz="4000"/>
            </a:lvl6pPr>
            <a:lvl7pPr marL="5486400" indent="0">
              <a:buNone/>
              <a:defRPr sz="4000"/>
            </a:lvl7pPr>
            <a:lvl8pPr marL="6400800" indent="0">
              <a:buNone/>
              <a:defRPr sz="4000"/>
            </a:lvl8pPr>
            <a:lvl9pPr marL="7315200" indent="0">
              <a:buNone/>
              <a:defRPr sz="4000"/>
            </a:lvl9pPr>
          </a:lstStyle>
          <a:p>
            <a:r>
              <a:rPr lang="es-ES"/>
              <a:t>Haga clic en el icono para agregar una imagen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7" y="4114800"/>
            <a:ext cx="7864474" cy="7623176"/>
          </a:xfrm>
        </p:spPr>
        <p:txBody>
          <a:bodyPr/>
          <a:lstStyle>
            <a:lvl1pPr marL="0" indent="0">
              <a:buNone/>
              <a:defRPr sz="3200"/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fld id="{CC9D4882-0EF5-49E1-B295-21E20AB9C030}" type="slidenum">
              <a:rPr lang="es-ES" sz="2600" b="0" strike="noStrike" spc="-1" smtClean="0">
                <a:solidFill>
                  <a:srgbClr val="000000"/>
                </a:solidFill>
                <a:latin typeface="Open Sans ExtraBold"/>
                <a:ea typeface="Open Sans ExtraBold"/>
              </a:rPr>
              <a:pPr indent="0" algn="ctr">
                <a:lnSpc>
                  <a:spcPct val="100000"/>
                </a:lnSpc>
                <a:buNone/>
                <a:tabLst>
                  <a:tab pos="0" algn="l"/>
                </a:tabLst>
              </a:pPr>
              <a:t>‹Nº›</a:t>
            </a:fld>
            <a:endParaRPr lang="es-ES" sz="26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9334675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fld id="{CC9D4882-0EF5-49E1-B295-21E20AB9C030}" type="slidenum">
              <a:rPr lang="es-ES" sz="2600" b="0" strike="noStrike" spc="-1" smtClean="0">
                <a:solidFill>
                  <a:srgbClr val="000000"/>
                </a:solidFill>
                <a:latin typeface="Open Sans ExtraBold"/>
                <a:ea typeface="Open Sans ExtraBold"/>
              </a:rPr>
              <a:pPr indent="0" algn="ctr">
                <a:lnSpc>
                  <a:spcPct val="100000"/>
                </a:lnSpc>
                <a:buNone/>
                <a:tabLst>
                  <a:tab pos="0" algn="l"/>
                </a:tabLst>
              </a:pPr>
              <a:t>‹Nº›</a:t>
            </a:fld>
            <a:endParaRPr lang="es-ES" sz="26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38325804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7449800" y="730250"/>
            <a:ext cx="5257800" cy="11623676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76400" y="730250"/>
            <a:ext cx="15468600" cy="11623676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fld id="{CC9D4882-0EF5-49E1-B295-21E20AB9C030}" type="slidenum">
              <a:rPr lang="es-ES" sz="2600" b="0" strike="noStrike" spc="-1" smtClean="0">
                <a:solidFill>
                  <a:srgbClr val="000000"/>
                </a:solidFill>
                <a:latin typeface="Open Sans ExtraBold"/>
                <a:ea typeface="Open Sans ExtraBold"/>
              </a:rPr>
              <a:pPr indent="0" algn="ctr">
                <a:lnSpc>
                  <a:spcPct val="100000"/>
                </a:lnSpc>
                <a:buNone/>
                <a:tabLst>
                  <a:tab pos="0" algn="l"/>
                </a:tabLst>
              </a:pPr>
              <a:t>‹Nº›</a:t>
            </a:fld>
            <a:endParaRPr lang="es-ES" sz="26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60931613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880" cy="2289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s-E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subTitle"/>
          </p:nvPr>
        </p:nvSpPr>
        <p:spPr>
          <a:xfrm>
            <a:off x="1218960" y="3209400"/>
            <a:ext cx="21944880" cy="7954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s-E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F4FF63A0-587F-4913-90A4-EC3AEC5CD86A}" type="slidenum">
              <a:rPr/>
              <a:p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02898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51659130-4E77-FE9E-619E-513F73BCB0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730251"/>
            <a:ext cx="21031200" cy="2651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9D1BF36-FE1D-39A9-25C5-CAEAB7005D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76400" y="3651250"/>
            <a:ext cx="21031200" cy="87026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53090E4-0B71-84E8-6755-3BC63B5BC0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85E89F-0AAA-4E34-9BD7-38C560E08DD4}" type="datetimeFigureOut">
              <a:rPr lang="es-ES" smtClean="0"/>
              <a:t>20/05/2025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C204356-8DB9-122C-BE65-404E88FBE8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24BF00B-39AA-C2F9-2197-BD4596E489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fld id="{68AF64E6-5C30-43FF-8174-D635E46B61C2}" type="slidenum">
              <a:rPr lang="es-ES" sz="2600" b="0" strike="noStrike" spc="-1" smtClean="0">
                <a:solidFill>
                  <a:srgbClr val="000000"/>
                </a:solidFill>
                <a:latin typeface="Open Sans ExtraBold"/>
                <a:ea typeface="Open Sans ExtraBold"/>
              </a:rPr>
              <a:pPr indent="0" algn="ctr">
                <a:lnSpc>
                  <a:spcPct val="100000"/>
                </a:lnSpc>
                <a:buNone/>
                <a:tabLst>
                  <a:tab pos="0" algn="l"/>
                </a:tabLst>
              </a:pPr>
              <a:t>‹Nº›</a:t>
            </a:fld>
            <a:endParaRPr lang="es-ES" sz="26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750035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</p:sldLayoutIdLst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8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kern="1200">
          <a:solidFill>
            <a:schemeClr val="tx1"/>
          </a:solidFill>
          <a:latin typeface="+mn-lt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76400" y="730251"/>
            <a:ext cx="21031200" cy="2651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6400" y="3651250"/>
            <a:ext cx="21031200" cy="87026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5/20/2025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fld id="{CC9D4882-0EF5-49E1-B295-21E20AB9C030}" type="slidenum">
              <a:rPr lang="es-ES" sz="2600" b="0" strike="noStrike" spc="-1" smtClean="0">
                <a:solidFill>
                  <a:srgbClr val="000000"/>
                </a:solidFill>
                <a:latin typeface="Open Sans ExtraBold"/>
                <a:ea typeface="Open Sans ExtraBold"/>
              </a:rPr>
              <a:pPr indent="0" algn="ctr">
                <a:lnSpc>
                  <a:spcPct val="100000"/>
                </a:lnSpc>
                <a:buNone/>
                <a:tabLst>
                  <a:tab pos="0" algn="l"/>
                </a:tabLst>
              </a:pPr>
              <a:t>‹Nº›</a:t>
            </a:fld>
            <a:endParaRPr lang="es-ES" sz="26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7728048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</p:sldLayoutIdLst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8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kern="1200">
          <a:solidFill>
            <a:schemeClr val="tx1"/>
          </a:solidFill>
          <a:latin typeface="+mn-lt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3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3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Créatif."/>
          <p:cNvSpPr/>
          <p:nvPr/>
        </p:nvSpPr>
        <p:spPr>
          <a:xfrm>
            <a:off x="2772720" y="2370960"/>
            <a:ext cx="14419940" cy="5273158"/>
          </a:xfrm>
          <a:prstGeom prst="rect">
            <a:avLst/>
          </a:prstGeom>
          <a:noFill/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50760" tIns="50760" rIns="50760" bIns="50760" anchor="b">
            <a:spAutoFit/>
          </a:bodyPr>
          <a:lstStyle/>
          <a:p>
            <a:pPr>
              <a:lnSpc>
                <a:spcPct val="70000"/>
              </a:lnSpc>
              <a:tabLst>
                <a:tab pos="0" algn="l"/>
              </a:tabLst>
            </a:pPr>
            <a:r>
              <a:rPr lang="es-ES" sz="12000" b="0" strike="noStrike" spc="-531">
                <a:solidFill>
                  <a:schemeClr val="accent6">
                    <a:lumOff val="5290"/>
                  </a:schemeClr>
                </a:solidFill>
                <a:latin typeface="Open Sans Bold"/>
                <a:ea typeface="Open Sans Bold"/>
              </a:rPr>
              <a:t>TEMA 6: ELABORACIÓN DE DIAGRAMAS COMPORTAMIENTO</a:t>
            </a:r>
            <a:endParaRPr lang="es-ES" sz="1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© 2020 Créatif,…"/>
          <p:cNvSpPr/>
          <p:nvPr/>
        </p:nvSpPr>
        <p:spPr>
          <a:xfrm>
            <a:off x="2772720" y="7539840"/>
            <a:ext cx="14809320" cy="932040"/>
          </a:xfrm>
          <a:prstGeom prst="rect">
            <a:avLst/>
          </a:prstGeom>
          <a:noFill/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0760" tIns="50760" rIns="50760" bIns="5076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s-ES" sz="5400" b="0" strike="noStrike" spc="-1">
              <a:solidFill>
                <a:schemeClr val="accent5">
                  <a:lumOff val="16270"/>
                </a:schemeClr>
              </a:solidFill>
              <a:latin typeface="Open Sans"/>
              <a:ea typeface="Open Sans"/>
            </a:endParaRPr>
          </a:p>
        </p:txBody>
      </p:sp>
      <p:sp>
        <p:nvSpPr>
          <p:cNvPr id="93" name="Rectangle"/>
          <p:cNvSpPr/>
          <p:nvPr/>
        </p:nvSpPr>
        <p:spPr>
          <a:xfrm>
            <a:off x="2772720" y="11585520"/>
            <a:ext cx="5050440" cy="562320"/>
          </a:xfrm>
          <a:prstGeom prst="rect">
            <a:avLst/>
          </a:prstGeom>
          <a:solidFill>
            <a:schemeClr val="accent1">
              <a:satOff val="-20007"/>
              <a:lumOff val="19999"/>
            </a:schemeClr>
          </a:solidFill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s-ES" sz="3200" b="0" strike="noStrike" spc="-1">
              <a:solidFill>
                <a:schemeClr val="bg1"/>
              </a:solidFill>
              <a:latin typeface="Lato Regular"/>
              <a:ea typeface="Lato Regular"/>
            </a:endParaRPr>
          </a:p>
        </p:txBody>
      </p:sp>
      <p:sp>
        <p:nvSpPr>
          <p:cNvPr id="94" name="Welcome Slide"/>
          <p:cNvSpPr/>
          <p:nvPr/>
        </p:nvSpPr>
        <p:spPr>
          <a:xfrm>
            <a:off x="3087720" y="11615730"/>
            <a:ext cx="3464394" cy="502621"/>
          </a:xfrm>
          <a:prstGeom prst="rect">
            <a:avLst/>
          </a:prstGeom>
          <a:noFill/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50760" tIns="50760" rIns="50760" bIns="5076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s-ES" sz="2600" b="0" strike="noStrike" spc="-1">
                <a:solidFill>
                  <a:schemeClr val="bg1"/>
                </a:solidFill>
                <a:latin typeface="Lato-Light"/>
                <a:ea typeface="Lato-Light"/>
              </a:rPr>
              <a:t>Alberto Ruiz </a:t>
            </a:r>
            <a:r>
              <a:rPr lang="es-ES" sz="2600" b="0" strike="noStrike" spc="-1" err="1">
                <a:solidFill>
                  <a:schemeClr val="bg1"/>
                </a:solidFill>
                <a:latin typeface="Lato-Light"/>
                <a:ea typeface="Lato-Light"/>
              </a:rPr>
              <a:t>Rodriguez</a:t>
            </a:r>
            <a:endParaRPr lang="es-ES" sz="2600" b="0" strike="noStrike" spc="-1">
              <a:solidFill>
                <a:schemeClr val="bg1"/>
              </a:solidFill>
              <a:latin typeface="Arial"/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A83ED60F-9FC2-E60D-57FE-420121BA6A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05867" y="3800802"/>
            <a:ext cx="6554618" cy="259999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1" name="Rectangle 100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4377904" cy="13716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CuadroTexto 1"/>
          <p:cNvSpPr/>
          <p:nvPr/>
        </p:nvSpPr>
        <p:spPr>
          <a:xfrm>
            <a:off x="1682496" y="1097280"/>
            <a:ext cx="7201720" cy="10863072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overflow" horzOverflow="overflow" vert="horz" lIns="91440" tIns="45720" rIns="91440" bIns="45720" numCol="1" spcCol="3816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tabLst>
                <a:tab pos="0" algn="l"/>
              </a:tabLst>
            </a:pPr>
            <a:r>
              <a:rPr lang="en-US" sz="10800" b="1" strike="noStrike" kern="1200" spc="-1">
                <a:solidFill>
                  <a:schemeClr val="tx1"/>
                </a:solidFill>
                <a:latin typeface="+mj-lt"/>
                <a:ea typeface="+mj-ea"/>
                <a:cs typeface="+mj-cs"/>
              </a:rPr>
              <a:t>INDICE</a:t>
            </a:r>
            <a:endParaRPr lang="en-US" sz="10800" b="0" strike="noStrike" kern="1200" spc="-1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03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087966" y="6517430"/>
            <a:ext cx="8961120" cy="36576"/>
          </a:xfrm>
          <a:custGeom>
            <a:avLst/>
            <a:gdLst>
              <a:gd name="connsiteX0" fmla="*/ 0 w 8961120"/>
              <a:gd name="connsiteY0" fmla="*/ 0 h 36576"/>
              <a:gd name="connsiteX1" fmla="*/ 599706 w 8961120"/>
              <a:gd name="connsiteY1" fmla="*/ 0 h 36576"/>
              <a:gd name="connsiteX2" fmla="*/ 1289023 w 8961120"/>
              <a:gd name="connsiteY2" fmla="*/ 0 h 36576"/>
              <a:gd name="connsiteX3" fmla="*/ 2067951 w 8961120"/>
              <a:gd name="connsiteY3" fmla="*/ 0 h 36576"/>
              <a:gd name="connsiteX4" fmla="*/ 2667656 w 8961120"/>
              <a:gd name="connsiteY4" fmla="*/ 0 h 36576"/>
              <a:gd name="connsiteX5" fmla="*/ 3356973 w 8961120"/>
              <a:gd name="connsiteY5" fmla="*/ 0 h 36576"/>
              <a:gd name="connsiteX6" fmla="*/ 4225513 w 8961120"/>
              <a:gd name="connsiteY6" fmla="*/ 0 h 36576"/>
              <a:gd name="connsiteX7" fmla="*/ 4735607 w 8961120"/>
              <a:gd name="connsiteY7" fmla="*/ 0 h 36576"/>
              <a:gd name="connsiteX8" fmla="*/ 5514535 w 8961120"/>
              <a:gd name="connsiteY8" fmla="*/ 0 h 36576"/>
              <a:gd name="connsiteX9" fmla="*/ 6024630 w 8961120"/>
              <a:gd name="connsiteY9" fmla="*/ 0 h 36576"/>
              <a:gd name="connsiteX10" fmla="*/ 6713947 w 8961120"/>
              <a:gd name="connsiteY10" fmla="*/ 0 h 36576"/>
              <a:gd name="connsiteX11" fmla="*/ 7492875 w 8961120"/>
              <a:gd name="connsiteY11" fmla="*/ 0 h 36576"/>
              <a:gd name="connsiteX12" fmla="*/ 7913358 w 8961120"/>
              <a:gd name="connsiteY12" fmla="*/ 0 h 36576"/>
              <a:gd name="connsiteX13" fmla="*/ 8333842 w 8961120"/>
              <a:gd name="connsiteY13" fmla="*/ 0 h 36576"/>
              <a:gd name="connsiteX14" fmla="*/ 8961120 w 8961120"/>
              <a:gd name="connsiteY14" fmla="*/ 0 h 36576"/>
              <a:gd name="connsiteX15" fmla="*/ 8961120 w 8961120"/>
              <a:gd name="connsiteY15" fmla="*/ 36576 h 36576"/>
              <a:gd name="connsiteX16" fmla="*/ 8182192 w 8961120"/>
              <a:gd name="connsiteY16" fmla="*/ 36576 h 36576"/>
              <a:gd name="connsiteX17" fmla="*/ 7492875 w 8961120"/>
              <a:gd name="connsiteY17" fmla="*/ 36576 h 36576"/>
              <a:gd name="connsiteX18" fmla="*/ 6893169 w 8961120"/>
              <a:gd name="connsiteY18" fmla="*/ 36576 h 36576"/>
              <a:gd name="connsiteX19" fmla="*/ 6114241 w 8961120"/>
              <a:gd name="connsiteY19" fmla="*/ 36576 h 36576"/>
              <a:gd name="connsiteX20" fmla="*/ 5424924 w 8961120"/>
              <a:gd name="connsiteY20" fmla="*/ 36576 h 36576"/>
              <a:gd name="connsiteX21" fmla="*/ 4556385 w 8961120"/>
              <a:gd name="connsiteY21" fmla="*/ 36576 h 36576"/>
              <a:gd name="connsiteX22" fmla="*/ 3687846 w 8961120"/>
              <a:gd name="connsiteY22" fmla="*/ 36576 h 36576"/>
              <a:gd name="connsiteX23" fmla="*/ 2908917 w 8961120"/>
              <a:gd name="connsiteY23" fmla="*/ 36576 h 36576"/>
              <a:gd name="connsiteX24" fmla="*/ 2129989 w 8961120"/>
              <a:gd name="connsiteY24" fmla="*/ 36576 h 36576"/>
              <a:gd name="connsiteX25" fmla="*/ 1351061 w 8961120"/>
              <a:gd name="connsiteY25" fmla="*/ 36576 h 36576"/>
              <a:gd name="connsiteX26" fmla="*/ 840967 w 8961120"/>
              <a:gd name="connsiteY26" fmla="*/ 36576 h 36576"/>
              <a:gd name="connsiteX27" fmla="*/ 0 w 8961120"/>
              <a:gd name="connsiteY27" fmla="*/ 36576 h 36576"/>
              <a:gd name="connsiteX28" fmla="*/ 0 w 8961120"/>
              <a:gd name="connsiteY28" fmla="*/ 0 h 36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8961120" h="36576" fill="none" extrusionOk="0">
                <a:moveTo>
                  <a:pt x="0" y="0"/>
                </a:moveTo>
                <a:cubicBezTo>
                  <a:pt x="141480" y="-15333"/>
                  <a:pt x="370118" y="21604"/>
                  <a:pt x="599706" y="0"/>
                </a:cubicBezTo>
                <a:cubicBezTo>
                  <a:pt x="829294" y="-21604"/>
                  <a:pt x="1058535" y="-22495"/>
                  <a:pt x="1289023" y="0"/>
                </a:cubicBezTo>
                <a:cubicBezTo>
                  <a:pt x="1519511" y="22495"/>
                  <a:pt x="1862975" y="-27298"/>
                  <a:pt x="2067951" y="0"/>
                </a:cubicBezTo>
                <a:cubicBezTo>
                  <a:pt x="2272927" y="27298"/>
                  <a:pt x="2486269" y="618"/>
                  <a:pt x="2667656" y="0"/>
                </a:cubicBezTo>
                <a:cubicBezTo>
                  <a:pt x="2849043" y="-618"/>
                  <a:pt x="3130582" y="294"/>
                  <a:pt x="3356973" y="0"/>
                </a:cubicBezTo>
                <a:cubicBezTo>
                  <a:pt x="3583364" y="-294"/>
                  <a:pt x="3860958" y="33263"/>
                  <a:pt x="4225513" y="0"/>
                </a:cubicBezTo>
                <a:cubicBezTo>
                  <a:pt x="4590068" y="-33263"/>
                  <a:pt x="4589519" y="15734"/>
                  <a:pt x="4735607" y="0"/>
                </a:cubicBezTo>
                <a:cubicBezTo>
                  <a:pt x="4881695" y="-15734"/>
                  <a:pt x="5207957" y="-6921"/>
                  <a:pt x="5514535" y="0"/>
                </a:cubicBezTo>
                <a:cubicBezTo>
                  <a:pt x="5821113" y="6921"/>
                  <a:pt x="5851142" y="25056"/>
                  <a:pt x="6024630" y="0"/>
                </a:cubicBezTo>
                <a:cubicBezTo>
                  <a:pt x="6198119" y="-25056"/>
                  <a:pt x="6514519" y="416"/>
                  <a:pt x="6713947" y="0"/>
                </a:cubicBezTo>
                <a:cubicBezTo>
                  <a:pt x="6913375" y="-416"/>
                  <a:pt x="7296443" y="-1148"/>
                  <a:pt x="7492875" y="0"/>
                </a:cubicBezTo>
                <a:cubicBezTo>
                  <a:pt x="7689307" y="1148"/>
                  <a:pt x="7771987" y="-10766"/>
                  <a:pt x="7913358" y="0"/>
                </a:cubicBezTo>
                <a:cubicBezTo>
                  <a:pt x="8054729" y="10766"/>
                  <a:pt x="8199560" y="17209"/>
                  <a:pt x="8333842" y="0"/>
                </a:cubicBezTo>
                <a:cubicBezTo>
                  <a:pt x="8468124" y="-17209"/>
                  <a:pt x="8809906" y="28732"/>
                  <a:pt x="8961120" y="0"/>
                </a:cubicBezTo>
                <a:cubicBezTo>
                  <a:pt x="8961581" y="9258"/>
                  <a:pt x="8962567" y="24151"/>
                  <a:pt x="8961120" y="36576"/>
                </a:cubicBezTo>
                <a:cubicBezTo>
                  <a:pt x="8648097" y="8285"/>
                  <a:pt x="8460001" y="19892"/>
                  <a:pt x="8182192" y="36576"/>
                </a:cubicBezTo>
                <a:cubicBezTo>
                  <a:pt x="7904383" y="53260"/>
                  <a:pt x="7651168" y="50024"/>
                  <a:pt x="7492875" y="36576"/>
                </a:cubicBezTo>
                <a:cubicBezTo>
                  <a:pt x="7334582" y="23128"/>
                  <a:pt x="7161252" y="15794"/>
                  <a:pt x="6893169" y="36576"/>
                </a:cubicBezTo>
                <a:cubicBezTo>
                  <a:pt x="6625086" y="57358"/>
                  <a:pt x="6346059" y="13226"/>
                  <a:pt x="6114241" y="36576"/>
                </a:cubicBezTo>
                <a:cubicBezTo>
                  <a:pt x="5882423" y="59926"/>
                  <a:pt x="5611664" y="59524"/>
                  <a:pt x="5424924" y="36576"/>
                </a:cubicBezTo>
                <a:cubicBezTo>
                  <a:pt x="5238184" y="13628"/>
                  <a:pt x="4904817" y="66788"/>
                  <a:pt x="4556385" y="36576"/>
                </a:cubicBezTo>
                <a:cubicBezTo>
                  <a:pt x="4207953" y="6364"/>
                  <a:pt x="4069347" y="32352"/>
                  <a:pt x="3687846" y="36576"/>
                </a:cubicBezTo>
                <a:cubicBezTo>
                  <a:pt x="3306345" y="40800"/>
                  <a:pt x="3068536" y="25951"/>
                  <a:pt x="2908917" y="36576"/>
                </a:cubicBezTo>
                <a:cubicBezTo>
                  <a:pt x="2749298" y="47201"/>
                  <a:pt x="2482422" y="65251"/>
                  <a:pt x="2129989" y="36576"/>
                </a:cubicBezTo>
                <a:cubicBezTo>
                  <a:pt x="1777556" y="7901"/>
                  <a:pt x="1654480" y="34614"/>
                  <a:pt x="1351061" y="36576"/>
                </a:cubicBezTo>
                <a:cubicBezTo>
                  <a:pt x="1047642" y="38538"/>
                  <a:pt x="1054685" y="22582"/>
                  <a:pt x="840967" y="36576"/>
                </a:cubicBezTo>
                <a:cubicBezTo>
                  <a:pt x="627249" y="50570"/>
                  <a:pt x="351133" y="53217"/>
                  <a:pt x="0" y="36576"/>
                </a:cubicBezTo>
                <a:cubicBezTo>
                  <a:pt x="-472" y="19807"/>
                  <a:pt x="-535" y="8247"/>
                  <a:pt x="0" y="0"/>
                </a:cubicBezTo>
                <a:close/>
              </a:path>
              <a:path w="8961120" h="36576" stroke="0" extrusionOk="0">
                <a:moveTo>
                  <a:pt x="0" y="0"/>
                </a:moveTo>
                <a:cubicBezTo>
                  <a:pt x="173318" y="24176"/>
                  <a:pt x="330229" y="10910"/>
                  <a:pt x="599706" y="0"/>
                </a:cubicBezTo>
                <a:cubicBezTo>
                  <a:pt x="869183" y="-10910"/>
                  <a:pt x="847424" y="1915"/>
                  <a:pt x="1020189" y="0"/>
                </a:cubicBezTo>
                <a:cubicBezTo>
                  <a:pt x="1192954" y="-1915"/>
                  <a:pt x="1624559" y="-28249"/>
                  <a:pt x="1888728" y="0"/>
                </a:cubicBezTo>
                <a:cubicBezTo>
                  <a:pt x="2152897" y="28249"/>
                  <a:pt x="2347351" y="-14939"/>
                  <a:pt x="2488434" y="0"/>
                </a:cubicBezTo>
                <a:cubicBezTo>
                  <a:pt x="2629517" y="14939"/>
                  <a:pt x="2800841" y="26223"/>
                  <a:pt x="3088140" y="0"/>
                </a:cubicBezTo>
                <a:cubicBezTo>
                  <a:pt x="3375439" y="-26223"/>
                  <a:pt x="3652831" y="14211"/>
                  <a:pt x="3956679" y="0"/>
                </a:cubicBezTo>
                <a:cubicBezTo>
                  <a:pt x="4260527" y="-14211"/>
                  <a:pt x="4242730" y="6792"/>
                  <a:pt x="4466774" y="0"/>
                </a:cubicBezTo>
                <a:cubicBezTo>
                  <a:pt x="4690818" y="-6792"/>
                  <a:pt x="5136125" y="-25519"/>
                  <a:pt x="5335313" y="0"/>
                </a:cubicBezTo>
                <a:cubicBezTo>
                  <a:pt x="5534501" y="25519"/>
                  <a:pt x="5994618" y="-13332"/>
                  <a:pt x="6203852" y="0"/>
                </a:cubicBezTo>
                <a:cubicBezTo>
                  <a:pt x="6413086" y="13332"/>
                  <a:pt x="6641282" y="-3462"/>
                  <a:pt x="6893169" y="0"/>
                </a:cubicBezTo>
                <a:cubicBezTo>
                  <a:pt x="7145056" y="3462"/>
                  <a:pt x="7586314" y="18738"/>
                  <a:pt x="7761709" y="0"/>
                </a:cubicBezTo>
                <a:cubicBezTo>
                  <a:pt x="7937104" y="-18738"/>
                  <a:pt x="8158068" y="-11761"/>
                  <a:pt x="8361414" y="0"/>
                </a:cubicBezTo>
                <a:cubicBezTo>
                  <a:pt x="8564761" y="11761"/>
                  <a:pt x="8732843" y="11431"/>
                  <a:pt x="8961120" y="0"/>
                </a:cubicBezTo>
                <a:cubicBezTo>
                  <a:pt x="8959834" y="7335"/>
                  <a:pt x="8960689" y="23090"/>
                  <a:pt x="8961120" y="36576"/>
                </a:cubicBezTo>
                <a:cubicBezTo>
                  <a:pt x="8688604" y="37591"/>
                  <a:pt x="8580507" y="51331"/>
                  <a:pt x="8271803" y="36576"/>
                </a:cubicBezTo>
                <a:cubicBezTo>
                  <a:pt x="7963099" y="21821"/>
                  <a:pt x="7885912" y="70879"/>
                  <a:pt x="7582486" y="36576"/>
                </a:cubicBezTo>
                <a:cubicBezTo>
                  <a:pt x="7279060" y="2273"/>
                  <a:pt x="7124640" y="58875"/>
                  <a:pt x="6713947" y="36576"/>
                </a:cubicBezTo>
                <a:cubicBezTo>
                  <a:pt x="6303254" y="14277"/>
                  <a:pt x="6305410" y="26805"/>
                  <a:pt x="6024630" y="36576"/>
                </a:cubicBezTo>
                <a:cubicBezTo>
                  <a:pt x="5743850" y="46347"/>
                  <a:pt x="5721586" y="27452"/>
                  <a:pt x="5604147" y="36576"/>
                </a:cubicBezTo>
                <a:cubicBezTo>
                  <a:pt x="5486708" y="45700"/>
                  <a:pt x="5327814" y="44935"/>
                  <a:pt x="5094052" y="36576"/>
                </a:cubicBezTo>
                <a:cubicBezTo>
                  <a:pt x="4860290" y="28217"/>
                  <a:pt x="4435653" y="17219"/>
                  <a:pt x="4225513" y="36576"/>
                </a:cubicBezTo>
                <a:cubicBezTo>
                  <a:pt x="4015373" y="55933"/>
                  <a:pt x="3842740" y="48019"/>
                  <a:pt x="3536196" y="36576"/>
                </a:cubicBezTo>
                <a:cubicBezTo>
                  <a:pt x="3229652" y="25133"/>
                  <a:pt x="3219329" y="26285"/>
                  <a:pt x="3026101" y="36576"/>
                </a:cubicBezTo>
                <a:cubicBezTo>
                  <a:pt x="2832873" y="46867"/>
                  <a:pt x="2489409" y="9200"/>
                  <a:pt x="2336784" y="36576"/>
                </a:cubicBezTo>
                <a:cubicBezTo>
                  <a:pt x="2184159" y="63952"/>
                  <a:pt x="2049920" y="36374"/>
                  <a:pt x="1916301" y="36576"/>
                </a:cubicBezTo>
                <a:cubicBezTo>
                  <a:pt x="1782682" y="36778"/>
                  <a:pt x="1607936" y="36547"/>
                  <a:pt x="1495818" y="36576"/>
                </a:cubicBezTo>
                <a:cubicBezTo>
                  <a:pt x="1383700" y="36605"/>
                  <a:pt x="1097703" y="70325"/>
                  <a:pt x="806501" y="36576"/>
                </a:cubicBezTo>
                <a:cubicBezTo>
                  <a:pt x="515299" y="2827"/>
                  <a:pt x="401710" y="-327"/>
                  <a:pt x="0" y="36576"/>
                </a:cubicBezTo>
                <a:cubicBezTo>
                  <a:pt x="-1649" y="19104"/>
                  <a:pt x="652" y="1022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CuadroTexto 6"/>
          <p:cNvSpPr/>
          <p:nvPr/>
        </p:nvSpPr>
        <p:spPr>
          <a:xfrm>
            <a:off x="10252836" y="1104182"/>
            <a:ext cx="12448670" cy="10863072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="horz" lIns="91440" tIns="45720" rIns="91440" bIns="45720" numCol="2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700" b="1" spc="-1" dirty="0"/>
              <a:t>1. </a:t>
            </a:r>
            <a:r>
              <a:rPr lang="en-US" sz="3700" b="1" spc="-1" dirty="0" err="1"/>
              <a:t>Introducción</a:t>
            </a:r>
            <a:endParaRPr lang="en-US" sz="3700" b="1" spc="-1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700" spc="-1" dirty="0"/>
              <a:t>▪ 1.1 Mapa conceptual del </a:t>
            </a:r>
            <a:r>
              <a:rPr lang="en-US" sz="3700" spc="-1" dirty="0" err="1"/>
              <a:t>tema</a:t>
            </a:r>
            <a:endParaRPr lang="en-US" sz="3700" spc="-1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700" spc="-1" dirty="0"/>
              <a:t>▪ 1.2 </a:t>
            </a:r>
            <a:r>
              <a:rPr lang="en-US" sz="3700" spc="-1" dirty="0" err="1"/>
              <a:t>Comportamiento</a:t>
            </a:r>
            <a:r>
              <a:rPr lang="en-US" sz="3700" spc="-1" dirty="0"/>
              <a:t> </a:t>
            </a:r>
            <a:r>
              <a:rPr lang="en-US" sz="3700" spc="-1" dirty="0" err="1"/>
              <a:t>dinámico</a:t>
            </a:r>
            <a:r>
              <a:rPr lang="en-US" sz="3700" spc="-1" dirty="0"/>
              <a:t> del </a:t>
            </a:r>
            <a:r>
              <a:rPr lang="en-US" sz="3700" spc="-1" dirty="0" err="1"/>
              <a:t>sistema</a:t>
            </a:r>
            <a:endParaRPr lang="en-US" sz="3700" spc="-1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700" spc="-1" dirty="0"/>
              <a:t>▪ 1.3 </a:t>
            </a:r>
            <a:r>
              <a:rPr lang="en-US" sz="3700" spc="-1" dirty="0" err="1"/>
              <a:t>Algunos</a:t>
            </a:r>
            <a:r>
              <a:rPr lang="en-US" sz="3700" spc="-1" dirty="0"/>
              <a:t> </a:t>
            </a:r>
            <a:r>
              <a:rPr lang="en-US" sz="3700" spc="-1" dirty="0" err="1"/>
              <a:t>conceptos</a:t>
            </a:r>
            <a:r>
              <a:rPr lang="en-US" sz="3700" spc="-1" dirty="0"/>
              <a:t> </a:t>
            </a:r>
            <a:r>
              <a:rPr lang="en-US" sz="3700" spc="-1" dirty="0" err="1"/>
              <a:t>importantes</a:t>
            </a:r>
            <a:endParaRPr lang="en-US" sz="3700" spc="-1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700" b="1" spc="-1" dirty="0"/>
              <a:t>2. </a:t>
            </a:r>
            <a:r>
              <a:rPr lang="en-US" sz="3700" b="1" spc="-1" dirty="0" err="1"/>
              <a:t>Diagramas</a:t>
            </a:r>
            <a:r>
              <a:rPr lang="en-US" sz="3700" b="1" spc="-1" dirty="0"/>
              <a:t> de </a:t>
            </a:r>
            <a:r>
              <a:rPr lang="en-US" sz="3700" b="1" spc="-1" dirty="0" err="1"/>
              <a:t>casos</a:t>
            </a:r>
            <a:r>
              <a:rPr lang="en-US" sz="3700" b="1" spc="-1" dirty="0"/>
              <a:t> de </a:t>
            </a:r>
            <a:r>
              <a:rPr lang="en-US" sz="3700" b="1" spc="-1" dirty="0" err="1"/>
              <a:t>uso</a:t>
            </a:r>
            <a:endParaRPr lang="en-US" sz="3700" b="1" spc="-1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700" spc="-1" dirty="0"/>
              <a:t>▪ 2.1 </a:t>
            </a:r>
            <a:r>
              <a:rPr lang="en-US" sz="3700" spc="-1" dirty="0" err="1"/>
              <a:t>Elementos</a:t>
            </a:r>
            <a:r>
              <a:rPr lang="en-US" sz="3700" spc="-1" dirty="0"/>
              <a:t> del </a:t>
            </a:r>
            <a:r>
              <a:rPr lang="en-US" sz="3700" spc="-1" dirty="0" err="1"/>
              <a:t>diagrama</a:t>
            </a:r>
            <a:endParaRPr lang="en-US" sz="3700" spc="-1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700" spc="-1" dirty="0"/>
              <a:t>▪ 2.2 </a:t>
            </a:r>
            <a:r>
              <a:rPr lang="en-US" sz="3700" spc="-1" dirty="0" err="1"/>
              <a:t>Asociaciones</a:t>
            </a:r>
            <a:r>
              <a:rPr lang="en-US" sz="3700" spc="-1" dirty="0"/>
              <a:t> y </a:t>
            </a:r>
            <a:r>
              <a:rPr lang="en-US" sz="3700" spc="-1" dirty="0" err="1"/>
              <a:t>relaciones</a:t>
            </a:r>
            <a:endParaRPr lang="en-US" sz="3700" spc="-1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700" b="1" spc="-1" dirty="0"/>
              <a:t>3. </a:t>
            </a:r>
            <a:r>
              <a:rPr lang="en-US" sz="3700" b="1" spc="-1" dirty="0" err="1"/>
              <a:t>Diagramas</a:t>
            </a:r>
            <a:r>
              <a:rPr lang="en-US" sz="3700" b="1" spc="-1" dirty="0"/>
              <a:t> de </a:t>
            </a:r>
            <a:r>
              <a:rPr lang="en-US" sz="3700" b="1" spc="-1" dirty="0" err="1"/>
              <a:t>secuencia</a:t>
            </a:r>
            <a:endParaRPr lang="en-US" sz="3700" b="1" spc="-1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700" spc="-1" dirty="0"/>
              <a:t>▪ 3.1 </a:t>
            </a:r>
            <a:r>
              <a:rPr lang="en-US" sz="3700" spc="-1" dirty="0" err="1"/>
              <a:t>Elementos</a:t>
            </a:r>
            <a:r>
              <a:rPr lang="en-US" sz="3700" spc="-1" dirty="0"/>
              <a:t> del </a:t>
            </a:r>
            <a:r>
              <a:rPr lang="en-US" sz="3700" spc="-1" dirty="0" err="1"/>
              <a:t>diagrama</a:t>
            </a:r>
            <a:endParaRPr lang="en-US" sz="3700" spc="-1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700" spc="-1" dirty="0"/>
              <a:t>▪ 3.2 Línea de </a:t>
            </a:r>
            <a:r>
              <a:rPr lang="en-US" sz="3700" spc="-1" dirty="0" err="1"/>
              <a:t>vida</a:t>
            </a:r>
            <a:r>
              <a:rPr lang="en-US" sz="3700" spc="-1" dirty="0"/>
              <a:t> de un </a:t>
            </a:r>
            <a:r>
              <a:rPr lang="en-US" sz="3700" spc="-1" dirty="0" err="1"/>
              <a:t>objeto</a:t>
            </a:r>
            <a:endParaRPr lang="en-US" sz="3700" spc="-1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700" spc="-1" dirty="0"/>
              <a:t>▪ 3.3 </a:t>
            </a:r>
            <a:r>
              <a:rPr lang="en-US" sz="3700" spc="-1" dirty="0" err="1"/>
              <a:t>Envío</a:t>
            </a:r>
            <a:r>
              <a:rPr lang="en-US" sz="3700" spc="-1" dirty="0"/>
              <a:t> de </a:t>
            </a:r>
            <a:r>
              <a:rPr lang="en-US" sz="3700" spc="-1" dirty="0" err="1"/>
              <a:t>mensajes</a:t>
            </a:r>
            <a:endParaRPr lang="en-US" sz="3700" spc="-1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700" b="1" spc="-1" dirty="0"/>
              <a:t>4. </a:t>
            </a:r>
            <a:r>
              <a:rPr lang="en-US" sz="3700" b="1" spc="-1" dirty="0" err="1"/>
              <a:t>Diagramas</a:t>
            </a:r>
            <a:r>
              <a:rPr lang="en-US" sz="3700" b="1" spc="-1" dirty="0"/>
              <a:t> de </a:t>
            </a:r>
            <a:r>
              <a:rPr lang="en-US" sz="3700" b="1" spc="-1" dirty="0" err="1"/>
              <a:t>colaboración</a:t>
            </a:r>
            <a:endParaRPr lang="en-US" sz="3700" b="1" spc="-1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700" spc="-1" dirty="0"/>
              <a:t>▪ 4.1 </a:t>
            </a:r>
            <a:r>
              <a:rPr lang="en-US" sz="3700" spc="-1" dirty="0" err="1"/>
              <a:t>Objetos</a:t>
            </a:r>
            <a:r>
              <a:rPr lang="en-US" sz="3700" spc="-1" dirty="0"/>
              <a:t> y </a:t>
            </a:r>
            <a:r>
              <a:rPr lang="en-US" sz="3700" spc="-1" dirty="0" err="1"/>
              <a:t>actores</a:t>
            </a:r>
            <a:endParaRPr lang="en-US" sz="3700" spc="-1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700" spc="-1" dirty="0"/>
              <a:t>▪ 4.2 </a:t>
            </a:r>
            <a:r>
              <a:rPr lang="en-US" sz="3700" spc="-1" dirty="0" err="1"/>
              <a:t>Envío</a:t>
            </a:r>
            <a:r>
              <a:rPr lang="en-US" sz="3700" spc="-1" dirty="0"/>
              <a:t> de </a:t>
            </a:r>
            <a:r>
              <a:rPr lang="en-US" sz="3700" spc="-1" dirty="0" err="1"/>
              <a:t>mensajes</a:t>
            </a:r>
            <a:endParaRPr lang="en-US" sz="3700" spc="-1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700" b="1" spc="-1" dirty="0"/>
              <a:t>5. </a:t>
            </a:r>
            <a:r>
              <a:rPr lang="en-US" sz="3700" b="1" spc="-1" dirty="0" err="1"/>
              <a:t>Diagramas</a:t>
            </a:r>
            <a:r>
              <a:rPr lang="en-US" sz="3700" b="1" spc="-1" dirty="0"/>
              <a:t> de </a:t>
            </a:r>
            <a:r>
              <a:rPr lang="en-US" sz="3700" b="1" spc="-1" dirty="0" err="1"/>
              <a:t>estados</a:t>
            </a:r>
            <a:endParaRPr lang="en-US" sz="3700" b="1" spc="-1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700" spc="-1" dirty="0"/>
              <a:t>▪ 5.1 </a:t>
            </a:r>
            <a:r>
              <a:rPr lang="en-US" sz="3700" spc="-1" dirty="0" err="1"/>
              <a:t>Sucesos</a:t>
            </a:r>
            <a:r>
              <a:rPr lang="en-US" sz="3700" spc="-1" dirty="0"/>
              <a:t> y </a:t>
            </a:r>
            <a:r>
              <a:rPr lang="en-US" sz="3700" spc="-1" dirty="0" err="1"/>
              <a:t>acciones</a:t>
            </a:r>
            <a:r>
              <a:rPr lang="en-US" sz="3700" spc="-1" dirty="0"/>
              <a:t> del </a:t>
            </a:r>
            <a:r>
              <a:rPr lang="en-US" sz="3700" spc="-1" dirty="0" err="1"/>
              <a:t>sistema</a:t>
            </a:r>
            <a:endParaRPr lang="en-US" sz="3700" spc="-1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700" spc="-1" dirty="0"/>
              <a:t>▪ 5.2 Estado </a:t>
            </a:r>
            <a:r>
              <a:rPr lang="en-US" sz="3700" spc="-1" dirty="0" err="1"/>
              <a:t>en</a:t>
            </a:r>
            <a:r>
              <a:rPr lang="en-US" sz="3700" spc="-1" dirty="0"/>
              <a:t> </a:t>
            </a:r>
            <a:r>
              <a:rPr lang="en-US" sz="3700" spc="-1" dirty="0" err="1"/>
              <a:t>reposo</a:t>
            </a:r>
            <a:endParaRPr lang="en-US" sz="3700" spc="-1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700" spc="-1" dirty="0"/>
              <a:t>▪ 5.3 </a:t>
            </a:r>
            <a:r>
              <a:rPr lang="en-US" sz="3700" spc="-1" dirty="0" err="1"/>
              <a:t>Subestados</a:t>
            </a:r>
            <a:endParaRPr lang="en-US" sz="3700" spc="-1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700" b="1" spc="-1" dirty="0"/>
              <a:t>6. </a:t>
            </a:r>
            <a:r>
              <a:rPr lang="en-US" sz="3700" b="1" spc="-1" dirty="0" err="1"/>
              <a:t>Diagramas</a:t>
            </a:r>
            <a:r>
              <a:rPr lang="en-US" sz="3700" b="1" spc="-1" dirty="0"/>
              <a:t> de </a:t>
            </a:r>
            <a:r>
              <a:rPr lang="en-US" sz="3700" b="1" spc="-1" dirty="0" err="1"/>
              <a:t>actividades</a:t>
            </a:r>
            <a:endParaRPr lang="en-US" sz="3700" b="1" spc="-1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700" spc="-1" dirty="0"/>
              <a:t>▪ 6.1 </a:t>
            </a:r>
            <a:r>
              <a:rPr lang="en-US" sz="3700" spc="-1" dirty="0" err="1"/>
              <a:t>Decisiones</a:t>
            </a:r>
            <a:endParaRPr lang="en-US" sz="3700" spc="-1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700" spc="-1" dirty="0"/>
              <a:t>▪ 6.2 </a:t>
            </a:r>
            <a:r>
              <a:rPr lang="en-US" sz="3700" spc="-1" dirty="0" err="1"/>
              <a:t>Concurrencia</a:t>
            </a:r>
            <a:endParaRPr lang="en-US" sz="3700" spc="-1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700" b="1" strike="noStrike" spc="-1" dirty="0"/>
              <a:t>7. </a:t>
            </a:r>
            <a:r>
              <a:rPr lang="en-US" sz="3700" b="1" strike="noStrike" spc="-1" dirty="0" err="1"/>
              <a:t>otros</a:t>
            </a:r>
            <a:r>
              <a:rPr lang="en-US" sz="3700" b="1" strike="noStrike" spc="-1" dirty="0"/>
              <a:t> </a:t>
            </a:r>
            <a:r>
              <a:rPr lang="en-US" sz="3700" b="1" strike="noStrike" spc="-1" dirty="0" err="1"/>
              <a:t>diagramas</a:t>
            </a:r>
            <a:endParaRPr lang="en-US" sz="3700" b="1" strike="noStrike" spc="-1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3700" b="0" strike="noStrike" spc="-1" dirty="0"/>
          </a:p>
          <a:p>
            <a:pPr marL="102888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0" algn="l"/>
              </a:tabLst>
            </a:pPr>
            <a:endParaRPr lang="en-US" sz="3700" b="0" strike="noStrike" spc="-1" dirty="0"/>
          </a:p>
          <a:p>
            <a:pPr marL="102888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0" algn="l"/>
              </a:tabLst>
            </a:pPr>
            <a:endParaRPr lang="en-US" sz="3700" b="0" strike="noStrike" spc="-1" dirty="0"/>
          </a:p>
          <a:p>
            <a:pPr marL="102888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0" algn="l"/>
              </a:tabLst>
            </a:pPr>
            <a:endParaRPr lang="en-US" sz="3700" b="0" strike="noStrike" spc="-1" dirty="0"/>
          </a:p>
          <a:p>
            <a:pPr marL="102888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0" algn="l"/>
              </a:tabLst>
            </a:pPr>
            <a:endParaRPr lang="en-US" sz="3700" b="0" strike="noStrike" spc="-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5 Diagrama"/>
          <p:cNvGraphicFramePr/>
          <p:nvPr/>
        </p:nvGraphicFramePr>
        <p:xfrm>
          <a:off x="2262118" y="2500282"/>
          <a:ext cx="20431268" cy="108373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2 Subtítulo"/>
          <p:cNvSpPr>
            <a:spLocks noGrp="1"/>
          </p:cNvSpPr>
          <p:nvPr>
            <p:ph type="subTitle"/>
          </p:nvPr>
        </p:nvSpPr>
        <p:spPr>
          <a:xfrm>
            <a:off x="761920" y="357142"/>
            <a:ext cx="21944880" cy="2289960"/>
          </a:xfrm>
        </p:spPr>
        <p:txBody>
          <a:bodyPr/>
          <a:lstStyle/>
          <a:p>
            <a:pPr marL="0" indent="0">
              <a:buNone/>
            </a:pPr>
            <a:r>
              <a:rPr lang="es-ES" sz="4000" b="1"/>
              <a:t>1.2 Comportamiento dinámico del sistema</a:t>
            </a:r>
          </a:p>
          <a:p>
            <a:pPr marL="0" indent="0">
              <a:buNone/>
            </a:pPr>
            <a:r>
              <a:rPr lang="es-ES" sz="3600"/>
              <a:t>▪ En la UA anterior especificamos el diseño estático del sistema (diagrama de clases)</a:t>
            </a:r>
          </a:p>
          <a:p>
            <a:pPr marL="0" indent="0">
              <a:buNone/>
            </a:pPr>
            <a:r>
              <a:rPr lang="es-ES" sz="3600"/>
              <a:t>▪ El diseño dinámico se especifica con diagramas de comportamiento: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955A2079-FA98-4876-80F0-72364A7D2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0"/>
            <a:ext cx="24377904" cy="13716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7" name="6 Diagrama"/>
          <p:cNvGraphicFramePr/>
          <p:nvPr>
            <p:extLst>
              <p:ext uri="{D42A27DB-BD31-4B8C-83A1-F6EECF244321}">
                <p14:modId xmlns:p14="http://schemas.microsoft.com/office/powerpoint/2010/main" val="1541420509"/>
              </p:ext>
            </p:extLst>
          </p:nvPr>
        </p:nvGraphicFramePr>
        <p:xfrm>
          <a:off x="1676400" y="3657600"/>
          <a:ext cx="21031200" cy="87050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2 Subtítulo"/>
          <p:cNvSpPr>
            <a:spLocks noGrp="1"/>
          </p:cNvSpPr>
          <p:nvPr>
            <p:ph type="subTitle"/>
          </p:nvPr>
        </p:nvSpPr>
        <p:spPr>
          <a:xfrm>
            <a:off x="833358" y="285704"/>
            <a:ext cx="21944880" cy="1357322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s-ES" sz="4800" b="1"/>
              <a:t>1.3 Algunos conceptos importantes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4384000" cy="13716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4" y="-45386"/>
            <a:ext cx="24383998" cy="874825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817438" y="-7863682"/>
            <a:ext cx="8749114" cy="24384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273392" y="-7407736"/>
            <a:ext cx="8748256" cy="23472958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0" y="-45380"/>
            <a:ext cx="17084970" cy="874825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11890862" y="-2064106"/>
            <a:ext cx="9980294" cy="8878262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BA6008B-D138-9AB1-8173-FD7C0F00C5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9648" y="1470212"/>
            <a:ext cx="20107526" cy="5856940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/>
            <a:r>
              <a:rPr lang="en-US" sz="96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2. </a:t>
            </a:r>
            <a:r>
              <a:rPr lang="en-US" sz="9600" b="1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Diagramas</a:t>
            </a:r>
            <a:r>
              <a:rPr lang="en-US" sz="96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de </a:t>
            </a:r>
            <a:r>
              <a:rPr lang="en-US" sz="9600" b="1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casos</a:t>
            </a:r>
            <a:r>
              <a:rPr lang="en-US" sz="96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de </a:t>
            </a:r>
            <a:r>
              <a:rPr lang="en-US" sz="9600" b="1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uso</a:t>
            </a:r>
            <a:br>
              <a:rPr lang="en-US" sz="9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endParaRPr lang="en-US" sz="96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F2DC20C-A552-10A0-22BD-CD1B93CF1742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2701364" y="9741648"/>
            <a:ext cx="20011902" cy="291651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Bef>
                <a:spcPts val="1000"/>
              </a:spcBef>
            </a:pPr>
            <a:endParaRPr lang="en-US" sz="24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845768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5" name="Rectangle 1030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4384000" cy="13716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261872" y="1280160"/>
            <a:ext cx="9637776" cy="2962656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/>
            <a:r>
              <a:rPr lang="en-US" sz="100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2. </a:t>
            </a:r>
            <a:r>
              <a:rPr lang="en-US" sz="100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Diagramas</a:t>
            </a:r>
            <a:r>
              <a:rPr lang="en-US" sz="100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de </a:t>
            </a:r>
            <a:r>
              <a:rPr lang="en-US" sz="100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casos</a:t>
            </a:r>
            <a:r>
              <a:rPr lang="en-US" sz="100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de </a:t>
            </a:r>
            <a:r>
              <a:rPr lang="en-US" sz="100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uso</a:t>
            </a:r>
            <a:endParaRPr lang="en-US" sz="100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036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86556" y="4745736"/>
            <a:ext cx="6510190" cy="36576"/>
          </a:xfrm>
          <a:custGeom>
            <a:avLst/>
            <a:gdLst>
              <a:gd name="connsiteX0" fmla="*/ 0 w 6510190"/>
              <a:gd name="connsiteY0" fmla="*/ 0 h 36576"/>
              <a:gd name="connsiteX1" fmla="*/ 651019 w 6510190"/>
              <a:gd name="connsiteY1" fmla="*/ 0 h 36576"/>
              <a:gd name="connsiteX2" fmla="*/ 1302038 w 6510190"/>
              <a:gd name="connsiteY2" fmla="*/ 0 h 36576"/>
              <a:gd name="connsiteX3" fmla="*/ 1953057 w 6510190"/>
              <a:gd name="connsiteY3" fmla="*/ 0 h 36576"/>
              <a:gd name="connsiteX4" fmla="*/ 2734280 w 6510190"/>
              <a:gd name="connsiteY4" fmla="*/ 0 h 36576"/>
              <a:gd name="connsiteX5" fmla="*/ 3450401 w 6510190"/>
              <a:gd name="connsiteY5" fmla="*/ 0 h 36576"/>
              <a:gd name="connsiteX6" fmla="*/ 3906114 w 6510190"/>
              <a:gd name="connsiteY6" fmla="*/ 0 h 36576"/>
              <a:gd name="connsiteX7" fmla="*/ 4492031 w 6510190"/>
              <a:gd name="connsiteY7" fmla="*/ 0 h 36576"/>
              <a:gd name="connsiteX8" fmla="*/ 5273254 w 6510190"/>
              <a:gd name="connsiteY8" fmla="*/ 0 h 36576"/>
              <a:gd name="connsiteX9" fmla="*/ 5924273 w 6510190"/>
              <a:gd name="connsiteY9" fmla="*/ 0 h 36576"/>
              <a:gd name="connsiteX10" fmla="*/ 6510190 w 6510190"/>
              <a:gd name="connsiteY10" fmla="*/ 0 h 36576"/>
              <a:gd name="connsiteX11" fmla="*/ 6510190 w 6510190"/>
              <a:gd name="connsiteY11" fmla="*/ 36576 h 36576"/>
              <a:gd name="connsiteX12" fmla="*/ 5989375 w 6510190"/>
              <a:gd name="connsiteY12" fmla="*/ 36576 h 36576"/>
              <a:gd name="connsiteX13" fmla="*/ 5208152 w 6510190"/>
              <a:gd name="connsiteY13" fmla="*/ 36576 h 36576"/>
              <a:gd name="connsiteX14" fmla="*/ 4687337 w 6510190"/>
              <a:gd name="connsiteY14" fmla="*/ 36576 h 36576"/>
              <a:gd name="connsiteX15" fmla="*/ 4231623 w 6510190"/>
              <a:gd name="connsiteY15" fmla="*/ 36576 h 36576"/>
              <a:gd name="connsiteX16" fmla="*/ 3775910 w 6510190"/>
              <a:gd name="connsiteY16" fmla="*/ 36576 h 36576"/>
              <a:gd name="connsiteX17" fmla="*/ 3059789 w 6510190"/>
              <a:gd name="connsiteY17" fmla="*/ 36576 h 36576"/>
              <a:gd name="connsiteX18" fmla="*/ 2604076 w 6510190"/>
              <a:gd name="connsiteY18" fmla="*/ 36576 h 36576"/>
              <a:gd name="connsiteX19" fmla="*/ 1953057 w 6510190"/>
              <a:gd name="connsiteY19" fmla="*/ 36576 h 36576"/>
              <a:gd name="connsiteX20" fmla="*/ 1432242 w 6510190"/>
              <a:gd name="connsiteY20" fmla="*/ 36576 h 36576"/>
              <a:gd name="connsiteX21" fmla="*/ 781223 w 6510190"/>
              <a:gd name="connsiteY21" fmla="*/ 36576 h 36576"/>
              <a:gd name="connsiteX22" fmla="*/ 0 w 6510190"/>
              <a:gd name="connsiteY22" fmla="*/ 36576 h 36576"/>
              <a:gd name="connsiteX23" fmla="*/ 0 w 6510190"/>
              <a:gd name="connsiteY23" fmla="*/ 0 h 36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6510190" h="36576" fill="none" extrusionOk="0">
                <a:moveTo>
                  <a:pt x="0" y="0"/>
                </a:moveTo>
                <a:cubicBezTo>
                  <a:pt x="161111" y="-2097"/>
                  <a:pt x="501055" y="-465"/>
                  <a:pt x="651019" y="0"/>
                </a:cubicBezTo>
                <a:cubicBezTo>
                  <a:pt x="800983" y="465"/>
                  <a:pt x="997901" y="-18459"/>
                  <a:pt x="1302038" y="0"/>
                </a:cubicBezTo>
                <a:cubicBezTo>
                  <a:pt x="1606175" y="18459"/>
                  <a:pt x="1662008" y="955"/>
                  <a:pt x="1953057" y="0"/>
                </a:cubicBezTo>
                <a:cubicBezTo>
                  <a:pt x="2244106" y="-955"/>
                  <a:pt x="2398681" y="-29506"/>
                  <a:pt x="2734280" y="0"/>
                </a:cubicBezTo>
                <a:cubicBezTo>
                  <a:pt x="3069879" y="29506"/>
                  <a:pt x="3152053" y="12243"/>
                  <a:pt x="3450401" y="0"/>
                </a:cubicBezTo>
                <a:cubicBezTo>
                  <a:pt x="3748749" y="-12243"/>
                  <a:pt x="3717867" y="-748"/>
                  <a:pt x="3906114" y="0"/>
                </a:cubicBezTo>
                <a:cubicBezTo>
                  <a:pt x="4094361" y="748"/>
                  <a:pt x="4281847" y="13415"/>
                  <a:pt x="4492031" y="0"/>
                </a:cubicBezTo>
                <a:cubicBezTo>
                  <a:pt x="4702215" y="-13415"/>
                  <a:pt x="5025379" y="20366"/>
                  <a:pt x="5273254" y="0"/>
                </a:cubicBezTo>
                <a:cubicBezTo>
                  <a:pt x="5521129" y="-20366"/>
                  <a:pt x="5771612" y="-29898"/>
                  <a:pt x="5924273" y="0"/>
                </a:cubicBezTo>
                <a:cubicBezTo>
                  <a:pt x="6076934" y="29898"/>
                  <a:pt x="6354559" y="-8644"/>
                  <a:pt x="6510190" y="0"/>
                </a:cubicBezTo>
                <a:cubicBezTo>
                  <a:pt x="6509475" y="15537"/>
                  <a:pt x="6511555" y="22375"/>
                  <a:pt x="6510190" y="36576"/>
                </a:cubicBezTo>
                <a:cubicBezTo>
                  <a:pt x="6403695" y="20240"/>
                  <a:pt x="6135058" y="33081"/>
                  <a:pt x="5989375" y="36576"/>
                </a:cubicBezTo>
                <a:cubicBezTo>
                  <a:pt x="5843692" y="40071"/>
                  <a:pt x="5581730" y="19446"/>
                  <a:pt x="5208152" y="36576"/>
                </a:cubicBezTo>
                <a:cubicBezTo>
                  <a:pt x="4834574" y="53706"/>
                  <a:pt x="4947691" y="51777"/>
                  <a:pt x="4687337" y="36576"/>
                </a:cubicBezTo>
                <a:cubicBezTo>
                  <a:pt x="4426984" y="21375"/>
                  <a:pt x="4440451" y="59338"/>
                  <a:pt x="4231623" y="36576"/>
                </a:cubicBezTo>
                <a:cubicBezTo>
                  <a:pt x="4022795" y="13814"/>
                  <a:pt x="3895021" y="37706"/>
                  <a:pt x="3775910" y="36576"/>
                </a:cubicBezTo>
                <a:cubicBezTo>
                  <a:pt x="3656799" y="35446"/>
                  <a:pt x="3387310" y="59361"/>
                  <a:pt x="3059789" y="36576"/>
                </a:cubicBezTo>
                <a:cubicBezTo>
                  <a:pt x="2732268" y="13791"/>
                  <a:pt x="2719596" y="17090"/>
                  <a:pt x="2604076" y="36576"/>
                </a:cubicBezTo>
                <a:cubicBezTo>
                  <a:pt x="2488556" y="56062"/>
                  <a:pt x="2206902" y="68226"/>
                  <a:pt x="1953057" y="36576"/>
                </a:cubicBezTo>
                <a:cubicBezTo>
                  <a:pt x="1699212" y="4926"/>
                  <a:pt x="1552383" y="31975"/>
                  <a:pt x="1432242" y="36576"/>
                </a:cubicBezTo>
                <a:cubicBezTo>
                  <a:pt x="1312102" y="41177"/>
                  <a:pt x="1012740" y="46297"/>
                  <a:pt x="781223" y="36576"/>
                </a:cubicBezTo>
                <a:cubicBezTo>
                  <a:pt x="549706" y="26855"/>
                  <a:pt x="239878" y="73540"/>
                  <a:pt x="0" y="36576"/>
                </a:cubicBezTo>
                <a:cubicBezTo>
                  <a:pt x="-1386" y="23779"/>
                  <a:pt x="1769" y="8239"/>
                  <a:pt x="0" y="0"/>
                </a:cubicBezTo>
                <a:close/>
              </a:path>
              <a:path w="6510190" h="36576" stroke="0" extrusionOk="0">
                <a:moveTo>
                  <a:pt x="0" y="0"/>
                </a:moveTo>
                <a:cubicBezTo>
                  <a:pt x="207071" y="-14617"/>
                  <a:pt x="444194" y="-15606"/>
                  <a:pt x="585917" y="0"/>
                </a:cubicBezTo>
                <a:cubicBezTo>
                  <a:pt x="727640" y="15606"/>
                  <a:pt x="908078" y="6034"/>
                  <a:pt x="1041630" y="0"/>
                </a:cubicBezTo>
                <a:cubicBezTo>
                  <a:pt x="1175182" y="-6034"/>
                  <a:pt x="1490887" y="38691"/>
                  <a:pt x="1822853" y="0"/>
                </a:cubicBezTo>
                <a:cubicBezTo>
                  <a:pt x="2154819" y="-38691"/>
                  <a:pt x="2235404" y="-3172"/>
                  <a:pt x="2408770" y="0"/>
                </a:cubicBezTo>
                <a:cubicBezTo>
                  <a:pt x="2582136" y="3172"/>
                  <a:pt x="2820108" y="26514"/>
                  <a:pt x="2994687" y="0"/>
                </a:cubicBezTo>
                <a:cubicBezTo>
                  <a:pt x="3169266" y="-26514"/>
                  <a:pt x="3544431" y="-38940"/>
                  <a:pt x="3775910" y="0"/>
                </a:cubicBezTo>
                <a:cubicBezTo>
                  <a:pt x="4007389" y="38940"/>
                  <a:pt x="4105698" y="7408"/>
                  <a:pt x="4296725" y="0"/>
                </a:cubicBezTo>
                <a:cubicBezTo>
                  <a:pt x="4487752" y="-7408"/>
                  <a:pt x="4851891" y="-25167"/>
                  <a:pt x="5077948" y="0"/>
                </a:cubicBezTo>
                <a:cubicBezTo>
                  <a:pt x="5304005" y="25167"/>
                  <a:pt x="5507082" y="26354"/>
                  <a:pt x="5859171" y="0"/>
                </a:cubicBezTo>
                <a:cubicBezTo>
                  <a:pt x="6211260" y="-26354"/>
                  <a:pt x="6286793" y="584"/>
                  <a:pt x="6510190" y="0"/>
                </a:cubicBezTo>
                <a:cubicBezTo>
                  <a:pt x="6510731" y="12097"/>
                  <a:pt x="6511051" y="29008"/>
                  <a:pt x="6510190" y="36576"/>
                </a:cubicBezTo>
                <a:cubicBezTo>
                  <a:pt x="6162526" y="22753"/>
                  <a:pt x="6109599" y="46968"/>
                  <a:pt x="5794069" y="36576"/>
                </a:cubicBezTo>
                <a:cubicBezTo>
                  <a:pt x="5478539" y="26184"/>
                  <a:pt x="5341679" y="23264"/>
                  <a:pt x="5012846" y="36576"/>
                </a:cubicBezTo>
                <a:cubicBezTo>
                  <a:pt x="4684013" y="49888"/>
                  <a:pt x="4420613" y="37104"/>
                  <a:pt x="4231623" y="36576"/>
                </a:cubicBezTo>
                <a:cubicBezTo>
                  <a:pt x="4042633" y="36048"/>
                  <a:pt x="3824332" y="16640"/>
                  <a:pt x="3710808" y="36576"/>
                </a:cubicBezTo>
                <a:cubicBezTo>
                  <a:pt x="3597284" y="56512"/>
                  <a:pt x="3353238" y="61001"/>
                  <a:pt x="3059789" y="36576"/>
                </a:cubicBezTo>
                <a:cubicBezTo>
                  <a:pt x="2766340" y="12151"/>
                  <a:pt x="2599388" y="45085"/>
                  <a:pt x="2278567" y="36576"/>
                </a:cubicBezTo>
                <a:cubicBezTo>
                  <a:pt x="1957746" y="28067"/>
                  <a:pt x="1913835" y="47318"/>
                  <a:pt x="1627548" y="36576"/>
                </a:cubicBezTo>
                <a:cubicBezTo>
                  <a:pt x="1341261" y="25834"/>
                  <a:pt x="1364107" y="52564"/>
                  <a:pt x="1171834" y="36576"/>
                </a:cubicBezTo>
                <a:cubicBezTo>
                  <a:pt x="979561" y="20588"/>
                  <a:pt x="844677" y="45277"/>
                  <a:pt x="651019" y="36576"/>
                </a:cubicBezTo>
                <a:cubicBezTo>
                  <a:pt x="457362" y="27875"/>
                  <a:pt x="244555" y="31711"/>
                  <a:pt x="0" y="36576"/>
                </a:cubicBezTo>
                <a:cubicBezTo>
                  <a:pt x="-1549" y="24953"/>
                  <a:pt x="-1602" y="881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2 Subtítulo"/>
          <p:cNvSpPr>
            <a:spLocks noGrp="1"/>
          </p:cNvSpPr>
          <p:nvPr>
            <p:ph type="subTitle"/>
          </p:nvPr>
        </p:nvSpPr>
        <p:spPr>
          <a:xfrm>
            <a:off x="1261872" y="5321808"/>
            <a:ext cx="9637776" cy="7095744"/>
          </a:xfrm>
        </p:spPr>
        <p:txBody>
          <a:bodyPr vert="horz" lIns="91440" tIns="45720" rIns="91440" bIns="45720" rtlCol="0" anchor="t">
            <a:normAutofit/>
          </a:bodyPr>
          <a:lstStyle/>
          <a:p>
            <a:pPr indent="-228600" defTabSz="9144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100" b="1">
                <a:latin typeface="+mn-lt"/>
                <a:ea typeface="+mn-ea"/>
                <a:cs typeface="+mn-cs"/>
              </a:rPr>
              <a:t>¿Para qué sirven?</a:t>
            </a:r>
          </a:p>
          <a:p>
            <a:pPr indent="-228600" defTabSz="9144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100">
                <a:latin typeface="+mn-lt"/>
                <a:ea typeface="+mn-ea"/>
                <a:cs typeface="+mn-cs"/>
              </a:rPr>
              <a:t>▪ Permiten especificar cómo interactúa el usuario con el sistema</a:t>
            </a:r>
          </a:p>
          <a:p>
            <a:pPr indent="-228600" defTabSz="9144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100">
                <a:latin typeface="+mn-lt"/>
                <a:ea typeface="+mn-ea"/>
                <a:cs typeface="+mn-cs"/>
              </a:rPr>
              <a:t>▪ En estos diagramas se muestra la interacción entre el sistema y el mundo exterior (actores</a:t>
            </a:r>
          </a:p>
          <a:p>
            <a:pPr indent="-228600" defTabSz="9144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3100">
              <a:highlight>
                <a:srgbClr val="FFFF00"/>
              </a:highlight>
              <a:latin typeface="+mn-lt"/>
              <a:ea typeface="+mn-ea"/>
              <a:cs typeface="+mn-cs"/>
            </a:endParaRPr>
          </a:p>
          <a:p>
            <a:pPr indent="-228600" defTabSz="9144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100" b="1">
                <a:highlight>
                  <a:srgbClr val="FFFF00"/>
                </a:highlight>
                <a:latin typeface="+mn-lt"/>
                <a:ea typeface="+mn-ea"/>
                <a:cs typeface="+mn-cs"/>
              </a:rPr>
              <a:t>2.1 Elementos del diagrama</a:t>
            </a:r>
          </a:p>
          <a:p>
            <a:pPr indent="-228600" defTabSz="9144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100">
                <a:highlight>
                  <a:srgbClr val="FFFF00"/>
                </a:highlight>
                <a:latin typeface="+mn-lt"/>
                <a:ea typeface="+mn-ea"/>
                <a:cs typeface="+mn-cs"/>
              </a:rPr>
              <a:t>▪ Sistema: engloba la funcionalidad que ha sido codificada en la aplicación</a:t>
            </a:r>
          </a:p>
          <a:p>
            <a:pPr indent="-228600" defTabSz="9144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100">
                <a:highlight>
                  <a:srgbClr val="FFFF00"/>
                </a:highlight>
                <a:latin typeface="+mn-lt"/>
                <a:ea typeface="+mn-ea"/>
                <a:cs typeface="+mn-cs"/>
              </a:rPr>
              <a:t>▪ Caso de uso: es lo que hace el sistema, su funcionalidad </a:t>
            </a:r>
          </a:p>
          <a:p>
            <a:pPr indent="-228600" defTabSz="9144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100">
                <a:highlight>
                  <a:srgbClr val="FFFF00"/>
                </a:highlight>
                <a:latin typeface="+mn-lt"/>
                <a:ea typeface="+mn-ea"/>
                <a:cs typeface="+mn-cs"/>
              </a:rPr>
              <a:t>▪ Actor: es la persona o rol que usa el sistema (interactúa con uno o varios casos de uso)</a:t>
            </a:r>
          </a:p>
          <a:p>
            <a:pPr marL="0" indent="-228600" defTabSz="9144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100">
                <a:highlight>
                  <a:srgbClr val="FFFF00"/>
                </a:highlight>
                <a:latin typeface="+mn-lt"/>
                <a:ea typeface="+mn-ea"/>
                <a:cs typeface="+mn-cs"/>
              </a:rPr>
              <a:t>Veamos algunos ejemplo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2198096" y="5067650"/>
            <a:ext cx="10917936" cy="3580699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04928" y="2843742"/>
            <a:ext cx="21224153" cy="89434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2 Subtítulo"/>
          <p:cNvSpPr>
            <a:spLocks noGrp="1"/>
          </p:cNvSpPr>
          <p:nvPr>
            <p:ph type="subTitle"/>
          </p:nvPr>
        </p:nvSpPr>
        <p:spPr>
          <a:xfrm>
            <a:off x="904796" y="214266"/>
            <a:ext cx="21944880" cy="2289960"/>
          </a:xfrm>
        </p:spPr>
        <p:txBody>
          <a:bodyPr/>
          <a:lstStyle/>
          <a:p>
            <a:r>
              <a:rPr lang="es-ES" sz="4800" b="1"/>
              <a:t>2.1 Elementos del diagrama</a:t>
            </a:r>
          </a:p>
          <a:p>
            <a:r>
              <a:rPr lang="es-ES" sz="4800"/>
              <a:t>▪ Ejemplo 1: restaurante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4 Diagrama"/>
          <p:cNvGraphicFramePr/>
          <p:nvPr/>
        </p:nvGraphicFramePr>
        <p:xfrm>
          <a:off x="0" y="3786166"/>
          <a:ext cx="24384000" cy="91440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61920" y="1714464"/>
            <a:ext cx="21574276" cy="2643206"/>
          </a:xfrm>
        </p:spPr>
        <p:txBody>
          <a:bodyPr/>
          <a:lstStyle/>
          <a:p>
            <a:r>
              <a:rPr lang="es-ES" sz="4400" b="1" dirty="0"/>
              <a:t>2.2 Asociaciones y relaciones </a:t>
            </a:r>
            <a:br>
              <a:rPr lang="es-ES" sz="4000" b="1" dirty="0"/>
            </a:br>
            <a:r>
              <a:rPr lang="es-ES" sz="4000" dirty="0"/>
              <a:t>: </a:t>
            </a:r>
            <a:r>
              <a:rPr lang="es-ES" sz="4000" dirty="0">
                <a:highlight>
                  <a:srgbClr val="FFFF00"/>
                </a:highlight>
              </a:rPr>
              <a:t>Las asociaciones conectan el actor con los casos de uso</a:t>
            </a:r>
            <a:br>
              <a:rPr lang="es-ES" sz="4000" dirty="0">
                <a:highlight>
                  <a:srgbClr val="FFFF00"/>
                </a:highlight>
              </a:rPr>
            </a:br>
            <a:r>
              <a:rPr lang="es-ES" sz="4000" dirty="0">
                <a:highlight>
                  <a:srgbClr val="FFFF00"/>
                </a:highlight>
              </a:rPr>
              <a:t>▪ Una asociación implica la participación de un actor en el sistema</a:t>
            </a:r>
            <a:br>
              <a:rPr lang="es-ES" sz="4000" dirty="0">
                <a:highlight>
                  <a:srgbClr val="FFFF00"/>
                </a:highlight>
              </a:rPr>
            </a:br>
            <a:r>
              <a:rPr lang="es-ES" sz="4000" dirty="0">
                <a:highlight>
                  <a:srgbClr val="FFFF00"/>
                </a:highlight>
              </a:rPr>
              <a:t>▪ Las asociaciones son obligatorias porque representan la interacción del actor en el sistema</a:t>
            </a:r>
            <a:br>
              <a:rPr lang="es-ES" sz="4000" dirty="0"/>
            </a:br>
            <a:br>
              <a:rPr lang="es-ES" sz="4000" dirty="0"/>
            </a:br>
            <a:br>
              <a:rPr lang="es-ES" sz="4000" dirty="0"/>
            </a:br>
            <a:br>
              <a:rPr lang="es-ES" sz="4000" dirty="0"/>
            </a:br>
            <a:endParaRPr lang="es-ES" sz="4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7936" y="2428844"/>
            <a:ext cx="16573616" cy="10428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2 Subtítulo"/>
          <p:cNvSpPr>
            <a:spLocks noGrp="1"/>
          </p:cNvSpPr>
          <p:nvPr>
            <p:ph type="subTitle"/>
          </p:nvPr>
        </p:nvSpPr>
        <p:spPr>
          <a:xfrm>
            <a:off x="904796" y="214266"/>
            <a:ext cx="21944880" cy="2289960"/>
          </a:xfrm>
        </p:spPr>
        <p:txBody>
          <a:bodyPr/>
          <a:lstStyle/>
          <a:p>
            <a:r>
              <a:rPr lang="es-ES" sz="4000" b="1" dirty="0"/>
              <a:t>2.2 Asociaciones y relaciones: inclusión</a:t>
            </a:r>
          </a:p>
          <a:p>
            <a:pPr marL="0" indent="0">
              <a:buNone/>
            </a:pPr>
            <a:r>
              <a:rPr lang="es-ES" sz="4000" dirty="0"/>
              <a:t>1. Inclusión (</a:t>
            </a:r>
            <a:r>
              <a:rPr lang="es-ES" sz="4000" dirty="0" err="1"/>
              <a:t>include</a:t>
            </a:r>
            <a:r>
              <a:rPr lang="es-ES" sz="4000" dirty="0"/>
              <a:t>): se incluye la funcionalidad de un caso de uso en otro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619308" y="2714596"/>
            <a:ext cx="18625212" cy="88929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2 Subtítulo"/>
          <p:cNvSpPr>
            <a:spLocks noGrp="1"/>
          </p:cNvSpPr>
          <p:nvPr>
            <p:ph type="subTitle"/>
          </p:nvPr>
        </p:nvSpPr>
        <p:spPr>
          <a:xfrm>
            <a:off x="476168" y="428580"/>
            <a:ext cx="21944880" cy="2289960"/>
          </a:xfrm>
        </p:spPr>
        <p:txBody>
          <a:bodyPr/>
          <a:lstStyle/>
          <a:p>
            <a:r>
              <a:rPr lang="es-ES" sz="3600" b="1"/>
              <a:t>3. Generalización</a:t>
            </a:r>
            <a:r>
              <a:rPr lang="es-ES" sz="3600"/>
              <a:t>: permite identificar elementos comunes entre los distintos conceptos (actores o casos)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4384000" cy="13716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277030" y="1278560"/>
            <a:ext cx="13716000" cy="1115888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786412" y="790412"/>
            <a:ext cx="12692418" cy="1115216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3057814" y="5637934"/>
            <a:ext cx="5003958" cy="1115216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850004" y="1705586"/>
            <a:ext cx="13716002" cy="10304824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1637506" y="2256994"/>
            <a:ext cx="8636606" cy="8636606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61223AF-1DEC-7694-AF99-A201E9B058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2792" y="1173710"/>
            <a:ext cx="8460200" cy="677499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 defTabSz="914400"/>
            <a:r>
              <a:rPr lang="en-US" sz="80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Diagramas</a:t>
            </a:r>
            <a:r>
              <a:rPr lang="en-US" sz="8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de </a:t>
            </a:r>
            <a:r>
              <a:rPr lang="en-US" sz="80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secuencia</a:t>
            </a:r>
            <a:br>
              <a:rPr lang="en-US" sz="8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endParaRPr lang="en-US" sz="8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9082464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Rectángulo"/>
          <p:cNvSpPr/>
          <p:nvPr/>
        </p:nvSpPr>
        <p:spPr>
          <a:xfrm>
            <a:off x="1261986" y="714332"/>
            <a:ext cx="22451294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4800" b="1" dirty="0">
                <a:highlight>
                  <a:srgbClr val="FFFF00"/>
                </a:highlight>
              </a:rPr>
              <a:t>Diagramas de secuencia</a:t>
            </a:r>
          </a:p>
          <a:p>
            <a:r>
              <a:rPr lang="es-ES" sz="4000" dirty="0">
                <a:highlight>
                  <a:srgbClr val="FFFF00"/>
                </a:highlight>
              </a:rPr>
              <a:t>¿Para qué sirven? </a:t>
            </a:r>
          </a:p>
          <a:p>
            <a:r>
              <a:rPr lang="es-ES" sz="4000" dirty="0">
                <a:highlight>
                  <a:srgbClr val="FFFF00"/>
                </a:highlight>
              </a:rPr>
              <a:t>▪ Permiten añadir la variable tiempo a las interacciones del sistema </a:t>
            </a:r>
          </a:p>
          <a:p>
            <a:r>
              <a:rPr lang="es-ES" sz="4000" dirty="0">
                <a:highlight>
                  <a:srgbClr val="FFFF00"/>
                </a:highlight>
              </a:rPr>
              <a:t>▪ Estos diagramas permiten secuenciar y temporizar las interacciones en el sistema</a:t>
            </a:r>
          </a:p>
        </p:txBody>
      </p:sp>
      <p:sp>
        <p:nvSpPr>
          <p:cNvPr id="5" name="4 Rectángulo"/>
          <p:cNvSpPr/>
          <p:nvPr/>
        </p:nvSpPr>
        <p:spPr>
          <a:xfrm>
            <a:off x="1547738" y="3714728"/>
            <a:ext cx="22451294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4000" b="1"/>
              <a:t>3.1 Elementos del diagrama </a:t>
            </a:r>
          </a:p>
          <a:p>
            <a:r>
              <a:rPr lang="es-ES" sz="4000"/>
              <a:t>▪ Objetos y actores: son los que comienzan la secuencia de mensajes (origen) </a:t>
            </a:r>
          </a:p>
          <a:p>
            <a:r>
              <a:rPr lang="es-ES" sz="4000"/>
              <a:t>▪ Mensaje a otro objeto: cuando un objeto interactúa con otro le pasa un mensaje</a:t>
            </a:r>
          </a:p>
          <a:p>
            <a:r>
              <a:rPr lang="es-ES" sz="4000"/>
              <a:t>▪ Mensaje al mismo objeto: mensaje que se tiene como origen y destino el mismo objeto</a:t>
            </a: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48133" y="6715124"/>
            <a:ext cx="16662231" cy="57864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151" name="Rectangle 6150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4384000" cy="13716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53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86556" y="4745736"/>
            <a:ext cx="6510190" cy="36576"/>
          </a:xfrm>
          <a:custGeom>
            <a:avLst/>
            <a:gdLst>
              <a:gd name="connsiteX0" fmla="*/ 0 w 6510190"/>
              <a:gd name="connsiteY0" fmla="*/ 0 h 36576"/>
              <a:gd name="connsiteX1" fmla="*/ 651019 w 6510190"/>
              <a:gd name="connsiteY1" fmla="*/ 0 h 36576"/>
              <a:gd name="connsiteX2" fmla="*/ 1302038 w 6510190"/>
              <a:gd name="connsiteY2" fmla="*/ 0 h 36576"/>
              <a:gd name="connsiteX3" fmla="*/ 1953057 w 6510190"/>
              <a:gd name="connsiteY3" fmla="*/ 0 h 36576"/>
              <a:gd name="connsiteX4" fmla="*/ 2734280 w 6510190"/>
              <a:gd name="connsiteY4" fmla="*/ 0 h 36576"/>
              <a:gd name="connsiteX5" fmla="*/ 3450401 w 6510190"/>
              <a:gd name="connsiteY5" fmla="*/ 0 h 36576"/>
              <a:gd name="connsiteX6" fmla="*/ 3906114 w 6510190"/>
              <a:gd name="connsiteY6" fmla="*/ 0 h 36576"/>
              <a:gd name="connsiteX7" fmla="*/ 4492031 w 6510190"/>
              <a:gd name="connsiteY7" fmla="*/ 0 h 36576"/>
              <a:gd name="connsiteX8" fmla="*/ 5273254 w 6510190"/>
              <a:gd name="connsiteY8" fmla="*/ 0 h 36576"/>
              <a:gd name="connsiteX9" fmla="*/ 5924273 w 6510190"/>
              <a:gd name="connsiteY9" fmla="*/ 0 h 36576"/>
              <a:gd name="connsiteX10" fmla="*/ 6510190 w 6510190"/>
              <a:gd name="connsiteY10" fmla="*/ 0 h 36576"/>
              <a:gd name="connsiteX11" fmla="*/ 6510190 w 6510190"/>
              <a:gd name="connsiteY11" fmla="*/ 36576 h 36576"/>
              <a:gd name="connsiteX12" fmla="*/ 5989375 w 6510190"/>
              <a:gd name="connsiteY12" fmla="*/ 36576 h 36576"/>
              <a:gd name="connsiteX13" fmla="*/ 5208152 w 6510190"/>
              <a:gd name="connsiteY13" fmla="*/ 36576 h 36576"/>
              <a:gd name="connsiteX14" fmla="*/ 4687337 w 6510190"/>
              <a:gd name="connsiteY14" fmla="*/ 36576 h 36576"/>
              <a:gd name="connsiteX15" fmla="*/ 4231623 w 6510190"/>
              <a:gd name="connsiteY15" fmla="*/ 36576 h 36576"/>
              <a:gd name="connsiteX16" fmla="*/ 3775910 w 6510190"/>
              <a:gd name="connsiteY16" fmla="*/ 36576 h 36576"/>
              <a:gd name="connsiteX17" fmla="*/ 3059789 w 6510190"/>
              <a:gd name="connsiteY17" fmla="*/ 36576 h 36576"/>
              <a:gd name="connsiteX18" fmla="*/ 2604076 w 6510190"/>
              <a:gd name="connsiteY18" fmla="*/ 36576 h 36576"/>
              <a:gd name="connsiteX19" fmla="*/ 1953057 w 6510190"/>
              <a:gd name="connsiteY19" fmla="*/ 36576 h 36576"/>
              <a:gd name="connsiteX20" fmla="*/ 1432242 w 6510190"/>
              <a:gd name="connsiteY20" fmla="*/ 36576 h 36576"/>
              <a:gd name="connsiteX21" fmla="*/ 781223 w 6510190"/>
              <a:gd name="connsiteY21" fmla="*/ 36576 h 36576"/>
              <a:gd name="connsiteX22" fmla="*/ 0 w 6510190"/>
              <a:gd name="connsiteY22" fmla="*/ 36576 h 36576"/>
              <a:gd name="connsiteX23" fmla="*/ 0 w 6510190"/>
              <a:gd name="connsiteY23" fmla="*/ 0 h 36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6510190" h="36576" fill="none" extrusionOk="0">
                <a:moveTo>
                  <a:pt x="0" y="0"/>
                </a:moveTo>
                <a:cubicBezTo>
                  <a:pt x="161111" y="-2097"/>
                  <a:pt x="501055" y="-465"/>
                  <a:pt x="651019" y="0"/>
                </a:cubicBezTo>
                <a:cubicBezTo>
                  <a:pt x="800983" y="465"/>
                  <a:pt x="997901" y="-18459"/>
                  <a:pt x="1302038" y="0"/>
                </a:cubicBezTo>
                <a:cubicBezTo>
                  <a:pt x="1606175" y="18459"/>
                  <a:pt x="1662008" y="955"/>
                  <a:pt x="1953057" y="0"/>
                </a:cubicBezTo>
                <a:cubicBezTo>
                  <a:pt x="2244106" y="-955"/>
                  <a:pt x="2398681" y="-29506"/>
                  <a:pt x="2734280" y="0"/>
                </a:cubicBezTo>
                <a:cubicBezTo>
                  <a:pt x="3069879" y="29506"/>
                  <a:pt x="3152053" y="12243"/>
                  <a:pt x="3450401" y="0"/>
                </a:cubicBezTo>
                <a:cubicBezTo>
                  <a:pt x="3748749" y="-12243"/>
                  <a:pt x="3717867" y="-748"/>
                  <a:pt x="3906114" y="0"/>
                </a:cubicBezTo>
                <a:cubicBezTo>
                  <a:pt x="4094361" y="748"/>
                  <a:pt x="4281847" y="13415"/>
                  <a:pt x="4492031" y="0"/>
                </a:cubicBezTo>
                <a:cubicBezTo>
                  <a:pt x="4702215" y="-13415"/>
                  <a:pt x="5025379" y="20366"/>
                  <a:pt x="5273254" y="0"/>
                </a:cubicBezTo>
                <a:cubicBezTo>
                  <a:pt x="5521129" y="-20366"/>
                  <a:pt x="5771612" y="-29898"/>
                  <a:pt x="5924273" y="0"/>
                </a:cubicBezTo>
                <a:cubicBezTo>
                  <a:pt x="6076934" y="29898"/>
                  <a:pt x="6354559" y="-8644"/>
                  <a:pt x="6510190" y="0"/>
                </a:cubicBezTo>
                <a:cubicBezTo>
                  <a:pt x="6509475" y="15537"/>
                  <a:pt x="6511555" y="22375"/>
                  <a:pt x="6510190" y="36576"/>
                </a:cubicBezTo>
                <a:cubicBezTo>
                  <a:pt x="6403695" y="20240"/>
                  <a:pt x="6135058" y="33081"/>
                  <a:pt x="5989375" y="36576"/>
                </a:cubicBezTo>
                <a:cubicBezTo>
                  <a:pt x="5843692" y="40071"/>
                  <a:pt x="5581730" y="19446"/>
                  <a:pt x="5208152" y="36576"/>
                </a:cubicBezTo>
                <a:cubicBezTo>
                  <a:pt x="4834574" y="53706"/>
                  <a:pt x="4947691" y="51777"/>
                  <a:pt x="4687337" y="36576"/>
                </a:cubicBezTo>
                <a:cubicBezTo>
                  <a:pt x="4426984" y="21375"/>
                  <a:pt x="4440451" y="59338"/>
                  <a:pt x="4231623" y="36576"/>
                </a:cubicBezTo>
                <a:cubicBezTo>
                  <a:pt x="4022795" y="13814"/>
                  <a:pt x="3895021" y="37706"/>
                  <a:pt x="3775910" y="36576"/>
                </a:cubicBezTo>
                <a:cubicBezTo>
                  <a:pt x="3656799" y="35446"/>
                  <a:pt x="3387310" y="59361"/>
                  <a:pt x="3059789" y="36576"/>
                </a:cubicBezTo>
                <a:cubicBezTo>
                  <a:pt x="2732268" y="13791"/>
                  <a:pt x="2719596" y="17090"/>
                  <a:pt x="2604076" y="36576"/>
                </a:cubicBezTo>
                <a:cubicBezTo>
                  <a:pt x="2488556" y="56062"/>
                  <a:pt x="2206902" y="68226"/>
                  <a:pt x="1953057" y="36576"/>
                </a:cubicBezTo>
                <a:cubicBezTo>
                  <a:pt x="1699212" y="4926"/>
                  <a:pt x="1552383" y="31975"/>
                  <a:pt x="1432242" y="36576"/>
                </a:cubicBezTo>
                <a:cubicBezTo>
                  <a:pt x="1312102" y="41177"/>
                  <a:pt x="1012740" y="46297"/>
                  <a:pt x="781223" y="36576"/>
                </a:cubicBezTo>
                <a:cubicBezTo>
                  <a:pt x="549706" y="26855"/>
                  <a:pt x="239878" y="73540"/>
                  <a:pt x="0" y="36576"/>
                </a:cubicBezTo>
                <a:cubicBezTo>
                  <a:pt x="-1386" y="23779"/>
                  <a:pt x="1769" y="8239"/>
                  <a:pt x="0" y="0"/>
                </a:cubicBezTo>
                <a:close/>
              </a:path>
              <a:path w="6510190" h="36576" stroke="0" extrusionOk="0">
                <a:moveTo>
                  <a:pt x="0" y="0"/>
                </a:moveTo>
                <a:cubicBezTo>
                  <a:pt x="207071" y="-14617"/>
                  <a:pt x="444194" y="-15606"/>
                  <a:pt x="585917" y="0"/>
                </a:cubicBezTo>
                <a:cubicBezTo>
                  <a:pt x="727640" y="15606"/>
                  <a:pt x="908078" y="6034"/>
                  <a:pt x="1041630" y="0"/>
                </a:cubicBezTo>
                <a:cubicBezTo>
                  <a:pt x="1175182" y="-6034"/>
                  <a:pt x="1490887" y="38691"/>
                  <a:pt x="1822853" y="0"/>
                </a:cubicBezTo>
                <a:cubicBezTo>
                  <a:pt x="2154819" y="-38691"/>
                  <a:pt x="2235404" y="-3172"/>
                  <a:pt x="2408770" y="0"/>
                </a:cubicBezTo>
                <a:cubicBezTo>
                  <a:pt x="2582136" y="3172"/>
                  <a:pt x="2820108" y="26514"/>
                  <a:pt x="2994687" y="0"/>
                </a:cubicBezTo>
                <a:cubicBezTo>
                  <a:pt x="3169266" y="-26514"/>
                  <a:pt x="3544431" y="-38940"/>
                  <a:pt x="3775910" y="0"/>
                </a:cubicBezTo>
                <a:cubicBezTo>
                  <a:pt x="4007389" y="38940"/>
                  <a:pt x="4105698" y="7408"/>
                  <a:pt x="4296725" y="0"/>
                </a:cubicBezTo>
                <a:cubicBezTo>
                  <a:pt x="4487752" y="-7408"/>
                  <a:pt x="4851891" y="-25167"/>
                  <a:pt x="5077948" y="0"/>
                </a:cubicBezTo>
                <a:cubicBezTo>
                  <a:pt x="5304005" y="25167"/>
                  <a:pt x="5507082" y="26354"/>
                  <a:pt x="5859171" y="0"/>
                </a:cubicBezTo>
                <a:cubicBezTo>
                  <a:pt x="6211260" y="-26354"/>
                  <a:pt x="6286793" y="584"/>
                  <a:pt x="6510190" y="0"/>
                </a:cubicBezTo>
                <a:cubicBezTo>
                  <a:pt x="6510731" y="12097"/>
                  <a:pt x="6511051" y="29008"/>
                  <a:pt x="6510190" y="36576"/>
                </a:cubicBezTo>
                <a:cubicBezTo>
                  <a:pt x="6162526" y="22753"/>
                  <a:pt x="6109599" y="46968"/>
                  <a:pt x="5794069" y="36576"/>
                </a:cubicBezTo>
                <a:cubicBezTo>
                  <a:pt x="5478539" y="26184"/>
                  <a:pt x="5341679" y="23264"/>
                  <a:pt x="5012846" y="36576"/>
                </a:cubicBezTo>
                <a:cubicBezTo>
                  <a:pt x="4684013" y="49888"/>
                  <a:pt x="4420613" y="37104"/>
                  <a:pt x="4231623" y="36576"/>
                </a:cubicBezTo>
                <a:cubicBezTo>
                  <a:pt x="4042633" y="36048"/>
                  <a:pt x="3824332" y="16640"/>
                  <a:pt x="3710808" y="36576"/>
                </a:cubicBezTo>
                <a:cubicBezTo>
                  <a:pt x="3597284" y="56512"/>
                  <a:pt x="3353238" y="61001"/>
                  <a:pt x="3059789" y="36576"/>
                </a:cubicBezTo>
                <a:cubicBezTo>
                  <a:pt x="2766340" y="12151"/>
                  <a:pt x="2599388" y="45085"/>
                  <a:pt x="2278567" y="36576"/>
                </a:cubicBezTo>
                <a:cubicBezTo>
                  <a:pt x="1957746" y="28067"/>
                  <a:pt x="1913835" y="47318"/>
                  <a:pt x="1627548" y="36576"/>
                </a:cubicBezTo>
                <a:cubicBezTo>
                  <a:pt x="1341261" y="25834"/>
                  <a:pt x="1364107" y="52564"/>
                  <a:pt x="1171834" y="36576"/>
                </a:cubicBezTo>
                <a:cubicBezTo>
                  <a:pt x="979561" y="20588"/>
                  <a:pt x="844677" y="45277"/>
                  <a:pt x="651019" y="36576"/>
                </a:cubicBezTo>
                <a:cubicBezTo>
                  <a:pt x="457362" y="27875"/>
                  <a:pt x="244555" y="31711"/>
                  <a:pt x="0" y="36576"/>
                </a:cubicBezTo>
                <a:cubicBezTo>
                  <a:pt x="-1549" y="24953"/>
                  <a:pt x="-1602" y="881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2 Subtítulo"/>
          <p:cNvSpPr>
            <a:spLocks noGrp="1"/>
          </p:cNvSpPr>
          <p:nvPr>
            <p:ph type="subTitle"/>
          </p:nvPr>
        </p:nvSpPr>
        <p:spPr>
          <a:xfrm>
            <a:off x="1261872" y="5321808"/>
            <a:ext cx="9637776" cy="7095744"/>
          </a:xfrm>
        </p:spPr>
        <p:txBody>
          <a:bodyPr vert="horz" lIns="91440" tIns="45720" rIns="91440" bIns="45720" rtlCol="0" anchor="t">
            <a:normAutofit/>
          </a:bodyPr>
          <a:lstStyle/>
          <a:p>
            <a:pPr indent="-228600" defTabSz="9144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4400" b="1">
                <a:latin typeface="+mn-lt"/>
                <a:ea typeface="+mn-ea"/>
                <a:cs typeface="+mn-cs"/>
              </a:rPr>
              <a:t>3.2 Línea de vida de un objeto </a:t>
            </a:r>
          </a:p>
          <a:p>
            <a:pPr indent="-228600" defTabSz="9144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4400">
                <a:latin typeface="+mn-lt"/>
                <a:ea typeface="+mn-ea"/>
                <a:cs typeface="+mn-cs"/>
              </a:rPr>
              <a:t>▪ Representa el tiempo de vida de un objeto </a:t>
            </a:r>
          </a:p>
          <a:p>
            <a:pPr indent="-228600" defTabSz="9144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4400">
                <a:latin typeface="+mn-lt"/>
                <a:ea typeface="+mn-ea"/>
                <a:cs typeface="+mn-cs"/>
              </a:rPr>
              <a:t>▪ A lo largo de su ciclo vital, el objeto cambiará de estado e interactuará con otros objeto</a:t>
            </a:r>
          </a:p>
          <a:p>
            <a:pPr indent="-228600" defTabSz="9144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4400">
              <a:latin typeface="+mn-lt"/>
              <a:ea typeface="+mn-ea"/>
              <a:cs typeface="+mn-cs"/>
            </a:endParaRPr>
          </a:p>
          <a:p>
            <a:pPr indent="-228600" defTabSz="9144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4400">
              <a:latin typeface="+mn-lt"/>
              <a:ea typeface="+mn-ea"/>
              <a:cs typeface="+mn-cs"/>
            </a:endParaRPr>
          </a:p>
          <a:p>
            <a:pPr indent="-228600" defTabSz="9144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4400">
              <a:latin typeface="+mn-lt"/>
              <a:ea typeface="+mn-ea"/>
              <a:cs typeface="+mn-cs"/>
            </a:endParaRPr>
          </a:p>
          <a:p>
            <a:pPr indent="-228600" defTabSz="9144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4400">
              <a:latin typeface="+mn-lt"/>
              <a:ea typeface="+mn-ea"/>
              <a:cs typeface="+mn-cs"/>
            </a:endParaRPr>
          </a:p>
          <a:p>
            <a:pPr indent="-228600" defTabSz="9144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4400">
              <a:latin typeface="+mn-lt"/>
              <a:ea typeface="+mn-ea"/>
              <a:cs typeface="+mn-cs"/>
            </a:endParaRPr>
          </a:p>
          <a:p>
            <a:pPr indent="-228600" defTabSz="9144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4400">
              <a:latin typeface="+mn-lt"/>
              <a:ea typeface="+mn-ea"/>
              <a:cs typeface="+mn-cs"/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2198096" y="2245173"/>
            <a:ext cx="10917936" cy="922565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223" name="Rectangle 9222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4384000" cy="13716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25" name="sketch line">
            <a:extLst>
              <a:ext uri="{FF2B5EF4-FFF2-40B4-BE49-F238E27FC236}">
                <a16:creationId xmlns:a16="http://schemas.microsoft.com/office/drawing/2014/main" id="{650D18FE-0824-4A46-B22C-A86B52E578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86556" y="4745736"/>
            <a:ext cx="6510190" cy="36576"/>
          </a:xfrm>
          <a:custGeom>
            <a:avLst/>
            <a:gdLst>
              <a:gd name="connsiteX0" fmla="*/ 0 w 6510190"/>
              <a:gd name="connsiteY0" fmla="*/ 0 h 36576"/>
              <a:gd name="connsiteX1" fmla="*/ 651019 w 6510190"/>
              <a:gd name="connsiteY1" fmla="*/ 0 h 36576"/>
              <a:gd name="connsiteX2" fmla="*/ 1302038 w 6510190"/>
              <a:gd name="connsiteY2" fmla="*/ 0 h 36576"/>
              <a:gd name="connsiteX3" fmla="*/ 1953057 w 6510190"/>
              <a:gd name="connsiteY3" fmla="*/ 0 h 36576"/>
              <a:gd name="connsiteX4" fmla="*/ 2734280 w 6510190"/>
              <a:gd name="connsiteY4" fmla="*/ 0 h 36576"/>
              <a:gd name="connsiteX5" fmla="*/ 3450401 w 6510190"/>
              <a:gd name="connsiteY5" fmla="*/ 0 h 36576"/>
              <a:gd name="connsiteX6" fmla="*/ 3906114 w 6510190"/>
              <a:gd name="connsiteY6" fmla="*/ 0 h 36576"/>
              <a:gd name="connsiteX7" fmla="*/ 4492031 w 6510190"/>
              <a:gd name="connsiteY7" fmla="*/ 0 h 36576"/>
              <a:gd name="connsiteX8" fmla="*/ 5273254 w 6510190"/>
              <a:gd name="connsiteY8" fmla="*/ 0 h 36576"/>
              <a:gd name="connsiteX9" fmla="*/ 5924273 w 6510190"/>
              <a:gd name="connsiteY9" fmla="*/ 0 h 36576"/>
              <a:gd name="connsiteX10" fmla="*/ 6510190 w 6510190"/>
              <a:gd name="connsiteY10" fmla="*/ 0 h 36576"/>
              <a:gd name="connsiteX11" fmla="*/ 6510190 w 6510190"/>
              <a:gd name="connsiteY11" fmla="*/ 36576 h 36576"/>
              <a:gd name="connsiteX12" fmla="*/ 5989375 w 6510190"/>
              <a:gd name="connsiteY12" fmla="*/ 36576 h 36576"/>
              <a:gd name="connsiteX13" fmla="*/ 5208152 w 6510190"/>
              <a:gd name="connsiteY13" fmla="*/ 36576 h 36576"/>
              <a:gd name="connsiteX14" fmla="*/ 4687337 w 6510190"/>
              <a:gd name="connsiteY14" fmla="*/ 36576 h 36576"/>
              <a:gd name="connsiteX15" fmla="*/ 4231623 w 6510190"/>
              <a:gd name="connsiteY15" fmla="*/ 36576 h 36576"/>
              <a:gd name="connsiteX16" fmla="*/ 3775910 w 6510190"/>
              <a:gd name="connsiteY16" fmla="*/ 36576 h 36576"/>
              <a:gd name="connsiteX17" fmla="*/ 3059789 w 6510190"/>
              <a:gd name="connsiteY17" fmla="*/ 36576 h 36576"/>
              <a:gd name="connsiteX18" fmla="*/ 2604076 w 6510190"/>
              <a:gd name="connsiteY18" fmla="*/ 36576 h 36576"/>
              <a:gd name="connsiteX19" fmla="*/ 1953057 w 6510190"/>
              <a:gd name="connsiteY19" fmla="*/ 36576 h 36576"/>
              <a:gd name="connsiteX20" fmla="*/ 1432242 w 6510190"/>
              <a:gd name="connsiteY20" fmla="*/ 36576 h 36576"/>
              <a:gd name="connsiteX21" fmla="*/ 781223 w 6510190"/>
              <a:gd name="connsiteY21" fmla="*/ 36576 h 36576"/>
              <a:gd name="connsiteX22" fmla="*/ 0 w 6510190"/>
              <a:gd name="connsiteY22" fmla="*/ 36576 h 36576"/>
              <a:gd name="connsiteX23" fmla="*/ 0 w 6510190"/>
              <a:gd name="connsiteY23" fmla="*/ 0 h 36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6510190" h="36576" fill="none" extrusionOk="0">
                <a:moveTo>
                  <a:pt x="0" y="0"/>
                </a:moveTo>
                <a:cubicBezTo>
                  <a:pt x="161111" y="-2097"/>
                  <a:pt x="501055" y="-465"/>
                  <a:pt x="651019" y="0"/>
                </a:cubicBezTo>
                <a:cubicBezTo>
                  <a:pt x="800983" y="465"/>
                  <a:pt x="997901" y="-18459"/>
                  <a:pt x="1302038" y="0"/>
                </a:cubicBezTo>
                <a:cubicBezTo>
                  <a:pt x="1606175" y="18459"/>
                  <a:pt x="1662008" y="955"/>
                  <a:pt x="1953057" y="0"/>
                </a:cubicBezTo>
                <a:cubicBezTo>
                  <a:pt x="2244106" y="-955"/>
                  <a:pt x="2398681" y="-29506"/>
                  <a:pt x="2734280" y="0"/>
                </a:cubicBezTo>
                <a:cubicBezTo>
                  <a:pt x="3069879" y="29506"/>
                  <a:pt x="3152053" y="12243"/>
                  <a:pt x="3450401" y="0"/>
                </a:cubicBezTo>
                <a:cubicBezTo>
                  <a:pt x="3748749" y="-12243"/>
                  <a:pt x="3717867" y="-748"/>
                  <a:pt x="3906114" y="0"/>
                </a:cubicBezTo>
                <a:cubicBezTo>
                  <a:pt x="4094361" y="748"/>
                  <a:pt x="4281847" y="13415"/>
                  <a:pt x="4492031" y="0"/>
                </a:cubicBezTo>
                <a:cubicBezTo>
                  <a:pt x="4702215" y="-13415"/>
                  <a:pt x="5025379" y="20366"/>
                  <a:pt x="5273254" y="0"/>
                </a:cubicBezTo>
                <a:cubicBezTo>
                  <a:pt x="5521129" y="-20366"/>
                  <a:pt x="5771612" y="-29898"/>
                  <a:pt x="5924273" y="0"/>
                </a:cubicBezTo>
                <a:cubicBezTo>
                  <a:pt x="6076934" y="29898"/>
                  <a:pt x="6354559" y="-8644"/>
                  <a:pt x="6510190" y="0"/>
                </a:cubicBezTo>
                <a:cubicBezTo>
                  <a:pt x="6509475" y="15537"/>
                  <a:pt x="6511555" y="22375"/>
                  <a:pt x="6510190" y="36576"/>
                </a:cubicBezTo>
                <a:cubicBezTo>
                  <a:pt x="6403695" y="20240"/>
                  <a:pt x="6135058" y="33081"/>
                  <a:pt x="5989375" y="36576"/>
                </a:cubicBezTo>
                <a:cubicBezTo>
                  <a:pt x="5843692" y="40071"/>
                  <a:pt x="5581730" y="19446"/>
                  <a:pt x="5208152" y="36576"/>
                </a:cubicBezTo>
                <a:cubicBezTo>
                  <a:pt x="4834574" y="53706"/>
                  <a:pt x="4947691" y="51777"/>
                  <a:pt x="4687337" y="36576"/>
                </a:cubicBezTo>
                <a:cubicBezTo>
                  <a:pt x="4426984" y="21375"/>
                  <a:pt x="4440451" y="59338"/>
                  <a:pt x="4231623" y="36576"/>
                </a:cubicBezTo>
                <a:cubicBezTo>
                  <a:pt x="4022795" y="13814"/>
                  <a:pt x="3895021" y="37706"/>
                  <a:pt x="3775910" y="36576"/>
                </a:cubicBezTo>
                <a:cubicBezTo>
                  <a:pt x="3656799" y="35446"/>
                  <a:pt x="3387310" y="59361"/>
                  <a:pt x="3059789" y="36576"/>
                </a:cubicBezTo>
                <a:cubicBezTo>
                  <a:pt x="2732268" y="13791"/>
                  <a:pt x="2719596" y="17090"/>
                  <a:pt x="2604076" y="36576"/>
                </a:cubicBezTo>
                <a:cubicBezTo>
                  <a:pt x="2488556" y="56062"/>
                  <a:pt x="2206902" y="68226"/>
                  <a:pt x="1953057" y="36576"/>
                </a:cubicBezTo>
                <a:cubicBezTo>
                  <a:pt x="1699212" y="4926"/>
                  <a:pt x="1552383" y="31975"/>
                  <a:pt x="1432242" y="36576"/>
                </a:cubicBezTo>
                <a:cubicBezTo>
                  <a:pt x="1312102" y="41177"/>
                  <a:pt x="1012740" y="46297"/>
                  <a:pt x="781223" y="36576"/>
                </a:cubicBezTo>
                <a:cubicBezTo>
                  <a:pt x="549706" y="26855"/>
                  <a:pt x="239878" y="73540"/>
                  <a:pt x="0" y="36576"/>
                </a:cubicBezTo>
                <a:cubicBezTo>
                  <a:pt x="-1386" y="23779"/>
                  <a:pt x="1769" y="8239"/>
                  <a:pt x="0" y="0"/>
                </a:cubicBezTo>
                <a:close/>
              </a:path>
              <a:path w="6510190" h="36576" stroke="0" extrusionOk="0">
                <a:moveTo>
                  <a:pt x="0" y="0"/>
                </a:moveTo>
                <a:cubicBezTo>
                  <a:pt x="207071" y="-14617"/>
                  <a:pt x="444194" y="-15606"/>
                  <a:pt x="585917" y="0"/>
                </a:cubicBezTo>
                <a:cubicBezTo>
                  <a:pt x="727640" y="15606"/>
                  <a:pt x="908078" y="6034"/>
                  <a:pt x="1041630" y="0"/>
                </a:cubicBezTo>
                <a:cubicBezTo>
                  <a:pt x="1175182" y="-6034"/>
                  <a:pt x="1490887" y="38691"/>
                  <a:pt x="1822853" y="0"/>
                </a:cubicBezTo>
                <a:cubicBezTo>
                  <a:pt x="2154819" y="-38691"/>
                  <a:pt x="2235404" y="-3172"/>
                  <a:pt x="2408770" y="0"/>
                </a:cubicBezTo>
                <a:cubicBezTo>
                  <a:pt x="2582136" y="3172"/>
                  <a:pt x="2820108" y="26514"/>
                  <a:pt x="2994687" y="0"/>
                </a:cubicBezTo>
                <a:cubicBezTo>
                  <a:pt x="3169266" y="-26514"/>
                  <a:pt x="3544431" y="-38940"/>
                  <a:pt x="3775910" y="0"/>
                </a:cubicBezTo>
                <a:cubicBezTo>
                  <a:pt x="4007389" y="38940"/>
                  <a:pt x="4105698" y="7408"/>
                  <a:pt x="4296725" y="0"/>
                </a:cubicBezTo>
                <a:cubicBezTo>
                  <a:pt x="4487752" y="-7408"/>
                  <a:pt x="4851891" y="-25167"/>
                  <a:pt x="5077948" y="0"/>
                </a:cubicBezTo>
                <a:cubicBezTo>
                  <a:pt x="5304005" y="25167"/>
                  <a:pt x="5507082" y="26354"/>
                  <a:pt x="5859171" y="0"/>
                </a:cubicBezTo>
                <a:cubicBezTo>
                  <a:pt x="6211260" y="-26354"/>
                  <a:pt x="6286793" y="584"/>
                  <a:pt x="6510190" y="0"/>
                </a:cubicBezTo>
                <a:cubicBezTo>
                  <a:pt x="6510731" y="12097"/>
                  <a:pt x="6511051" y="29008"/>
                  <a:pt x="6510190" y="36576"/>
                </a:cubicBezTo>
                <a:cubicBezTo>
                  <a:pt x="6162526" y="22753"/>
                  <a:pt x="6109599" y="46968"/>
                  <a:pt x="5794069" y="36576"/>
                </a:cubicBezTo>
                <a:cubicBezTo>
                  <a:pt x="5478539" y="26184"/>
                  <a:pt x="5341679" y="23264"/>
                  <a:pt x="5012846" y="36576"/>
                </a:cubicBezTo>
                <a:cubicBezTo>
                  <a:pt x="4684013" y="49888"/>
                  <a:pt x="4420613" y="37104"/>
                  <a:pt x="4231623" y="36576"/>
                </a:cubicBezTo>
                <a:cubicBezTo>
                  <a:pt x="4042633" y="36048"/>
                  <a:pt x="3824332" y="16640"/>
                  <a:pt x="3710808" y="36576"/>
                </a:cubicBezTo>
                <a:cubicBezTo>
                  <a:pt x="3597284" y="56512"/>
                  <a:pt x="3353238" y="61001"/>
                  <a:pt x="3059789" y="36576"/>
                </a:cubicBezTo>
                <a:cubicBezTo>
                  <a:pt x="2766340" y="12151"/>
                  <a:pt x="2599388" y="45085"/>
                  <a:pt x="2278567" y="36576"/>
                </a:cubicBezTo>
                <a:cubicBezTo>
                  <a:pt x="1957746" y="28067"/>
                  <a:pt x="1913835" y="47318"/>
                  <a:pt x="1627548" y="36576"/>
                </a:cubicBezTo>
                <a:cubicBezTo>
                  <a:pt x="1341261" y="25834"/>
                  <a:pt x="1364107" y="52564"/>
                  <a:pt x="1171834" y="36576"/>
                </a:cubicBezTo>
                <a:cubicBezTo>
                  <a:pt x="979561" y="20588"/>
                  <a:pt x="844677" y="45277"/>
                  <a:pt x="651019" y="36576"/>
                </a:cubicBezTo>
                <a:cubicBezTo>
                  <a:pt x="457362" y="27875"/>
                  <a:pt x="244555" y="31711"/>
                  <a:pt x="0" y="36576"/>
                </a:cubicBezTo>
                <a:cubicBezTo>
                  <a:pt x="-1549" y="24953"/>
                  <a:pt x="-1602" y="881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2 Subtítulo"/>
          <p:cNvSpPr>
            <a:spLocks noGrp="1"/>
          </p:cNvSpPr>
          <p:nvPr>
            <p:ph type="subTitle"/>
          </p:nvPr>
        </p:nvSpPr>
        <p:spPr>
          <a:xfrm>
            <a:off x="1261872" y="5321808"/>
            <a:ext cx="9637776" cy="7095744"/>
          </a:xfrm>
        </p:spPr>
        <p:txBody>
          <a:bodyPr vert="horz" lIns="91440" tIns="45720" rIns="91440" bIns="45720" rtlCol="0" anchor="t">
            <a:normAutofit/>
          </a:bodyPr>
          <a:lstStyle/>
          <a:p>
            <a:pPr indent="-228600" defTabSz="9144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700" b="1">
                <a:latin typeface="+mn-lt"/>
                <a:ea typeface="+mn-ea"/>
                <a:cs typeface="+mn-cs"/>
              </a:rPr>
              <a:t>3.3 Envío de mensajes</a:t>
            </a:r>
          </a:p>
          <a:p>
            <a:pPr indent="-228600" defTabSz="9144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700" b="1">
                <a:latin typeface="+mn-lt"/>
                <a:ea typeface="+mn-ea"/>
                <a:cs typeface="+mn-cs"/>
              </a:rPr>
              <a:t> </a:t>
            </a:r>
          </a:p>
          <a:p>
            <a:pPr indent="-228600" defTabSz="9144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700">
                <a:latin typeface="+mn-lt"/>
                <a:ea typeface="+mn-ea"/>
                <a:cs typeface="+mn-cs"/>
              </a:rPr>
              <a:t>▪ Los mensajes que intercambian los objetos pueden ser de tres tipos: </a:t>
            </a:r>
          </a:p>
          <a:p>
            <a:pPr marL="742950" indent="-228600" defTabSz="9144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700" b="1">
                <a:latin typeface="+mn-lt"/>
                <a:ea typeface="+mn-ea"/>
                <a:cs typeface="+mn-cs"/>
              </a:rPr>
              <a:t>Simples:</a:t>
            </a:r>
            <a:r>
              <a:rPr lang="en-US" sz="3700">
                <a:latin typeface="+mn-lt"/>
                <a:ea typeface="+mn-ea"/>
                <a:cs typeface="+mn-cs"/>
              </a:rPr>
              <a:t> pasan el hilo de ejecución de un objeto a otro (el código del objeto no se vuelve a ejecutar) </a:t>
            </a:r>
          </a:p>
          <a:p>
            <a:pPr marL="742950" indent="-228600" defTabSz="9144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700" b="1">
                <a:latin typeface="+mn-lt"/>
                <a:ea typeface="+mn-ea"/>
                <a:cs typeface="+mn-cs"/>
              </a:rPr>
              <a:t>Sincrónicos:</a:t>
            </a:r>
            <a:r>
              <a:rPr lang="en-US" sz="3700">
                <a:latin typeface="+mn-lt"/>
                <a:ea typeface="+mn-ea"/>
                <a:cs typeface="+mn-cs"/>
              </a:rPr>
              <a:t> esperan a que el método del otro objeto invocado termine para seguir la ejecución</a:t>
            </a:r>
          </a:p>
          <a:p>
            <a:pPr indent="-228600" defTabSz="9144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700">
                <a:latin typeface="+mn-lt"/>
                <a:ea typeface="+mn-ea"/>
                <a:cs typeface="+mn-cs"/>
              </a:rPr>
              <a:t>3.  </a:t>
            </a:r>
            <a:r>
              <a:rPr lang="en-US" sz="3700" b="1">
                <a:latin typeface="+mn-lt"/>
                <a:ea typeface="+mn-ea"/>
                <a:cs typeface="+mn-cs"/>
              </a:rPr>
              <a:t>Asincrónico: </a:t>
            </a:r>
            <a:r>
              <a:rPr lang="en-US" sz="3700">
                <a:latin typeface="+mn-lt"/>
                <a:ea typeface="+mn-ea"/>
                <a:cs typeface="+mn-cs"/>
              </a:rPr>
              <a:t>no impiden que el método original siga su ejecución normal</a:t>
            </a: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2198096" y="3951100"/>
            <a:ext cx="10917936" cy="58138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Rectángulo"/>
          <p:cNvSpPr/>
          <p:nvPr/>
        </p:nvSpPr>
        <p:spPr>
          <a:xfrm>
            <a:off x="1476300" y="500018"/>
            <a:ext cx="359585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3600" b="1"/>
              <a:t>Ejemplo de uso</a:t>
            </a: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391272" y="1969456"/>
            <a:ext cx="15787798" cy="100730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FEFBA9-314B-1D25-16EF-EE3380CE80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Elementos de un diagrama de secuencia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15A029C-CFB9-8760-FF06-230365889C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8959" y="2546651"/>
            <a:ext cx="11423371" cy="4018271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13B23FBD-AB69-6CF8-0B8D-FF407AE7E3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83574" y="2311339"/>
            <a:ext cx="11480266" cy="7606383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5F6DAF58-64BA-6CE4-E8B1-DD1F1527DB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8959" y="6858000"/>
            <a:ext cx="7573432" cy="3781953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ADBE7471-135A-5A86-351E-872D7FAB40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8959" y="10919869"/>
            <a:ext cx="7763958" cy="2791215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C936E000-2540-65E0-8D3B-D967CCB794E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819715" y="8913099"/>
            <a:ext cx="9665048" cy="4615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63963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580C1104-BF31-7DAD-5778-4A0D622E4C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6616" y="1415404"/>
            <a:ext cx="9425354" cy="12300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93127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C1DD1A8A-57D5-4A81-AD04-532B043C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0"/>
            <a:ext cx="24377904" cy="13716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1985A5F-26DE-0D20-077F-567AD02D62B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434"/>
          <a:stretch/>
        </p:blipFill>
        <p:spPr>
          <a:xfrm>
            <a:off x="-6094" y="10"/>
            <a:ext cx="24383998" cy="1371599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007891EC-4501-44ED-A8C8-B11B6DB76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415204"/>
            <a:ext cx="24383998" cy="6324292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BEF091C-D5E3-8BC9-ACE7-E1D8C71042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4560" y="651100"/>
            <a:ext cx="20116800" cy="11396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ctr" defTabSz="914400"/>
            <a:r>
              <a:rPr lang="en-US" sz="10400" dirty="0" err="1">
                <a:solidFill>
                  <a:srgbClr val="FF0000"/>
                </a:solidFill>
              </a:rPr>
              <a:t>Ejemplo</a:t>
            </a:r>
            <a:endParaRPr lang="en-US" sz="10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31096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77D6B2E-37A3-429E-A37C-F30ED6487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4384000" cy="13716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3446" y="-2"/>
            <a:ext cx="24451906" cy="137361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83918" y="-6"/>
            <a:ext cx="23544538" cy="13736148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30400" y="0"/>
            <a:ext cx="7246748" cy="1373614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64D5D5-227B-4F66-9AEA-46F570E79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1750" y="-6"/>
            <a:ext cx="24467162" cy="13736152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46B67A4-D328-4747-A82B-65E84FA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8968668" y="-1723648"/>
            <a:ext cx="13723862" cy="17195718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2373944" y="2178098"/>
            <a:ext cx="9935066" cy="9976780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D91B62E-6C5F-3486-CAE9-7D79AC62C7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5134" y="1637968"/>
            <a:ext cx="13429398" cy="6357378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/>
            <a:r>
              <a:rPr lang="en-US" sz="96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4. </a:t>
            </a:r>
            <a:r>
              <a:rPr lang="en-US" sz="9600" b="1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Diagramas</a:t>
            </a:r>
            <a:r>
              <a:rPr lang="en-US" sz="96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de </a:t>
            </a:r>
            <a:r>
              <a:rPr lang="en-US" sz="9600" b="1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colaboración</a:t>
            </a:r>
            <a:br>
              <a:rPr lang="en-US" sz="9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endParaRPr lang="en-US" sz="96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6" y="8980220"/>
            <a:ext cx="24435420" cy="475592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87701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Subtítulo"/>
          <p:cNvSpPr>
            <a:spLocks noGrp="1"/>
          </p:cNvSpPr>
          <p:nvPr>
            <p:ph type="subTitle"/>
          </p:nvPr>
        </p:nvSpPr>
        <p:spPr>
          <a:xfrm>
            <a:off x="1261986" y="2000216"/>
            <a:ext cx="23122014" cy="2289960"/>
          </a:xfrm>
        </p:spPr>
        <p:txBody>
          <a:bodyPr/>
          <a:lstStyle/>
          <a:p>
            <a:r>
              <a:rPr lang="es-ES" sz="4000" b="1" dirty="0">
                <a:highlight>
                  <a:srgbClr val="FFFF00"/>
                </a:highlight>
              </a:rPr>
              <a:t>¿Para qué sirven? </a:t>
            </a:r>
          </a:p>
          <a:p>
            <a:r>
              <a:rPr lang="es-ES" sz="4000" dirty="0">
                <a:highlight>
                  <a:srgbClr val="FFFF00"/>
                </a:highlight>
              </a:rPr>
              <a:t>▪ Representan los objetos, las interacciones, el orden y los mensajes enviados </a:t>
            </a:r>
          </a:p>
          <a:p>
            <a:r>
              <a:rPr lang="es-ES" sz="4000" dirty="0">
                <a:highlight>
                  <a:srgbClr val="FFFF00"/>
                </a:highlight>
              </a:rPr>
              <a:t>▪ Son similares a los diagramas de actividad, pero sin variable temporales</a:t>
            </a:r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4800" b="1" dirty="0"/>
              <a:t>4. Diagramas de colaboración</a:t>
            </a:r>
            <a:br>
              <a:rPr lang="es-ES" sz="4800" dirty="0"/>
            </a:br>
            <a:endParaRPr lang="es-ES" sz="4800" dirty="0"/>
          </a:p>
        </p:txBody>
      </p:sp>
      <p:sp>
        <p:nvSpPr>
          <p:cNvPr id="4" name="3 Rectángulo"/>
          <p:cNvSpPr/>
          <p:nvPr/>
        </p:nvSpPr>
        <p:spPr>
          <a:xfrm>
            <a:off x="1404862" y="4571984"/>
            <a:ext cx="22574408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3600" b="1"/>
              <a:t>4.1 Objetos y actores </a:t>
            </a:r>
          </a:p>
          <a:p>
            <a:endParaRPr lang="es-ES" sz="3600" b="1"/>
          </a:p>
          <a:p>
            <a:r>
              <a:rPr lang="es-ES" sz="3600"/>
              <a:t>▪ Objetos y actores: son los que comienzan la secuencia de mensajes (origen)</a:t>
            </a: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548662" y="6715124"/>
            <a:ext cx="7447412" cy="60722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295" name="Rectangle 12294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4377904" cy="13716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97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4986" y="3363088"/>
            <a:ext cx="21945600" cy="36576"/>
          </a:xfrm>
          <a:custGeom>
            <a:avLst/>
            <a:gdLst>
              <a:gd name="connsiteX0" fmla="*/ 0 w 21945600"/>
              <a:gd name="connsiteY0" fmla="*/ 0 h 36576"/>
              <a:gd name="connsiteX1" fmla="*/ 905256 w 21945600"/>
              <a:gd name="connsiteY1" fmla="*/ 0 h 36576"/>
              <a:gd name="connsiteX2" fmla="*/ 1810512 w 21945600"/>
              <a:gd name="connsiteY2" fmla="*/ 0 h 36576"/>
              <a:gd name="connsiteX3" fmla="*/ 2057400 w 21945600"/>
              <a:gd name="connsiteY3" fmla="*/ 0 h 36576"/>
              <a:gd name="connsiteX4" fmla="*/ 2743200 w 21945600"/>
              <a:gd name="connsiteY4" fmla="*/ 0 h 36576"/>
              <a:gd name="connsiteX5" fmla="*/ 3867912 w 21945600"/>
              <a:gd name="connsiteY5" fmla="*/ 0 h 36576"/>
              <a:gd name="connsiteX6" fmla="*/ 4114800 w 21945600"/>
              <a:gd name="connsiteY6" fmla="*/ 0 h 36576"/>
              <a:gd name="connsiteX7" fmla="*/ 4800600 w 21945600"/>
              <a:gd name="connsiteY7" fmla="*/ 0 h 36576"/>
              <a:gd name="connsiteX8" fmla="*/ 5486400 w 21945600"/>
              <a:gd name="connsiteY8" fmla="*/ 0 h 36576"/>
              <a:gd name="connsiteX9" fmla="*/ 5513832 w 21945600"/>
              <a:gd name="connsiteY9" fmla="*/ 0 h 36576"/>
              <a:gd name="connsiteX10" fmla="*/ 5760720 w 21945600"/>
              <a:gd name="connsiteY10" fmla="*/ 0 h 36576"/>
              <a:gd name="connsiteX11" fmla="*/ 6007608 w 21945600"/>
              <a:gd name="connsiteY11" fmla="*/ 0 h 36576"/>
              <a:gd name="connsiteX12" fmla="*/ 6693408 w 21945600"/>
              <a:gd name="connsiteY12" fmla="*/ 0 h 36576"/>
              <a:gd name="connsiteX13" fmla="*/ 7818120 w 21945600"/>
              <a:gd name="connsiteY13" fmla="*/ 0 h 36576"/>
              <a:gd name="connsiteX14" fmla="*/ 8065008 w 21945600"/>
              <a:gd name="connsiteY14" fmla="*/ 0 h 36576"/>
              <a:gd name="connsiteX15" fmla="*/ 9189720 w 21945600"/>
              <a:gd name="connsiteY15" fmla="*/ 0 h 36576"/>
              <a:gd name="connsiteX16" fmla="*/ 9436608 w 21945600"/>
              <a:gd name="connsiteY16" fmla="*/ 0 h 36576"/>
              <a:gd name="connsiteX17" fmla="*/ 10122408 w 21945600"/>
              <a:gd name="connsiteY17" fmla="*/ 0 h 36576"/>
              <a:gd name="connsiteX18" fmla="*/ 10369296 w 21945600"/>
              <a:gd name="connsiteY18" fmla="*/ 0 h 36576"/>
              <a:gd name="connsiteX19" fmla="*/ 10835640 w 21945600"/>
              <a:gd name="connsiteY19" fmla="*/ 0 h 36576"/>
              <a:gd name="connsiteX20" fmla="*/ 11521440 w 21945600"/>
              <a:gd name="connsiteY20" fmla="*/ 0 h 36576"/>
              <a:gd name="connsiteX21" fmla="*/ 12646152 w 21945600"/>
              <a:gd name="connsiteY21" fmla="*/ 0 h 36576"/>
              <a:gd name="connsiteX22" fmla="*/ 13551408 w 21945600"/>
              <a:gd name="connsiteY22" fmla="*/ 0 h 36576"/>
              <a:gd name="connsiteX23" fmla="*/ 14017752 w 21945600"/>
              <a:gd name="connsiteY23" fmla="*/ 0 h 36576"/>
              <a:gd name="connsiteX24" fmla="*/ 14264640 w 21945600"/>
              <a:gd name="connsiteY24" fmla="*/ 0 h 36576"/>
              <a:gd name="connsiteX25" fmla="*/ 15169896 w 21945600"/>
              <a:gd name="connsiteY25" fmla="*/ 0 h 36576"/>
              <a:gd name="connsiteX26" fmla="*/ 15636240 w 21945600"/>
              <a:gd name="connsiteY26" fmla="*/ 0 h 36576"/>
              <a:gd name="connsiteX27" fmla="*/ 16102584 w 21945600"/>
              <a:gd name="connsiteY27" fmla="*/ 0 h 36576"/>
              <a:gd name="connsiteX28" fmla="*/ 16130016 w 21945600"/>
              <a:gd name="connsiteY28" fmla="*/ 0 h 36576"/>
              <a:gd name="connsiteX29" fmla="*/ 17254728 w 21945600"/>
              <a:gd name="connsiteY29" fmla="*/ 0 h 36576"/>
              <a:gd name="connsiteX30" fmla="*/ 18159984 w 21945600"/>
              <a:gd name="connsiteY30" fmla="*/ 0 h 36576"/>
              <a:gd name="connsiteX31" fmla="*/ 19065240 w 21945600"/>
              <a:gd name="connsiteY31" fmla="*/ 0 h 36576"/>
              <a:gd name="connsiteX32" fmla="*/ 19092672 w 21945600"/>
              <a:gd name="connsiteY32" fmla="*/ 0 h 36576"/>
              <a:gd name="connsiteX33" fmla="*/ 19120104 w 21945600"/>
              <a:gd name="connsiteY33" fmla="*/ 0 h 36576"/>
              <a:gd name="connsiteX34" fmla="*/ 19147536 w 21945600"/>
              <a:gd name="connsiteY34" fmla="*/ 0 h 36576"/>
              <a:gd name="connsiteX35" fmla="*/ 19833336 w 21945600"/>
              <a:gd name="connsiteY35" fmla="*/ 0 h 36576"/>
              <a:gd name="connsiteX36" fmla="*/ 20738592 w 21945600"/>
              <a:gd name="connsiteY36" fmla="*/ 0 h 36576"/>
              <a:gd name="connsiteX37" fmla="*/ 21945600 w 21945600"/>
              <a:gd name="connsiteY37" fmla="*/ 0 h 36576"/>
              <a:gd name="connsiteX38" fmla="*/ 21945600 w 21945600"/>
              <a:gd name="connsiteY38" fmla="*/ 36576 h 36576"/>
              <a:gd name="connsiteX39" fmla="*/ 20820888 w 21945600"/>
              <a:gd name="connsiteY39" fmla="*/ 36576 h 36576"/>
              <a:gd name="connsiteX40" fmla="*/ 20354544 w 21945600"/>
              <a:gd name="connsiteY40" fmla="*/ 36576 h 36576"/>
              <a:gd name="connsiteX41" fmla="*/ 20327112 w 21945600"/>
              <a:gd name="connsiteY41" fmla="*/ 36576 h 36576"/>
              <a:gd name="connsiteX42" fmla="*/ 19421856 w 21945600"/>
              <a:gd name="connsiteY42" fmla="*/ 36576 h 36576"/>
              <a:gd name="connsiteX43" fmla="*/ 18516600 w 21945600"/>
              <a:gd name="connsiteY43" fmla="*/ 36576 h 36576"/>
              <a:gd name="connsiteX44" fmla="*/ 17830800 w 21945600"/>
              <a:gd name="connsiteY44" fmla="*/ 36576 h 36576"/>
              <a:gd name="connsiteX45" fmla="*/ 17583912 w 21945600"/>
              <a:gd name="connsiteY45" fmla="*/ 36576 h 36576"/>
              <a:gd name="connsiteX46" fmla="*/ 16898112 w 21945600"/>
              <a:gd name="connsiteY46" fmla="*/ 36576 h 36576"/>
              <a:gd name="connsiteX47" fmla="*/ 15992856 w 21945600"/>
              <a:gd name="connsiteY47" fmla="*/ 36576 h 36576"/>
              <a:gd name="connsiteX48" fmla="*/ 15087600 w 21945600"/>
              <a:gd name="connsiteY48" fmla="*/ 36576 h 36576"/>
              <a:gd name="connsiteX49" fmla="*/ 14840712 w 21945600"/>
              <a:gd name="connsiteY49" fmla="*/ 36576 h 36576"/>
              <a:gd name="connsiteX50" fmla="*/ 13716000 w 21945600"/>
              <a:gd name="connsiteY50" fmla="*/ 36576 h 36576"/>
              <a:gd name="connsiteX51" fmla="*/ 13688568 w 21945600"/>
              <a:gd name="connsiteY51" fmla="*/ 36576 h 36576"/>
              <a:gd name="connsiteX52" fmla="*/ 13441680 w 21945600"/>
              <a:gd name="connsiteY52" fmla="*/ 36576 h 36576"/>
              <a:gd name="connsiteX53" fmla="*/ 12975336 w 21945600"/>
              <a:gd name="connsiteY53" fmla="*/ 36576 h 36576"/>
              <a:gd name="connsiteX54" fmla="*/ 12070080 w 21945600"/>
              <a:gd name="connsiteY54" fmla="*/ 36576 h 36576"/>
              <a:gd name="connsiteX55" fmla="*/ 11164824 w 21945600"/>
              <a:gd name="connsiteY55" fmla="*/ 36576 h 36576"/>
              <a:gd name="connsiteX56" fmla="*/ 10040112 w 21945600"/>
              <a:gd name="connsiteY56" fmla="*/ 36576 h 36576"/>
              <a:gd name="connsiteX57" fmla="*/ 8915400 w 21945600"/>
              <a:gd name="connsiteY57" fmla="*/ 36576 h 36576"/>
              <a:gd name="connsiteX58" fmla="*/ 8010144 w 21945600"/>
              <a:gd name="connsiteY58" fmla="*/ 36576 h 36576"/>
              <a:gd name="connsiteX59" fmla="*/ 7324344 w 21945600"/>
              <a:gd name="connsiteY59" fmla="*/ 36576 h 36576"/>
              <a:gd name="connsiteX60" fmla="*/ 7077456 w 21945600"/>
              <a:gd name="connsiteY60" fmla="*/ 36576 h 36576"/>
              <a:gd name="connsiteX61" fmla="*/ 6172200 w 21945600"/>
              <a:gd name="connsiteY61" fmla="*/ 36576 h 36576"/>
              <a:gd name="connsiteX62" fmla="*/ 5266944 w 21945600"/>
              <a:gd name="connsiteY62" fmla="*/ 36576 h 36576"/>
              <a:gd name="connsiteX63" fmla="*/ 5020056 w 21945600"/>
              <a:gd name="connsiteY63" fmla="*/ 36576 h 36576"/>
              <a:gd name="connsiteX64" fmla="*/ 4553712 w 21945600"/>
              <a:gd name="connsiteY64" fmla="*/ 36576 h 36576"/>
              <a:gd name="connsiteX65" fmla="*/ 4087368 w 21945600"/>
              <a:gd name="connsiteY65" fmla="*/ 36576 h 36576"/>
              <a:gd name="connsiteX66" fmla="*/ 3621024 w 21945600"/>
              <a:gd name="connsiteY66" fmla="*/ 36576 h 36576"/>
              <a:gd name="connsiteX67" fmla="*/ 2715768 w 21945600"/>
              <a:gd name="connsiteY67" fmla="*/ 36576 h 36576"/>
              <a:gd name="connsiteX68" fmla="*/ 2249424 w 21945600"/>
              <a:gd name="connsiteY68" fmla="*/ 36576 h 36576"/>
              <a:gd name="connsiteX69" fmla="*/ 1124712 w 21945600"/>
              <a:gd name="connsiteY69" fmla="*/ 36576 h 36576"/>
              <a:gd name="connsiteX70" fmla="*/ 0 w 21945600"/>
              <a:gd name="connsiteY70" fmla="*/ 36576 h 36576"/>
              <a:gd name="connsiteX71" fmla="*/ 0 w 21945600"/>
              <a:gd name="connsiteY71" fmla="*/ 0 h 36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</a:cxnLst>
            <a:rect l="l" t="t" r="r" b="b"/>
            <a:pathLst>
              <a:path w="21945600" h="36576" fill="none" extrusionOk="0">
                <a:moveTo>
                  <a:pt x="0" y="0"/>
                </a:moveTo>
                <a:cubicBezTo>
                  <a:pt x="421743" y="26373"/>
                  <a:pt x="546320" y="15739"/>
                  <a:pt x="905256" y="0"/>
                </a:cubicBezTo>
                <a:cubicBezTo>
                  <a:pt x="1264192" y="-15739"/>
                  <a:pt x="1386536" y="-15656"/>
                  <a:pt x="1810512" y="0"/>
                </a:cubicBezTo>
                <a:cubicBezTo>
                  <a:pt x="2234488" y="15656"/>
                  <a:pt x="1998624" y="3590"/>
                  <a:pt x="2057400" y="0"/>
                </a:cubicBezTo>
                <a:cubicBezTo>
                  <a:pt x="2116176" y="-3590"/>
                  <a:pt x="2603764" y="-6151"/>
                  <a:pt x="2743200" y="0"/>
                </a:cubicBezTo>
                <a:cubicBezTo>
                  <a:pt x="2882636" y="6151"/>
                  <a:pt x="3353150" y="46913"/>
                  <a:pt x="3867912" y="0"/>
                </a:cubicBezTo>
                <a:cubicBezTo>
                  <a:pt x="4382674" y="-46913"/>
                  <a:pt x="4060330" y="5314"/>
                  <a:pt x="4114800" y="0"/>
                </a:cubicBezTo>
                <a:cubicBezTo>
                  <a:pt x="4169270" y="-5314"/>
                  <a:pt x="4534246" y="-31393"/>
                  <a:pt x="4800600" y="0"/>
                </a:cubicBezTo>
                <a:cubicBezTo>
                  <a:pt x="5066954" y="31393"/>
                  <a:pt x="5323745" y="3319"/>
                  <a:pt x="5486400" y="0"/>
                </a:cubicBezTo>
                <a:cubicBezTo>
                  <a:pt x="5649055" y="-3319"/>
                  <a:pt x="5502934" y="-1313"/>
                  <a:pt x="5513832" y="0"/>
                </a:cubicBezTo>
                <a:cubicBezTo>
                  <a:pt x="5524730" y="1313"/>
                  <a:pt x="5659978" y="-12316"/>
                  <a:pt x="5760720" y="0"/>
                </a:cubicBezTo>
                <a:cubicBezTo>
                  <a:pt x="5861462" y="12316"/>
                  <a:pt x="5898932" y="2721"/>
                  <a:pt x="6007608" y="0"/>
                </a:cubicBezTo>
                <a:cubicBezTo>
                  <a:pt x="6116284" y="-2721"/>
                  <a:pt x="6483483" y="-4819"/>
                  <a:pt x="6693408" y="0"/>
                </a:cubicBezTo>
                <a:cubicBezTo>
                  <a:pt x="6903333" y="4819"/>
                  <a:pt x="7588959" y="10934"/>
                  <a:pt x="7818120" y="0"/>
                </a:cubicBezTo>
                <a:cubicBezTo>
                  <a:pt x="8047281" y="-10934"/>
                  <a:pt x="7993804" y="5221"/>
                  <a:pt x="8065008" y="0"/>
                </a:cubicBezTo>
                <a:cubicBezTo>
                  <a:pt x="8136212" y="-5221"/>
                  <a:pt x="8852325" y="51539"/>
                  <a:pt x="9189720" y="0"/>
                </a:cubicBezTo>
                <a:cubicBezTo>
                  <a:pt x="9527115" y="-51539"/>
                  <a:pt x="9324727" y="-6372"/>
                  <a:pt x="9436608" y="0"/>
                </a:cubicBezTo>
                <a:cubicBezTo>
                  <a:pt x="9548489" y="6372"/>
                  <a:pt x="9796505" y="23327"/>
                  <a:pt x="10122408" y="0"/>
                </a:cubicBezTo>
                <a:cubicBezTo>
                  <a:pt x="10448311" y="-23327"/>
                  <a:pt x="10318828" y="6963"/>
                  <a:pt x="10369296" y="0"/>
                </a:cubicBezTo>
                <a:cubicBezTo>
                  <a:pt x="10419764" y="-6963"/>
                  <a:pt x="10716126" y="-4982"/>
                  <a:pt x="10835640" y="0"/>
                </a:cubicBezTo>
                <a:cubicBezTo>
                  <a:pt x="10955154" y="4982"/>
                  <a:pt x="11219367" y="17886"/>
                  <a:pt x="11521440" y="0"/>
                </a:cubicBezTo>
                <a:cubicBezTo>
                  <a:pt x="11823513" y="-17886"/>
                  <a:pt x="12367047" y="-46479"/>
                  <a:pt x="12646152" y="0"/>
                </a:cubicBezTo>
                <a:cubicBezTo>
                  <a:pt x="12925257" y="46479"/>
                  <a:pt x="13338284" y="-26830"/>
                  <a:pt x="13551408" y="0"/>
                </a:cubicBezTo>
                <a:cubicBezTo>
                  <a:pt x="13764532" y="26830"/>
                  <a:pt x="13846967" y="12769"/>
                  <a:pt x="14017752" y="0"/>
                </a:cubicBezTo>
                <a:cubicBezTo>
                  <a:pt x="14188537" y="-12769"/>
                  <a:pt x="14162126" y="4714"/>
                  <a:pt x="14264640" y="0"/>
                </a:cubicBezTo>
                <a:cubicBezTo>
                  <a:pt x="14367154" y="-4714"/>
                  <a:pt x="14751879" y="36146"/>
                  <a:pt x="15169896" y="0"/>
                </a:cubicBezTo>
                <a:cubicBezTo>
                  <a:pt x="15587913" y="-36146"/>
                  <a:pt x="15406707" y="17941"/>
                  <a:pt x="15636240" y="0"/>
                </a:cubicBezTo>
                <a:cubicBezTo>
                  <a:pt x="15865773" y="-17941"/>
                  <a:pt x="15889022" y="-14655"/>
                  <a:pt x="16102584" y="0"/>
                </a:cubicBezTo>
                <a:cubicBezTo>
                  <a:pt x="16316146" y="14655"/>
                  <a:pt x="16124510" y="870"/>
                  <a:pt x="16130016" y="0"/>
                </a:cubicBezTo>
                <a:cubicBezTo>
                  <a:pt x="16135522" y="-870"/>
                  <a:pt x="16815084" y="42640"/>
                  <a:pt x="17254728" y="0"/>
                </a:cubicBezTo>
                <a:cubicBezTo>
                  <a:pt x="17694372" y="-42640"/>
                  <a:pt x="17737816" y="21051"/>
                  <a:pt x="18159984" y="0"/>
                </a:cubicBezTo>
                <a:cubicBezTo>
                  <a:pt x="18582152" y="-21051"/>
                  <a:pt x="18719883" y="-27879"/>
                  <a:pt x="19065240" y="0"/>
                </a:cubicBezTo>
                <a:cubicBezTo>
                  <a:pt x="19410597" y="27879"/>
                  <a:pt x="19085806" y="974"/>
                  <a:pt x="19092672" y="0"/>
                </a:cubicBezTo>
                <a:cubicBezTo>
                  <a:pt x="19099538" y="-974"/>
                  <a:pt x="19107856" y="-640"/>
                  <a:pt x="19120104" y="0"/>
                </a:cubicBezTo>
                <a:cubicBezTo>
                  <a:pt x="19132352" y="640"/>
                  <a:pt x="19142037" y="-152"/>
                  <a:pt x="19147536" y="0"/>
                </a:cubicBezTo>
                <a:cubicBezTo>
                  <a:pt x="19153035" y="152"/>
                  <a:pt x="19534636" y="-13012"/>
                  <a:pt x="19833336" y="0"/>
                </a:cubicBezTo>
                <a:cubicBezTo>
                  <a:pt x="20132036" y="13012"/>
                  <a:pt x="20306411" y="18934"/>
                  <a:pt x="20738592" y="0"/>
                </a:cubicBezTo>
                <a:cubicBezTo>
                  <a:pt x="21170773" y="-18934"/>
                  <a:pt x="21426379" y="57975"/>
                  <a:pt x="21945600" y="0"/>
                </a:cubicBezTo>
                <a:cubicBezTo>
                  <a:pt x="21944920" y="15182"/>
                  <a:pt x="21945031" y="28240"/>
                  <a:pt x="21945600" y="36576"/>
                </a:cubicBezTo>
                <a:cubicBezTo>
                  <a:pt x="21720449" y="-15473"/>
                  <a:pt x="21092984" y="17470"/>
                  <a:pt x="20820888" y="36576"/>
                </a:cubicBezTo>
                <a:cubicBezTo>
                  <a:pt x="20548792" y="55682"/>
                  <a:pt x="20467037" y="21195"/>
                  <a:pt x="20354544" y="36576"/>
                </a:cubicBezTo>
                <a:cubicBezTo>
                  <a:pt x="20242051" y="51957"/>
                  <a:pt x="20337363" y="36164"/>
                  <a:pt x="20327112" y="36576"/>
                </a:cubicBezTo>
                <a:cubicBezTo>
                  <a:pt x="20316861" y="36988"/>
                  <a:pt x="19714624" y="67514"/>
                  <a:pt x="19421856" y="36576"/>
                </a:cubicBezTo>
                <a:cubicBezTo>
                  <a:pt x="19129088" y="5638"/>
                  <a:pt x="18900022" y="28604"/>
                  <a:pt x="18516600" y="36576"/>
                </a:cubicBezTo>
                <a:cubicBezTo>
                  <a:pt x="18133178" y="44548"/>
                  <a:pt x="17998183" y="54905"/>
                  <a:pt x="17830800" y="36576"/>
                </a:cubicBezTo>
                <a:cubicBezTo>
                  <a:pt x="17663417" y="18247"/>
                  <a:pt x="17647160" y="31655"/>
                  <a:pt x="17583912" y="36576"/>
                </a:cubicBezTo>
                <a:cubicBezTo>
                  <a:pt x="17520664" y="41497"/>
                  <a:pt x="17113969" y="48000"/>
                  <a:pt x="16898112" y="36576"/>
                </a:cubicBezTo>
                <a:cubicBezTo>
                  <a:pt x="16682255" y="25152"/>
                  <a:pt x="16396179" y="46024"/>
                  <a:pt x="15992856" y="36576"/>
                </a:cubicBezTo>
                <a:cubicBezTo>
                  <a:pt x="15589533" y="27128"/>
                  <a:pt x="15453003" y="2006"/>
                  <a:pt x="15087600" y="36576"/>
                </a:cubicBezTo>
                <a:cubicBezTo>
                  <a:pt x="14722197" y="71146"/>
                  <a:pt x="14962139" y="43983"/>
                  <a:pt x="14840712" y="36576"/>
                </a:cubicBezTo>
                <a:cubicBezTo>
                  <a:pt x="14719285" y="29169"/>
                  <a:pt x="14031206" y="3235"/>
                  <a:pt x="13716000" y="36576"/>
                </a:cubicBezTo>
                <a:cubicBezTo>
                  <a:pt x="13400794" y="69917"/>
                  <a:pt x="13699702" y="36784"/>
                  <a:pt x="13688568" y="36576"/>
                </a:cubicBezTo>
                <a:cubicBezTo>
                  <a:pt x="13677434" y="36368"/>
                  <a:pt x="13549601" y="44218"/>
                  <a:pt x="13441680" y="36576"/>
                </a:cubicBezTo>
                <a:cubicBezTo>
                  <a:pt x="13333759" y="28934"/>
                  <a:pt x="13194403" y="43582"/>
                  <a:pt x="12975336" y="36576"/>
                </a:cubicBezTo>
                <a:cubicBezTo>
                  <a:pt x="12756269" y="29570"/>
                  <a:pt x="12496698" y="13112"/>
                  <a:pt x="12070080" y="36576"/>
                </a:cubicBezTo>
                <a:cubicBezTo>
                  <a:pt x="11643462" y="60040"/>
                  <a:pt x="11494515" y="20795"/>
                  <a:pt x="11164824" y="36576"/>
                </a:cubicBezTo>
                <a:cubicBezTo>
                  <a:pt x="10835133" y="52357"/>
                  <a:pt x="10303956" y="87952"/>
                  <a:pt x="10040112" y="36576"/>
                </a:cubicBezTo>
                <a:cubicBezTo>
                  <a:pt x="9776268" y="-14800"/>
                  <a:pt x="9309125" y="40826"/>
                  <a:pt x="8915400" y="36576"/>
                </a:cubicBezTo>
                <a:cubicBezTo>
                  <a:pt x="8521675" y="32326"/>
                  <a:pt x="8235592" y="37410"/>
                  <a:pt x="8010144" y="36576"/>
                </a:cubicBezTo>
                <a:cubicBezTo>
                  <a:pt x="7784696" y="35742"/>
                  <a:pt x="7556705" y="26838"/>
                  <a:pt x="7324344" y="36576"/>
                </a:cubicBezTo>
                <a:cubicBezTo>
                  <a:pt x="7091983" y="46314"/>
                  <a:pt x="7169873" y="40000"/>
                  <a:pt x="7077456" y="36576"/>
                </a:cubicBezTo>
                <a:cubicBezTo>
                  <a:pt x="6985039" y="33152"/>
                  <a:pt x="6395767" y="49824"/>
                  <a:pt x="6172200" y="36576"/>
                </a:cubicBezTo>
                <a:cubicBezTo>
                  <a:pt x="5948633" y="23328"/>
                  <a:pt x="5614848" y="11374"/>
                  <a:pt x="5266944" y="36576"/>
                </a:cubicBezTo>
                <a:cubicBezTo>
                  <a:pt x="4919040" y="61778"/>
                  <a:pt x="5134821" y="40448"/>
                  <a:pt x="5020056" y="36576"/>
                </a:cubicBezTo>
                <a:cubicBezTo>
                  <a:pt x="4905291" y="32704"/>
                  <a:pt x="4664972" y="17908"/>
                  <a:pt x="4553712" y="36576"/>
                </a:cubicBezTo>
                <a:cubicBezTo>
                  <a:pt x="4442452" y="55244"/>
                  <a:pt x="4307490" y="36849"/>
                  <a:pt x="4087368" y="36576"/>
                </a:cubicBezTo>
                <a:cubicBezTo>
                  <a:pt x="3867246" y="36303"/>
                  <a:pt x="3812769" y="37964"/>
                  <a:pt x="3621024" y="36576"/>
                </a:cubicBezTo>
                <a:cubicBezTo>
                  <a:pt x="3429279" y="35188"/>
                  <a:pt x="3130207" y="-2472"/>
                  <a:pt x="2715768" y="36576"/>
                </a:cubicBezTo>
                <a:cubicBezTo>
                  <a:pt x="2301329" y="75624"/>
                  <a:pt x="2368981" y="46863"/>
                  <a:pt x="2249424" y="36576"/>
                </a:cubicBezTo>
                <a:cubicBezTo>
                  <a:pt x="2129867" y="26289"/>
                  <a:pt x="1617980" y="52425"/>
                  <a:pt x="1124712" y="36576"/>
                </a:cubicBezTo>
                <a:cubicBezTo>
                  <a:pt x="631444" y="20727"/>
                  <a:pt x="353459" y="68932"/>
                  <a:pt x="0" y="36576"/>
                </a:cubicBezTo>
                <a:cubicBezTo>
                  <a:pt x="-389" y="28441"/>
                  <a:pt x="988" y="11614"/>
                  <a:pt x="0" y="0"/>
                </a:cubicBezTo>
                <a:close/>
              </a:path>
              <a:path w="21945600" h="36576" stroke="0" extrusionOk="0">
                <a:moveTo>
                  <a:pt x="0" y="0"/>
                </a:moveTo>
                <a:cubicBezTo>
                  <a:pt x="78738" y="-6702"/>
                  <a:pt x="124882" y="4427"/>
                  <a:pt x="246888" y="0"/>
                </a:cubicBezTo>
                <a:cubicBezTo>
                  <a:pt x="368894" y="-4427"/>
                  <a:pt x="264772" y="-808"/>
                  <a:pt x="274320" y="0"/>
                </a:cubicBezTo>
                <a:cubicBezTo>
                  <a:pt x="283868" y="808"/>
                  <a:pt x="425686" y="-10995"/>
                  <a:pt x="521208" y="0"/>
                </a:cubicBezTo>
                <a:cubicBezTo>
                  <a:pt x="616730" y="10995"/>
                  <a:pt x="925127" y="26161"/>
                  <a:pt x="1207008" y="0"/>
                </a:cubicBezTo>
                <a:cubicBezTo>
                  <a:pt x="1488889" y="-26161"/>
                  <a:pt x="1863629" y="25804"/>
                  <a:pt x="2112264" y="0"/>
                </a:cubicBezTo>
                <a:cubicBezTo>
                  <a:pt x="2360899" y="-25804"/>
                  <a:pt x="2856157" y="-38525"/>
                  <a:pt x="3236976" y="0"/>
                </a:cubicBezTo>
                <a:cubicBezTo>
                  <a:pt x="3617795" y="38525"/>
                  <a:pt x="4108532" y="-15185"/>
                  <a:pt x="4361688" y="0"/>
                </a:cubicBezTo>
                <a:cubicBezTo>
                  <a:pt x="4614844" y="15185"/>
                  <a:pt x="4684381" y="-14633"/>
                  <a:pt x="4828032" y="0"/>
                </a:cubicBezTo>
                <a:cubicBezTo>
                  <a:pt x="4971683" y="14633"/>
                  <a:pt x="5329982" y="15220"/>
                  <a:pt x="5733288" y="0"/>
                </a:cubicBezTo>
                <a:cubicBezTo>
                  <a:pt x="6136594" y="-15220"/>
                  <a:pt x="6133637" y="-11909"/>
                  <a:pt x="6419088" y="0"/>
                </a:cubicBezTo>
                <a:cubicBezTo>
                  <a:pt x="6704539" y="11909"/>
                  <a:pt x="6686287" y="21630"/>
                  <a:pt x="6885432" y="0"/>
                </a:cubicBezTo>
                <a:cubicBezTo>
                  <a:pt x="7084577" y="-21630"/>
                  <a:pt x="7368157" y="20345"/>
                  <a:pt x="7790688" y="0"/>
                </a:cubicBezTo>
                <a:cubicBezTo>
                  <a:pt x="8213219" y="-20345"/>
                  <a:pt x="7805774" y="-451"/>
                  <a:pt x="7818120" y="0"/>
                </a:cubicBezTo>
                <a:cubicBezTo>
                  <a:pt x="7830466" y="451"/>
                  <a:pt x="8108732" y="-16692"/>
                  <a:pt x="8284464" y="0"/>
                </a:cubicBezTo>
                <a:cubicBezTo>
                  <a:pt x="8460196" y="16692"/>
                  <a:pt x="8710069" y="20479"/>
                  <a:pt x="8970264" y="0"/>
                </a:cubicBezTo>
                <a:cubicBezTo>
                  <a:pt x="9230459" y="-20479"/>
                  <a:pt x="9654070" y="-23489"/>
                  <a:pt x="9875520" y="0"/>
                </a:cubicBezTo>
                <a:cubicBezTo>
                  <a:pt x="10096970" y="23489"/>
                  <a:pt x="10230055" y="14787"/>
                  <a:pt x="10561320" y="0"/>
                </a:cubicBezTo>
                <a:cubicBezTo>
                  <a:pt x="10892585" y="-14787"/>
                  <a:pt x="11355400" y="42062"/>
                  <a:pt x="11686032" y="0"/>
                </a:cubicBezTo>
                <a:cubicBezTo>
                  <a:pt x="12016664" y="-42062"/>
                  <a:pt x="11707139" y="-1040"/>
                  <a:pt x="11713464" y="0"/>
                </a:cubicBezTo>
                <a:cubicBezTo>
                  <a:pt x="11719789" y="1040"/>
                  <a:pt x="12097394" y="2532"/>
                  <a:pt x="12399264" y="0"/>
                </a:cubicBezTo>
                <a:cubicBezTo>
                  <a:pt x="12701134" y="-2532"/>
                  <a:pt x="12419541" y="1081"/>
                  <a:pt x="12426696" y="0"/>
                </a:cubicBezTo>
                <a:cubicBezTo>
                  <a:pt x="12433851" y="-1081"/>
                  <a:pt x="13203091" y="32097"/>
                  <a:pt x="13551408" y="0"/>
                </a:cubicBezTo>
                <a:cubicBezTo>
                  <a:pt x="13899725" y="-32097"/>
                  <a:pt x="13704994" y="4050"/>
                  <a:pt x="13798296" y="0"/>
                </a:cubicBezTo>
                <a:cubicBezTo>
                  <a:pt x="13891598" y="-4050"/>
                  <a:pt x="13819194" y="591"/>
                  <a:pt x="13825728" y="0"/>
                </a:cubicBezTo>
                <a:cubicBezTo>
                  <a:pt x="13832262" y="-591"/>
                  <a:pt x="14247058" y="-30068"/>
                  <a:pt x="14511528" y="0"/>
                </a:cubicBezTo>
                <a:cubicBezTo>
                  <a:pt x="14775998" y="30068"/>
                  <a:pt x="14668616" y="6993"/>
                  <a:pt x="14758416" y="0"/>
                </a:cubicBezTo>
                <a:cubicBezTo>
                  <a:pt x="14848216" y="-6993"/>
                  <a:pt x="15386840" y="3019"/>
                  <a:pt x="15663672" y="0"/>
                </a:cubicBezTo>
                <a:cubicBezTo>
                  <a:pt x="15940504" y="-3019"/>
                  <a:pt x="15823667" y="2894"/>
                  <a:pt x="15910560" y="0"/>
                </a:cubicBezTo>
                <a:cubicBezTo>
                  <a:pt x="15997453" y="-2894"/>
                  <a:pt x="16588125" y="-8530"/>
                  <a:pt x="17035272" y="0"/>
                </a:cubicBezTo>
                <a:cubicBezTo>
                  <a:pt x="17482419" y="8530"/>
                  <a:pt x="17188794" y="6706"/>
                  <a:pt x="17282160" y="0"/>
                </a:cubicBezTo>
                <a:cubicBezTo>
                  <a:pt x="17375526" y="-6706"/>
                  <a:pt x="17472317" y="-5717"/>
                  <a:pt x="17529048" y="0"/>
                </a:cubicBezTo>
                <a:cubicBezTo>
                  <a:pt x="17585779" y="5717"/>
                  <a:pt x="18174415" y="31621"/>
                  <a:pt x="18434304" y="0"/>
                </a:cubicBezTo>
                <a:cubicBezTo>
                  <a:pt x="18694193" y="-31621"/>
                  <a:pt x="19301918" y="29693"/>
                  <a:pt x="19559016" y="0"/>
                </a:cubicBezTo>
                <a:cubicBezTo>
                  <a:pt x="19816114" y="-29693"/>
                  <a:pt x="19574042" y="702"/>
                  <a:pt x="19586448" y="0"/>
                </a:cubicBezTo>
                <a:cubicBezTo>
                  <a:pt x="19598854" y="-702"/>
                  <a:pt x="20049547" y="-22820"/>
                  <a:pt x="20491704" y="0"/>
                </a:cubicBezTo>
                <a:cubicBezTo>
                  <a:pt x="20933861" y="22820"/>
                  <a:pt x="20755106" y="6629"/>
                  <a:pt x="20958048" y="0"/>
                </a:cubicBezTo>
                <a:cubicBezTo>
                  <a:pt x="21160990" y="-6629"/>
                  <a:pt x="21663188" y="-27211"/>
                  <a:pt x="21945600" y="0"/>
                </a:cubicBezTo>
                <a:cubicBezTo>
                  <a:pt x="21944964" y="7863"/>
                  <a:pt x="21943820" y="25698"/>
                  <a:pt x="21945600" y="36576"/>
                </a:cubicBezTo>
                <a:cubicBezTo>
                  <a:pt x="21738864" y="-5974"/>
                  <a:pt x="21483832" y="56357"/>
                  <a:pt x="21040344" y="36576"/>
                </a:cubicBezTo>
                <a:cubicBezTo>
                  <a:pt x="20596856" y="16795"/>
                  <a:pt x="20741173" y="55968"/>
                  <a:pt x="20574000" y="36576"/>
                </a:cubicBezTo>
                <a:cubicBezTo>
                  <a:pt x="20406827" y="17184"/>
                  <a:pt x="20560204" y="36526"/>
                  <a:pt x="20546568" y="36576"/>
                </a:cubicBezTo>
                <a:cubicBezTo>
                  <a:pt x="20532932" y="36626"/>
                  <a:pt x="20530490" y="36880"/>
                  <a:pt x="20519136" y="36576"/>
                </a:cubicBezTo>
                <a:cubicBezTo>
                  <a:pt x="20507782" y="36272"/>
                  <a:pt x="19823262" y="37799"/>
                  <a:pt x="19613880" y="36576"/>
                </a:cubicBezTo>
                <a:cubicBezTo>
                  <a:pt x="19404498" y="35353"/>
                  <a:pt x="19223151" y="67241"/>
                  <a:pt x="18928080" y="36576"/>
                </a:cubicBezTo>
                <a:cubicBezTo>
                  <a:pt x="18633009" y="5911"/>
                  <a:pt x="18160671" y="-11744"/>
                  <a:pt x="17803368" y="36576"/>
                </a:cubicBezTo>
                <a:cubicBezTo>
                  <a:pt x="17446065" y="84896"/>
                  <a:pt x="17412412" y="14966"/>
                  <a:pt x="17117568" y="36576"/>
                </a:cubicBezTo>
                <a:cubicBezTo>
                  <a:pt x="16822724" y="58186"/>
                  <a:pt x="16494673" y="2337"/>
                  <a:pt x="16212312" y="36576"/>
                </a:cubicBezTo>
                <a:cubicBezTo>
                  <a:pt x="15929951" y="70815"/>
                  <a:pt x="15826333" y="11046"/>
                  <a:pt x="15526512" y="36576"/>
                </a:cubicBezTo>
                <a:cubicBezTo>
                  <a:pt x="15226691" y="62106"/>
                  <a:pt x="15082025" y="15118"/>
                  <a:pt x="14840712" y="36576"/>
                </a:cubicBezTo>
                <a:cubicBezTo>
                  <a:pt x="14599399" y="58034"/>
                  <a:pt x="14517430" y="19609"/>
                  <a:pt x="14374368" y="36576"/>
                </a:cubicBezTo>
                <a:cubicBezTo>
                  <a:pt x="14231306" y="53543"/>
                  <a:pt x="13854278" y="2480"/>
                  <a:pt x="13469112" y="36576"/>
                </a:cubicBezTo>
                <a:cubicBezTo>
                  <a:pt x="13083946" y="70672"/>
                  <a:pt x="13086505" y="29507"/>
                  <a:pt x="12783312" y="36576"/>
                </a:cubicBezTo>
                <a:cubicBezTo>
                  <a:pt x="12480119" y="43645"/>
                  <a:pt x="12228847" y="-3513"/>
                  <a:pt x="11878056" y="36576"/>
                </a:cubicBezTo>
                <a:cubicBezTo>
                  <a:pt x="11527265" y="76665"/>
                  <a:pt x="11722541" y="34421"/>
                  <a:pt x="11631168" y="36576"/>
                </a:cubicBezTo>
                <a:cubicBezTo>
                  <a:pt x="11539795" y="38731"/>
                  <a:pt x="11328250" y="26850"/>
                  <a:pt x="11164824" y="36576"/>
                </a:cubicBezTo>
                <a:cubicBezTo>
                  <a:pt x="11001398" y="46302"/>
                  <a:pt x="10673541" y="78959"/>
                  <a:pt x="10259568" y="36576"/>
                </a:cubicBezTo>
                <a:cubicBezTo>
                  <a:pt x="9845595" y="-5807"/>
                  <a:pt x="9733074" y="59393"/>
                  <a:pt x="9573768" y="36576"/>
                </a:cubicBezTo>
                <a:cubicBezTo>
                  <a:pt x="9414462" y="13759"/>
                  <a:pt x="9555544" y="36473"/>
                  <a:pt x="9546336" y="36576"/>
                </a:cubicBezTo>
                <a:cubicBezTo>
                  <a:pt x="9537128" y="36679"/>
                  <a:pt x="8966343" y="25197"/>
                  <a:pt x="8641080" y="36576"/>
                </a:cubicBezTo>
                <a:cubicBezTo>
                  <a:pt x="8315817" y="47955"/>
                  <a:pt x="8340016" y="17323"/>
                  <a:pt x="8174736" y="36576"/>
                </a:cubicBezTo>
                <a:cubicBezTo>
                  <a:pt x="8009456" y="55829"/>
                  <a:pt x="7277736" y="27510"/>
                  <a:pt x="7050024" y="36576"/>
                </a:cubicBezTo>
                <a:cubicBezTo>
                  <a:pt x="6822312" y="45642"/>
                  <a:pt x="7033761" y="37384"/>
                  <a:pt x="7022592" y="36576"/>
                </a:cubicBezTo>
                <a:cubicBezTo>
                  <a:pt x="7011423" y="35768"/>
                  <a:pt x="6523471" y="22547"/>
                  <a:pt x="6117336" y="36576"/>
                </a:cubicBezTo>
                <a:cubicBezTo>
                  <a:pt x="5711201" y="50605"/>
                  <a:pt x="5866816" y="21657"/>
                  <a:pt x="5650992" y="36576"/>
                </a:cubicBezTo>
                <a:cubicBezTo>
                  <a:pt x="5435168" y="51495"/>
                  <a:pt x="5142184" y="50113"/>
                  <a:pt x="4745736" y="36576"/>
                </a:cubicBezTo>
                <a:cubicBezTo>
                  <a:pt x="4349288" y="23039"/>
                  <a:pt x="4567465" y="35506"/>
                  <a:pt x="4498848" y="36576"/>
                </a:cubicBezTo>
                <a:cubicBezTo>
                  <a:pt x="4430231" y="37646"/>
                  <a:pt x="4316854" y="42140"/>
                  <a:pt x="4251960" y="36576"/>
                </a:cubicBezTo>
                <a:cubicBezTo>
                  <a:pt x="4187066" y="31012"/>
                  <a:pt x="4006963" y="35461"/>
                  <a:pt x="3785616" y="36576"/>
                </a:cubicBezTo>
                <a:cubicBezTo>
                  <a:pt x="3564269" y="37691"/>
                  <a:pt x="3513429" y="13694"/>
                  <a:pt x="3319272" y="36576"/>
                </a:cubicBezTo>
                <a:cubicBezTo>
                  <a:pt x="3125115" y="59458"/>
                  <a:pt x="2634641" y="25517"/>
                  <a:pt x="2414016" y="36576"/>
                </a:cubicBezTo>
                <a:cubicBezTo>
                  <a:pt x="2193391" y="47635"/>
                  <a:pt x="2395840" y="37250"/>
                  <a:pt x="2386584" y="36576"/>
                </a:cubicBezTo>
                <a:cubicBezTo>
                  <a:pt x="2377328" y="35902"/>
                  <a:pt x="1545536" y="28507"/>
                  <a:pt x="1261872" y="36576"/>
                </a:cubicBezTo>
                <a:cubicBezTo>
                  <a:pt x="978208" y="44645"/>
                  <a:pt x="1242837" y="35250"/>
                  <a:pt x="1234440" y="36576"/>
                </a:cubicBezTo>
                <a:cubicBezTo>
                  <a:pt x="1226043" y="37902"/>
                  <a:pt x="282424" y="83210"/>
                  <a:pt x="0" y="36576"/>
                </a:cubicBezTo>
                <a:cubicBezTo>
                  <a:pt x="476" y="24480"/>
                  <a:pt x="-366" y="10102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3 Rectángulo"/>
          <p:cNvSpPr/>
          <p:nvPr/>
        </p:nvSpPr>
        <p:spPr>
          <a:xfrm>
            <a:off x="1144986" y="4142632"/>
            <a:ext cx="13427104" cy="823834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4400" b="1"/>
              <a:t>4.2 Envío de mensajes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4400" b="1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4400"/>
              <a:t>▪ Los mensajes que intercambian los objetos pueden ser de tres tipos: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4400"/>
              <a:t>1. </a:t>
            </a:r>
            <a:r>
              <a:rPr lang="en-US" sz="4400" b="1">
                <a:highlight>
                  <a:srgbClr val="FFFF00"/>
                </a:highlight>
              </a:rPr>
              <a:t>Simples:</a:t>
            </a:r>
            <a:r>
              <a:rPr lang="en-US" sz="4400">
                <a:highlight>
                  <a:srgbClr val="FFFF00"/>
                </a:highlight>
              </a:rPr>
              <a:t> pasan el hilo de ejecución de un objeto a otro (el código del objeto no se vuelve a ejecutar)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4400">
                <a:highlight>
                  <a:srgbClr val="FFFF00"/>
                </a:highlight>
              </a:rPr>
              <a:t>2. </a:t>
            </a:r>
            <a:r>
              <a:rPr lang="en-US" sz="4400" b="1">
                <a:highlight>
                  <a:srgbClr val="FFFF00"/>
                </a:highlight>
              </a:rPr>
              <a:t>Sincrónicos:</a:t>
            </a:r>
            <a:r>
              <a:rPr lang="en-US" sz="4400">
                <a:highlight>
                  <a:srgbClr val="FFFF00"/>
                </a:highlight>
              </a:rPr>
              <a:t> esperan a que el método del otro objeto invocado termine para seguir la ejecución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4400">
                <a:highlight>
                  <a:srgbClr val="FFFF00"/>
                </a:highlight>
              </a:rPr>
              <a:t>3. </a:t>
            </a:r>
            <a:r>
              <a:rPr lang="en-US" sz="4400" b="1">
                <a:highlight>
                  <a:srgbClr val="FFFF00"/>
                </a:highlight>
              </a:rPr>
              <a:t>Asincrónico:</a:t>
            </a:r>
            <a:r>
              <a:rPr lang="en-US" sz="4400">
                <a:highlight>
                  <a:srgbClr val="FFFF00"/>
                </a:highlight>
              </a:rPr>
              <a:t> no impiden que el método original siga su ejecución norma</a:t>
            </a:r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/>
          <a:srcRect l="27934" r="22520"/>
          <a:stretch/>
        </p:blipFill>
        <p:spPr bwMode="auto">
          <a:xfrm>
            <a:off x="15351316" y="4187952"/>
            <a:ext cx="7882128" cy="819302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Rectángulo"/>
          <p:cNvSpPr/>
          <p:nvPr/>
        </p:nvSpPr>
        <p:spPr>
          <a:xfrm>
            <a:off x="1547738" y="928646"/>
            <a:ext cx="278794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3200" b="1"/>
              <a:t>Ejemplo de uso</a:t>
            </a:r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90614" y="2857472"/>
            <a:ext cx="21439282" cy="87154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9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4384000" cy="13716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56B00F8-865C-4983-36E2-B988C8C488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7764" y="1278386"/>
            <a:ext cx="7143620" cy="7147032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/>
            <a:r>
              <a:rPr lang="en-US" sz="13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Ejemplo</a:t>
            </a:r>
          </a:p>
        </p:txBody>
      </p:sp>
      <p:sp>
        <p:nvSpPr>
          <p:cNvPr id="21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86556" y="8818534"/>
            <a:ext cx="6510190" cy="36576"/>
          </a:xfrm>
          <a:custGeom>
            <a:avLst/>
            <a:gdLst>
              <a:gd name="connsiteX0" fmla="*/ 0 w 6510190"/>
              <a:gd name="connsiteY0" fmla="*/ 0 h 36576"/>
              <a:gd name="connsiteX1" fmla="*/ 651019 w 6510190"/>
              <a:gd name="connsiteY1" fmla="*/ 0 h 36576"/>
              <a:gd name="connsiteX2" fmla="*/ 1302038 w 6510190"/>
              <a:gd name="connsiteY2" fmla="*/ 0 h 36576"/>
              <a:gd name="connsiteX3" fmla="*/ 1953057 w 6510190"/>
              <a:gd name="connsiteY3" fmla="*/ 0 h 36576"/>
              <a:gd name="connsiteX4" fmla="*/ 2734280 w 6510190"/>
              <a:gd name="connsiteY4" fmla="*/ 0 h 36576"/>
              <a:gd name="connsiteX5" fmla="*/ 3450401 w 6510190"/>
              <a:gd name="connsiteY5" fmla="*/ 0 h 36576"/>
              <a:gd name="connsiteX6" fmla="*/ 3906114 w 6510190"/>
              <a:gd name="connsiteY6" fmla="*/ 0 h 36576"/>
              <a:gd name="connsiteX7" fmla="*/ 4492031 w 6510190"/>
              <a:gd name="connsiteY7" fmla="*/ 0 h 36576"/>
              <a:gd name="connsiteX8" fmla="*/ 5273254 w 6510190"/>
              <a:gd name="connsiteY8" fmla="*/ 0 h 36576"/>
              <a:gd name="connsiteX9" fmla="*/ 5924273 w 6510190"/>
              <a:gd name="connsiteY9" fmla="*/ 0 h 36576"/>
              <a:gd name="connsiteX10" fmla="*/ 6510190 w 6510190"/>
              <a:gd name="connsiteY10" fmla="*/ 0 h 36576"/>
              <a:gd name="connsiteX11" fmla="*/ 6510190 w 6510190"/>
              <a:gd name="connsiteY11" fmla="*/ 36576 h 36576"/>
              <a:gd name="connsiteX12" fmla="*/ 5989375 w 6510190"/>
              <a:gd name="connsiteY12" fmla="*/ 36576 h 36576"/>
              <a:gd name="connsiteX13" fmla="*/ 5208152 w 6510190"/>
              <a:gd name="connsiteY13" fmla="*/ 36576 h 36576"/>
              <a:gd name="connsiteX14" fmla="*/ 4687337 w 6510190"/>
              <a:gd name="connsiteY14" fmla="*/ 36576 h 36576"/>
              <a:gd name="connsiteX15" fmla="*/ 4231623 w 6510190"/>
              <a:gd name="connsiteY15" fmla="*/ 36576 h 36576"/>
              <a:gd name="connsiteX16" fmla="*/ 3775910 w 6510190"/>
              <a:gd name="connsiteY16" fmla="*/ 36576 h 36576"/>
              <a:gd name="connsiteX17" fmla="*/ 3059789 w 6510190"/>
              <a:gd name="connsiteY17" fmla="*/ 36576 h 36576"/>
              <a:gd name="connsiteX18" fmla="*/ 2604076 w 6510190"/>
              <a:gd name="connsiteY18" fmla="*/ 36576 h 36576"/>
              <a:gd name="connsiteX19" fmla="*/ 1953057 w 6510190"/>
              <a:gd name="connsiteY19" fmla="*/ 36576 h 36576"/>
              <a:gd name="connsiteX20" fmla="*/ 1432242 w 6510190"/>
              <a:gd name="connsiteY20" fmla="*/ 36576 h 36576"/>
              <a:gd name="connsiteX21" fmla="*/ 781223 w 6510190"/>
              <a:gd name="connsiteY21" fmla="*/ 36576 h 36576"/>
              <a:gd name="connsiteX22" fmla="*/ 0 w 6510190"/>
              <a:gd name="connsiteY22" fmla="*/ 36576 h 36576"/>
              <a:gd name="connsiteX23" fmla="*/ 0 w 6510190"/>
              <a:gd name="connsiteY23" fmla="*/ 0 h 36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6510190" h="36576" fill="none" extrusionOk="0">
                <a:moveTo>
                  <a:pt x="0" y="0"/>
                </a:moveTo>
                <a:cubicBezTo>
                  <a:pt x="161111" y="-2097"/>
                  <a:pt x="501055" y="-465"/>
                  <a:pt x="651019" y="0"/>
                </a:cubicBezTo>
                <a:cubicBezTo>
                  <a:pt x="800983" y="465"/>
                  <a:pt x="997901" y="-18459"/>
                  <a:pt x="1302038" y="0"/>
                </a:cubicBezTo>
                <a:cubicBezTo>
                  <a:pt x="1606175" y="18459"/>
                  <a:pt x="1662008" y="955"/>
                  <a:pt x="1953057" y="0"/>
                </a:cubicBezTo>
                <a:cubicBezTo>
                  <a:pt x="2244106" y="-955"/>
                  <a:pt x="2398681" y="-29506"/>
                  <a:pt x="2734280" y="0"/>
                </a:cubicBezTo>
                <a:cubicBezTo>
                  <a:pt x="3069879" y="29506"/>
                  <a:pt x="3152053" y="12243"/>
                  <a:pt x="3450401" y="0"/>
                </a:cubicBezTo>
                <a:cubicBezTo>
                  <a:pt x="3748749" y="-12243"/>
                  <a:pt x="3717867" y="-748"/>
                  <a:pt x="3906114" y="0"/>
                </a:cubicBezTo>
                <a:cubicBezTo>
                  <a:pt x="4094361" y="748"/>
                  <a:pt x="4281847" y="13415"/>
                  <a:pt x="4492031" y="0"/>
                </a:cubicBezTo>
                <a:cubicBezTo>
                  <a:pt x="4702215" y="-13415"/>
                  <a:pt x="5025379" y="20366"/>
                  <a:pt x="5273254" y="0"/>
                </a:cubicBezTo>
                <a:cubicBezTo>
                  <a:pt x="5521129" y="-20366"/>
                  <a:pt x="5771612" y="-29898"/>
                  <a:pt x="5924273" y="0"/>
                </a:cubicBezTo>
                <a:cubicBezTo>
                  <a:pt x="6076934" y="29898"/>
                  <a:pt x="6354559" y="-8644"/>
                  <a:pt x="6510190" y="0"/>
                </a:cubicBezTo>
                <a:cubicBezTo>
                  <a:pt x="6509475" y="15537"/>
                  <a:pt x="6511555" y="22375"/>
                  <a:pt x="6510190" y="36576"/>
                </a:cubicBezTo>
                <a:cubicBezTo>
                  <a:pt x="6403695" y="20240"/>
                  <a:pt x="6135058" y="33081"/>
                  <a:pt x="5989375" y="36576"/>
                </a:cubicBezTo>
                <a:cubicBezTo>
                  <a:pt x="5843692" y="40071"/>
                  <a:pt x="5581730" y="19446"/>
                  <a:pt x="5208152" y="36576"/>
                </a:cubicBezTo>
                <a:cubicBezTo>
                  <a:pt x="4834574" y="53706"/>
                  <a:pt x="4947691" y="51777"/>
                  <a:pt x="4687337" y="36576"/>
                </a:cubicBezTo>
                <a:cubicBezTo>
                  <a:pt x="4426984" y="21375"/>
                  <a:pt x="4440451" y="59338"/>
                  <a:pt x="4231623" y="36576"/>
                </a:cubicBezTo>
                <a:cubicBezTo>
                  <a:pt x="4022795" y="13814"/>
                  <a:pt x="3895021" y="37706"/>
                  <a:pt x="3775910" y="36576"/>
                </a:cubicBezTo>
                <a:cubicBezTo>
                  <a:pt x="3656799" y="35446"/>
                  <a:pt x="3387310" y="59361"/>
                  <a:pt x="3059789" y="36576"/>
                </a:cubicBezTo>
                <a:cubicBezTo>
                  <a:pt x="2732268" y="13791"/>
                  <a:pt x="2719596" y="17090"/>
                  <a:pt x="2604076" y="36576"/>
                </a:cubicBezTo>
                <a:cubicBezTo>
                  <a:pt x="2488556" y="56062"/>
                  <a:pt x="2206902" y="68226"/>
                  <a:pt x="1953057" y="36576"/>
                </a:cubicBezTo>
                <a:cubicBezTo>
                  <a:pt x="1699212" y="4926"/>
                  <a:pt x="1552383" y="31975"/>
                  <a:pt x="1432242" y="36576"/>
                </a:cubicBezTo>
                <a:cubicBezTo>
                  <a:pt x="1312102" y="41177"/>
                  <a:pt x="1012740" y="46297"/>
                  <a:pt x="781223" y="36576"/>
                </a:cubicBezTo>
                <a:cubicBezTo>
                  <a:pt x="549706" y="26855"/>
                  <a:pt x="239878" y="73540"/>
                  <a:pt x="0" y="36576"/>
                </a:cubicBezTo>
                <a:cubicBezTo>
                  <a:pt x="-1386" y="23779"/>
                  <a:pt x="1769" y="8239"/>
                  <a:pt x="0" y="0"/>
                </a:cubicBezTo>
                <a:close/>
              </a:path>
              <a:path w="6510190" h="36576" stroke="0" extrusionOk="0">
                <a:moveTo>
                  <a:pt x="0" y="0"/>
                </a:moveTo>
                <a:cubicBezTo>
                  <a:pt x="207071" y="-14617"/>
                  <a:pt x="444194" y="-15606"/>
                  <a:pt x="585917" y="0"/>
                </a:cubicBezTo>
                <a:cubicBezTo>
                  <a:pt x="727640" y="15606"/>
                  <a:pt x="908078" y="6034"/>
                  <a:pt x="1041630" y="0"/>
                </a:cubicBezTo>
                <a:cubicBezTo>
                  <a:pt x="1175182" y="-6034"/>
                  <a:pt x="1490887" y="38691"/>
                  <a:pt x="1822853" y="0"/>
                </a:cubicBezTo>
                <a:cubicBezTo>
                  <a:pt x="2154819" y="-38691"/>
                  <a:pt x="2235404" y="-3172"/>
                  <a:pt x="2408770" y="0"/>
                </a:cubicBezTo>
                <a:cubicBezTo>
                  <a:pt x="2582136" y="3172"/>
                  <a:pt x="2820108" y="26514"/>
                  <a:pt x="2994687" y="0"/>
                </a:cubicBezTo>
                <a:cubicBezTo>
                  <a:pt x="3169266" y="-26514"/>
                  <a:pt x="3544431" y="-38940"/>
                  <a:pt x="3775910" y="0"/>
                </a:cubicBezTo>
                <a:cubicBezTo>
                  <a:pt x="4007389" y="38940"/>
                  <a:pt x="4105698" y="7408"/>
                  <a:pt x="4296725" y="0"/>
                </a:cubicBezTo>
                <a:cubicBezTo>
                  <a:pt x="4487752" y="-7408"/>
                  <a:pt x="4851891" y="-25167"/>
                  <a:pt x="5077948" y="0"/>
                </a:cubicBezTo>
                <a:cubicBezTo>
                  <a:pt x="5304005" y="25167"/>
                  <a:pt x="5507082" y="26354"/>
                  <a:pt x="5859171" y="0"/>
                </a:cubicBezTo>
                <a:cubicBezTo>
                  <a:pt x="6211260" y="-26354"/>
                  <a:pt x="6286793" y="584"/>
                  <a:pt x="6510190" y="0"/>
                </a:cubicBezTo>
                <a:cubicBezTo>
                  <a:pt x="6510731" y="12097"/>
                  <a:pt x="6511051" y="29008"/>
                  <a:pt x="6510190" y="36576"/>
                </a:cubicBezTo>
                <a:cubicBezTo>
                  <a:pt x="6162526" y="22753"/>
                  <a:pt x="6109599" y="46968"/>
                  <a:pt x="5794069" y="36576"/>
                </a:cubicBezTo>
                <a:cubicBezTo>
                  <a:pt x="5478539" y="26184"/>
                  <a:pt x="5341679" y="23264"/>
                  <a:pt x="5012846" y="36576"/>
                </a:cubicBezTo>
                <a:cubicBezTo>
                  <a:pt x="4684013" y="49888"/>
                  <a:pt x="4420613" y="37104"/>
                  <a:pt x="4231623" y="36576"/>
                </a:cubicBezTo>
                <a:cubicBezTo>
                  <a:pt x="4042633" y="36048"/>
                  <a:pt x="3824332" y="16640"/>
                  <a:pt x="3710808" y="36576"/>
                </a:cubicBezTo>
                <a:cubicBezTo>
                  <a:pt x="3597284" y="56512"/>
                  <a:pt x="3353238" y="61001"/>
                  <a:pt x="3059789" y="36576"/>
                </a:cubicBezTo>
                <a:cubicBezTo>
                  <a:pt x="2766340" y="12151"/>
                  <a:pt x="2599388" y="45085"/>
                  <a:pt x="2278567" y="36576"/>
                </a:cubicBezTo>
                <a:cubicBezTo>
                  <a:pt x="1957746" y="28067"/>
                  <a:pt x="1913835" y="47318"/>
                  <a:pt x="1627548" y="36576"/>
                </a:cubicBezTo>
                <a:cubicBezTo>
                  <a:pt x="1341261" y="25834"/>
                  <a:pt x="1364107" y="52564"/>
                  <a:pt x="1171834" y="36576"/>
                </a:cubicBezTo>
                <a:cubicBezTo>
                  <a:pt x="979561" y="20588"/>
                  <a:pt x="844677" y="45277"/>
                  <a:pt x="651019" y="36576"/>
                </a:cubicBezTo>
                <a:cubicBezTo>
                  <a:pt x="457362" y="27875"/>
                  <a:pt x="244555" y="31711"/>
                  <a:pt x="0" y="36576"/>
                </a:cubicBezTo>
                <a:cubicBezTo>
                  <a:pt x="-1549" y="24953"/>
                  <a:pt x="-1602" y="881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1C554B7-B87D-ED85-BB47-5EB5001146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08592" y="2375544"/>
            <a:ext cx="14429232" cy="8910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491916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4384000" cy="13716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4" y="-45386"/>
            <a:ext cx="24383998" cy="874825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817438" y="-7863682"/>
            <a:ext cx="8749114" cy="24384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273392" y="-7407736"/>
            <a:ext cx="8748256" cy="23472958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0" y="-45380"/>
            <a:ext cx="17084970" cy="874825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11890862" y="-2064106"/>
            <a:ext cx="9980294" cy="8878262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11E6825-AC3C-1E35-5349-FEB9F4BACC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9648" y="1470212"/>
            <a:ext cx="20107526" cy="5856940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/>
            <a:r>
              <a:rPr lang="en-US" sz="96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5. </a:t>
            </a:r>
            <a:r>
              <a:rPr lang="en-US" sz="9600" b="1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Diagramas</a:t>
            </a:r>
            <a:r>
              <a:rPr lang="en-US" sz="96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de </a:t>
            </a:r>
            <a:r>
              <a:rPr lang="en-US" sz="9600" b="1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estados</a:t>
            </a:r>
            <a:br>
              <a:rPr lang="en-US" sz="9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endParaRPr lang="en-US" sz="96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3D95B9B-3BC0-239C-45CE-81D5D0E503E9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2701364" y="9741648"/>
            <a:ext cx="20011902" cy="291651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Bef>
                <a:spcPts val="1000"/>
              </a:spcBef>
            </a:pPr>
            <a:endParaRPr lang="en-US" sz="24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618337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343" name="Rectangle 14342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4384000" cy="13716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45" name="Freeform: Shape 14344">
            <a:extLst>
              <a:ext uri="{FF2B5EF4-FFF2-40B4-BE49-F238E27FC236}">
                <a16:creationId xmlns:a16="http://schemas.microsoft.com/office/drawing/2014/main" id="{3529E97A-97C3-40EA-8A04-5C02398D56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4384000" cy="5755664"/>
          </a:xfrm>
          <a:custGeom>
            <a:avLst/>
            <a:gdLst>
              <a:gd name="connsiteX0" fmla="*/ 6789701 w 12192000"/>
              <a:gd name="connsiteY0" fmla="*/ 2809623 h 2877832"/>
              <a:gd name="connsiteX1" fmla="*/ 6788702 w 12192000"/>
              <a:gd name="connsiteY1" fmla="*/ 2809701 h 2877832"/>
              <a:gd name="connsiteX2" fmla="*/ 6788476 w 12192000"/>
              <a:gd name="connsiteY2" fmla="*/ 2810235 h 2877832"/>
              <a:gd name="connsiteX3" fmla="*/ 0 w 12192000"/>
              <a:gd name="connsiteY3" fmla="*/ 0 h 2877832"/>
              <a:gd name="connsiteX4" fmla="*/ 12192000 w 12192000"/>
              <a:gd name="connsiteY4" fmla="*/ 0 h 2877832"/>
              <a:gd name="connsiteX5" fmla="*/ 12192000 w 12192000"/>
              <a:gd name="connsiteY5" fmla="*/ 1915388 h 2877832"/>
              <a:gd name="connsiteX6" fmla="*/ 12061096 w 12192000"/>
              <a:gd name="connsiteY6" fmla="*/ 1954428 h 2877832"/>
              <a:gd name="connsiteX7" fmla="*/ 11676800 w 12192000"/>
              <a:gd name="connsiteY7" fmla="*/ 2058003 h 2877832"/>
              <a:gd name="connsiteX8" fmla="*/ 10425355 w 12192000"/>
              <a:gd name="connsiteY8" fmla="*/ 2341542 h 2877832"/>
              <a:gd name="connsiteX9" fmla="*/ 9424022 w 12192000"/>
              <a:gd name="connsiteY9" fmla="*/ 2516704 h 2877832"/>
              <a:gd name="connsiteX10" fmla="*/ 8458419 w 12192000"/>
              <a:gd name="connsiteY10" fmla="*/ 2650405 h 2877832"/>
              <a:gd name="connsiteX11" fmla="*/ 7715970 w 12192000"/>
              <a:gd name="connsiteY11" fmla="*/ 2730352 h 2877832"/>
              <a:gd name="connsiteX12" fmla="*/ 6951716 w 12192000"/>
              <a:gd name="connsiteY12" fmla="*/ 2796132 h 2877832"/>
              <a:gd name="connsiteX13" fmla="*/ 6936303 w 12192000"/>
              <a:gd name="connsiteY13" fmla="*/ 2798203 h 2877832"/>
              <a:gd name="connsiteX14" fmla="*/ 6790448 w 12192000"/>
              <a:gd name="connsiteY14" fmla="*/ 2809564 h 2877832"/>
              <a:gd name="connsiteX15" fmla="*/ 6799941 w 12192000"/>
              <a:gd name="connsiteY15" fmla="*/ 2811384 h 2877832"/>
              <a:gd name="connsiteX16" fmla="*/ 6835432 w 12192000"/>
              <a:gd name="connsiteY16" fmla="*/ 2809677 h 2877832"/>
              <a:gd name="connsiteX17" fmla="*/ 6884003 w 12192000"/>
              <a:gd name="connsiteY17" fmla="*/ 2806699 h 2877832"/>
              <a:gd name="connsiteX18" fmla="*/ 7578771 w 12192000"/>
              <a:gd name="connsiteY18" fmla="*/ 2774172 h 2877832"/>
              <a:gd name="connsiteX19" fmla="*/ 8623845 w 12192000"/>
              <a:gd name="connsiteY19" fmla="*/ 2687275 h 2877832"/>
              <a:gd name="connsiteX20" fmla="*/ 9479970 w 12192000"/>
              <a:gd name="connsiteY20" fmla="*/ 2583369 h 2877832"/>
              <a:gd name="connsiteX21" fmla="*/ 10629308 w 12192000"/>
              <a:gd name="connsiteY21" fmla="*/ 2389212 h 2877832"/>
              <a:gd name="connsiteX22" fmla="*/ 11998498 w 12192000"/>
              <a:gd name="connsiteY22" fmla="*/ 2063218 h 2877832"/>
              <a:gd name="connsiteX23" fmla="*/ 12192000 w 12192000"/>
              <a:gd name="connsiteY23" fmla="*/ 2006219 h 2877832"/>
              <a:gd name="connsiteX24" fmla="*/ 12192000 w 12192000"/>
              <a:gd name="connsiteY24" fmla="*/ 2060956 h 2877832"/>
              <a:gd name="connsiteX25" fmla="*/ 11829257 w 12192000"/>
              <a:gd name="connsiteY25" fmla="*/ 2166255 h 2877832"/>
              <a:gd name="connsiteX26" fmla="*/ 10939183 w 12192000"/>
              <a:gd name="connsiteY26" fmla="*/ 2380770 h 2877832"/>
              <a:gd name="connsiteX27" fmla="*/ 9985530 w 12192000"/>
              <a:gd name="connsiteY27" fmla="*/ 2560775 h 2877832"/>
              <a:gd name="connsiteX28" fmla="*/ 9186882 w 12192000"/>
              <a:gd name="connsiteY28" fmla="*/ 2676722 h 2877832"/>
              <a:gd name="connsiteX29" fmla="*/ 8578198 w 12192000"/>
              <a:gd name="connsiteY29" fmla="*/ 2746241 h 2877832"/>
              <a:gd name="connsiteX30" fmla="*/ 7864358 w 12192000"/>
              <a:gd name="connsiteY30" fmla="*/ 2807692 h 2877832"/>
              <a:gd name="connsiteX31" fmla="*/ 6935502 w 12192000"/>
              <a:gd name="connsiteY31" fmla="*/ 2859086 h 2877832"/>
              <a:gd name="connsiteX32" fmla="*/ 6477750 w 12192000"/>
              <a:gd name="connsiteY32" fmla="*/ 2872989 h 2877832"/>
              <a:gd name="connsiteX33" fmla="*/ 6362294 w 12192000"/>
              <a:gd name="connsiteY33" fmla="*/ 2877832 h 2877832"/>
              <a:gd name="connsiteX34" fmla="*/ 6057129 w 12192000"/>
              <a:gd name="connsiteY34" fmla="*/ 2877832 h 2877832"/>
              <a:gd name="connsiteX35" fmla="*/ 5977784 w 12192000"/>
              <a:gd name="connsiteY35" fmla="*/ 2873238 h 2877832"/>
              <a:gd name="connsiteX36" fmla="*/ 5265087 w 12192000"/>
              <a:gd name="connsiteY36" fmla="*/ 2836989 h 2877832"/>
              <a:gd name="connsiteX37" fmla="*/ 4346277 w 12192000"/>
              <a:gd name="connsiteY37" fmla="*/ 2774919 h 2877832"/>
              <a:gd name="connsiteX38" fmla="*/ 3373045 w 12192000"/>
              <a:gd name="connsiteY38" fmla="*/ 2676350 h 2877832"/>
              <a:gd name="connsiteX39" fmla="*/ 2362173 w 12192000"/>
              <a:gd name="connsiteY39" fmla="*/ 2557423 h 2877832"/>
              <a:gd name="connsiteX40" fmla="*/ 1233178 w 12192000"/>
              <a:gd name="connsiteY40" fmla="*/ 2384247 h 2877832"/>
              <a:gd name="connsiteX41" fmla="*/ 68500 w 12192000"/>
              <a:gd name="connsiteY41" fmla="*/ 2144540 h 2877832"/>
              <a:gd name="connsiteX42" fmla="*/ 0 w 12192000"/>
              <a:gd name="connsiteY42" fmla="*/ 2127185 h 2877832"/>
              <a:gd name="connsiteX43" fmla="*/ 0 w 12192000"/>
              <a:gd name="connsiteY43" fmla="*/ 2070696 h 2877832"/>
              <a:gd name="connsiteX44" fmla="*/ 72441 w 12192000"/>
              <a:gd name="connsiteY44" fmla="*/ 2089473 h 2877832"/>
              <a:gd name="connsiteX45" fmla="*/ 600716 w 12192000"/>
              <a:gd name="connsiteY45" fmla="*/ 2207843 h 2877832"/>
              <a:gd name="connsiteX46" fmla="*/ 1769512 w 12192000"/>
              <a:gd name="connsiteY46" fmla="*/ 2418011 h 2877832"/>
              <a:gd name="connsiteX47" fmla="*/ 2613554 w 12192000"/>
              <a:gd name="connsiteY47" fmla="*/ 2534953 h 2877832"/>
              <a:gd name="connsiteX48" fmla="*/ 2581134 w 12192000"/>
              <a:gd name="connsiteY48" fmla="*/ 2525022 h 2877832"/>
              <a:gd name="connsiteX49" fmla="*/ 1112635 w 12192000"/>
              <a:gd name="connsiteY49" fmla="*/ 2192325 h 2877832"/>
              <a:gd name="connsiteX50" fmla="*/ 420412 w 12192000"/>
              <a:gd name="connsiteY50" fmla="*/ 1992892 h 2877832"/>
              <a:gd name="connsiteX51" fmla="*/ 0 w 12192000"/>
              <a:gd name="connsiteY51" fmla="*/ 1853975 h 2877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000" h="2877832">
                <a:moveTo>
                  <a:pt x="6789701" y="2809623"/>
                </a:moveTo>
                <a:lnTo>
                  <a:pt x="6788702" y="2809701"/>
                </a:lnTo>
                <a:lnTo>
                  <a:pt x="6788476" y="2810235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1915388"/>
                </a:lnTo>
                <a:lnTo>
                  <a:pt x="12061096" y="1954428"/>
                </a:lnTo>
                <a:cubicBezTo>
                  <a:pt x="11933500" y="1990642"/>
                  <a:pt x="11805390" y="2025171"/>
                  <a:pt x="11676800" y="2058003"/>
                </a:cubicBezTo>
                <a:cubicBezTo>
                  <a:pt x="11262789" y="2165510"/>
                  <a:pt x="10845343" y="2259112"/>
                  <a:pt x="10425355" y="2341542"/>
                </a:cubicBezTo>
                <a:cubicBezTo>
                  <a:pt x="10092810" y="2406753"/>
                  <a:pt x="9759033" y="2465150"/>
                  <a:pt x="9424022" y="2516704"/>
                </a:cubicBezTo>
                <a:cubicBezTo>
                  <a:pt x="9102997" y="2566361"/>
                  <a:pt x="8781133" y="2610928"/>
                  <a:pt x="8458419" y="2650405"/>
                </a:cubicBezTo>
                <a:cubicBezTo>
                  <a:pt x="8211360" y="2680571"/>
                  <a:pt x="7963792" y="2706144"/>
                  <a:pt x="7715970" y="2730352"/>
                </a:cubicBezTo>
                <a:lnTo>
                  <a:pt x="6951716" y="2796132"/>
                </a:lnTo>
                <a:lnTo>
                  <a:pt x="6936303" y="2798203"/>
                </a:lnTo>
                <a:lnTo>
                  <a:pt x="6790448" y="2809564"/>
                </a:lnTo>
                <a:lnTo>
                  <a:pt x="6799941" y="2811384"/>
                </a:lnTo>
                <a:cubicBezTo>
                  <a:pt x="6811623" y="2811850"/>
                  <a:pt x="6823734" y="2809677"/>
                  <a:pt x="6835432" y="2809677"/>
                </a:cubicBezTo>
                <a:cubicBezTo>
                  <a:pt x="6851580" y="2809677"/>
                  <a:pt x="6867729" y="2807070"/>
                  <a:pt x="6884003" y="2806699"/>
                </a:cubicBezTo>
                <a:cubicBezTo>
                  <a:pt x="7115805" y="2801237"/>
                  <a:pt x="7347351" y="2789070"/>
                  <a:pt x="7578771" y="2774172"/>
                </a:cubicBezTo>
                <a:cubicBezTo>
                  <a:pt x="7927552" y="2751704"/>
                  <a:pt x="8276080" y="2723525"/>
                  <a:pt x="8623845" y="2687275"/>
                </a:cubicBezTo>
                <a:cubicBezTo>
                  <a:pt x="8909939" y="2657977"/>
                  <a:pt x="9195310" y="2623342"/>
                  <a:pt x="9479970" y="2583369"/>
                </a:cubicBezTo>
                <a:cubicBezTo>
                  <a:pt x="9864901" y="2528995"/>
                  <a:pt x="10248014" y="2464281"/>
                  <a:pt x="10629308" y="2389212"/>
                </a:cubicBezTo>
                <a:cubicBezTo>
                  <a:pt x="11090114" y="2298092"/>
                  <a:pt x="11546975" y="2190586"/>
                  <a:pt x="11998498" y="2063218"/>
                </a:cubicBezTo>
                <a:lnTo>
                  <a:pt x="12192000" y="2006219"/>
                </a:lnTo>
                <a:lnTo>
                  <a:pt x="12192000" y="2060956"/>
                </a:lnTo>
                <a:lnTo>
                  <a:pt x="11829257" y="2166255"/>
                </a:lnTo>
                <a:cubicBezTo>
                  <a:pt x="11534769" y="2245952"/>
                  <a:pt x="11238120" y="2316838"/>
                  <a:pt x="10939183" y="2380770"/>
                </a:cubicBezTo>
                <a:cubicBezTo>
                  <a:pt x="10622824" y="2448552"/>
                  <a:pt x="10304941" y="2508549"/>
                  <a:pt x="9985530" y="2560775"/>
                </a:cubicBezTo>
                <a:cubicBezTo>
                  <a:pt x="9720036" y="2604224"/>
                  <a:pt x="9453814" y="2642869"/>
                  <a:pt x="9186882" y="2676722"/>
                </a:cubicBezTo>
                <a:cubicBezTo>
                  <a:pt x="8984197" y="2702296"/>
                  <a:pt x="8781514" y="2726379"/>
                  <a:pt x="8578198" y="2746241"/>
                </a:cubicBezTo>
                <a:cubicBezTo>
                  <a:pt x="8340547" y="2768961"/>
                  <a:pt x="8102644" y="2790436"/>
                  <a:pt x="7864358" y="2807692"/>
                </a:cubicBezTo>
                <a:cubicBezTo>
                  <a:pt x="7554994" y="2830036"/>
                  <a:pt x="7245502" y="2847914"/>
                  <a:pt x="6935502" y="2859086"/>
                </a:cubicBezTo>
                <a:cubicBezTo>
                  <a:pt x="6782917" y="2864549"/>
                  <a:pt x="6630334" y="2868397"/>
                  <a:pt x="6477750" y="2872989"/>
                </a:cubicBezTo>
                <a:cubicBezTo>
                  <a:pt x="6439195" y="2870905"/>
                  <a:pt x="6400529" y="2872530"/>
                  <a:pt x="6362294" y="2877832"/>
                </a:cubicBezTo>
                <a:lnTo>
                  <a:pt x="6057129" y="2877832"/>
                </a:lnTo>
                <a:lnTo>
                  <a:pt x="5977784" y="2873238"/>
                </a:lnTo>
                <a:cubicBezTo>
                  <a:pt x="5740261" y="2860825"/>
                  <a:pt x="5502739" y="2847046"/>
                  <a:pt x="5265087" y="2836989"/>
                </a:cubicBezTo>
                <a:cubicBezTo>
                  <a:pt x="4958267" y="2824573"/>
                  <a:pt x="4651826" y="2804093"/>
                  <a:pt x="4346277" y="2774919"/>
                </a:cubicBezTo>
                <a:cubicBezTo>
                  <a:pt x="4021654" y="2744007"/>
                  <a:pt x="3697795" y="2709372"/>
                  <a:pt x="3373045" y="2676350"/>
                </a:cubicBezTo>
                <a:cubicBezTo>
                  <a:pt x="3035412" y="2642088"/>
                  <a:pt x="2698456" y="2602449"/>
                  <a:pt x="2362173" y="2557423"/>
                </a:cubicBezTo>
                <a:cubicBezTo>
                  <a:pt x="1984692" y="2507270"/>
                  <a:pt x="1608364" y="2449544"/>
                  <a:pt x="1233178" y="2384247"/>
                </a:cubicBezTo>
                <a:cubicBezTo>
                  <a:pt x="842181" y="2315534"/>
                  <a:pt x="453758" y="2237046"/>
                  <a:pt x="68500" y="2144540"/>
                </a:cubicBezTo>
                <a:lnTo>
                  <a:pt x="0" y="2127185"/>
                </a:lnTo>
                <a:lnTo>
                  <a:pt x="0" y="2070696"/>
                </a:lnTo>
                <a:lnTo>
                  <a:pt x="72441" y="2089473"/>
                </a:lnTo>
                <a:cubicBezTo>
                  <a:pt x="247961" y="2131651"/>
                  <a:pt x="424164" y="2170911"/>
                  <a:pt x="600716" y="2207843"/>
                </a:cubicBezTo>
                <a:cubicBezTo>
                  <a:pt x="988279" y="2288657"/>
                  <a:pt x="1378133" y="2357555"/>
                  <a:pt x="1769512" y="2418011"/>
                </a:cubicBezTo>
                <a:cubicBezTo>
                  <a:pt x="2052426" y="2461587"/>
                  <a:pt x="2335725" y="2501684"/>
                  <a:pt x="2613554" y="2534953"/>
                </a:cubicBezTo>
                <a:cubicBezTo>
                  <a:pt x="2605544" y="2537560"/>
                  <a:pt x="2594611" y="2527504"/>
                  <a:pt x="2581134" y="2525022"/>
                </a:cubicBezTo>
                <a:cubicBezTo>
                  <a:pt x="2087178" y="2433070"/>
                  <a:pt x="1597684" y="2322177"/>
                  <a:pt x="1112635" y="2192325"/>
                </a:cubicBezTo>
                <a:cubicBezTo>
                  <a:pt x="880453" y="2130254"/>
                  <a:pt x="649713" y="2063776"/>
                  <a:pt x="420412" y="1992892"/>
                </a:cubicBezTo>
                <a:lnTo>
                  <a:pt x="0" y="1853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261872" y="1261872"/>
            <a:ext cx="7199376" cy="292608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/>
            <a:r>
              <a:rPr lang="en-US" sz="96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5. </a:t>
            </a:r>
            <a:r>
              <a:rPr lang="en-US" sz="9600" b="1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Diagramas</a:t>
            </a:r>
            <a:r>
              <a:rPr lang="en-US" sz="96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de </a:t>
            </a:r>
            <a:r>
              <a:rPr lang="en-US" sz="9600" b="1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estados</a:t>
            </a:r>
            <a:endParaRPr lang="en-US" sz="9600" b="1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4347" name="sketch line">
            <a:extLst>
              <a:ext uri="{FF2B5EF4-FFF2-40B4-BE49-F238E27FC236}">
                <a16:creationId xmlns:a16="http://schemas.microsoft.com/office/drawing/2014/main" id="{59FA8C2E-A5A7-4490-927A-7CD58343ED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132318" y="2706624"/>
            <a:ext cx="3108960" cy="36576"/>
          </a:xfrm>
          <a:custGeom>
            <a:avLst/>
            <a:gdLst>
              <a:gd name="connsiteX0" fmla="*/ 0 w 3108960"/>
              <a:gd name="connsiteY0" fmla="*/ 0 h 36576"/>
              <a:gd name="connsiteX1" fmla="*/ 590702 w 3108960"/>
              <a:gd name="connsiteY1" fmla="*/ 0 h 36576"/>
              <a:gd name="connsiteX2" fmla="*/ 1212494 w 3108960"/>
              <a:gd name="connsiteY2" fmla="*/ 0 h 36576"/>
              <a:gd name="connsiteX3" fmla="*/ 1865376 w 3108960"/>
              <a:gd name="connsiteY3" fmla="*/ 0 h 36576"/>
              <a:gd name="connsiteX4" fmla="*/ 2518258 w 3108960"/>
              <a:gd name="connsiteY4" fmla="*/ 0 h 36576"/>
              <a:gd name="connsiteX5" fmla="*/ 3108960 w 3108960"/>
              <a:gd name="connsiteY5" fmla="*/ 0 h 36576"/>
              <a:gd name="connsiteX6" fmla="*/ 3108960 w 3108960"/>
              <a:gd name="connsiteY6" fmla="*/ 36576 h 36576"/>
              <a:gd name="connsiteX7" fmla="*/ 2424989 w 3108960"/>
              <a:gd name="connsiteY7" fmla="*/ 36576 h 36576"/>
              <a:gd name="connsiteX8" fmla="*/ 1741018 w 3108960"/>
              <a:gd name="connsiteY8" fmla="*/ 36576 h 36576"/>
              <a:gd name="connsiteX9" fmla="*/ 1119226 w 3108960"/>
              <a:gd name="connsiteY9" fmla="*/ 36576 h 36576"/>
              <a:gd name="connsiteX10" fmla="*/ 0 w 3108960"/>
              <a:gd name="connsiteY10" fmla="*/ 36576 h 36576"/>
              <a:gd name="connsiteX11" fmla="*/ 0 w 3108960"/>
              <a:gd name="connsiteY11" fmla="*/ 0 h 36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108960" h="36576" fill="none" extrusionOk="0">
                <a:moveTo>
                  <a:pt x="0" y="0"/>
                </a:moveTo>
                <a:cubicBezTo>
                  <a:pt x="221275" y="-8194"/>
                  <a:pt x="420328" y="-28325"/>
                  <a:pt x="590702" y="0"/>
                </a:cubicBezTo>
                <a:cubicBezTo>
                  <a:pt x="761076" y="28325"/>
                  <a:pt x="972949" y="19277"/>
                  <a:pt x="1212494" y="0"/>
                </a:cubicBezTo>
                <a:cubicBezTo>
                  <a:pt x="1452039" y="-19277"/>
                  <a:pt x="1610416" y="-30328"/>
                  <a:pt x="1865376" y="0"/>
                </a:cubicBezTo>
                <a:cubicBezTo>
                  <a:pt x="2120336" y="30328"/>
                  <a:pt x="2267564" y="-16139"/>
                  <a:pt x="2518258" y="0"/>
                </a:cubicBezTo>
                <a:cubicBezTo>
                  <a:pt x="2768952" y="16139"/>
                  <a:pt x="2905723" y="1227"/>
                  <a:pt x="3108960" y="0"/>
                </a:cubicBezTo>
                <a:cubicBezTo>
                  <a:pt x="3109165" y="16166"/>
                  <a:pt x="3109462" y="22162"/>
                  <a:pt x="3108960" y="36576"/>
                </a:cubicBezTo>
                <a:cubicBezTo>
                  <a:pt x="2964123" y="25921"/>
                  <a:pt x="2648454" y="51515"/>
                  <a:pt x="2424989" y="36576"/>
                </a:cubicBezTo>
                <a:cubicBezTo>
                  <a:pt x="2201524" y="21637"/>
                  <a:pt x="1982528" y="13803"/>
                  <a:pt x="1741018" y="36576"/>
                </a:cubicBezTo>
                <a:cubicBezTo>
                  <a:pt x="1499508" y="59349"/>
                  <a:pt x="1309934" y="49297"/>
                  <a:pt x="1119226" y="36576"/>
                </a:cubicBezTo>
                <a:cubicBezTo>
                  <a:pt x="928518" y="23855"/>
                  <a:pt x="420915" y="50096"/>
                  <a:pt x="0" y="36576"/>
                </a:cubicBezTo>
                <a:cubicBezTo>
                  <a:pt x="868" y="18803"/>
                  <a:pt x="-1118" y="14678"/>
                  <a:pt x="0" y="0"/>
                </a:cubicBezTo>
                <a:close/>
              </a:path>
              <a:path w="3108960" h="36576" stroke="0" extrusionOk="0">
                <a:moveTo>
                  <a:pt x="0" y="0"/>
                </a:moveTo>
                <a:cubicBezTo>
                  <a:pt x="119910" y="17195"/>
                  <a:pt x="345032" y="1652"/>
                  <a:pt x="590702" y="0"/>
                </a:cubicBezTo>
                <a:cubicBezTo>
                  <a:pt x="836372" y="-1652"/>
                  <a:pt x="904124" y="2261"/>
                  <a:pt x="1119226" y="0"/>
                </a:cubicBezTo>
                <a:cubicBezTo>
                  <a:pt x="1334328" y="-2261"/>
                  <a:pt x="1647246" y="-32233"/>
                  <a:pt x="1803197" y="0"/>
                </a:cubicBezTo>
                <a:cubicBezTo>
                  <a:pt x="1959148" y="32233"/>
                  <a:pt x="2190377" y="27642"/>
                  <a:pt x="2393899" y="0"/>
                </a:cubicBezTo>
                <a:cubicBezTo>
                  <a:pt x="2597421" y="-27642"/>
                  <a:pt x="2802562" y="22162"/>
                  <a:pt x="3108960" y="0"/>
                </a:cubicBezTo>
                <a:cubicBezTo>
                  <a:pt x="3109611" y="8048"/>
                  <a:pt x="3110258" y="24540"/>
                  <a:pt x="3108960" y="36576"/>
                </a:cubicBezTo>
                <a:cubicBezTo>
                  <a:pt x="2814115" y="6570"/>
                  <a:pt x="2641014" y="43038"/>
                  <a:pt x="2487168" y="36576"/>
                </a:cubicBezTo>
                <a:cubicBezTo>
                  <a:pt x="2333322" y="30114"/>
                  <a:pt x="2058477" y="12746"/>
                  <a:pt x="1803197" y="36576"/>
                </a:cubicBezTo>
                <a:cubicBezTo>
                  <a:pt x="1547917" y="60406"/>
                  <a:pt x="1401581" y="28768"/>
                  <a:pt x="1274674" y="36576"/>
                </a:cubicBezTo>
                <a:cubicBezTo>
                  <a:pt x="1147767" y="44384"/>
                  <a:pt x="941588" y="57956"/>
                  <a:pt x="652882" y="36576"/>
                </a:cubicBezTo>
                <a:cubicBezTo>
                  <a:pt x="364176" y="15196"/>
                  <a:pt x="150818" y="19453"/>
                  <a:pt x="0" y="36576"/>
                </a:cubicBezTo>
                <a:cubicBezTo>
                  <a:pt x="-72" y="25637"/>
                  <a:pt x="1286" y="18268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41275" cap="rnd">
            <a:solidFill>
              <a:srgbClr val="FFFFFF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2 Subtítulo"/>
          <p:cNvSpPr>
            <a:spLocks noGrp="1"/>
          </p:cNvSpPr>
          <p:nvPr>
            <p:ph type="subTitle"/>
          </p:nvPr>
        </p:nvSpPr>
        <p:spPr>
          <a:xfrm>
            <a:off x="8948924" y="1261872"/>
            <a:ext cx="14148818" cy="292608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b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¿Para qué sirven?</a:t>
            </a:r>
          </a:p>
          <a:p>
            <a:pPr indent="-228600" defTabSz="9144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b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</a:t>
            </a:r>
          </a:p>
          <a:p>
            <a:pPr indent="-228600" defTabSz="9144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▪ Permiten representar los diferentes eventos que provocan un cambio de estado en el sistema </a:t>
            </a:r>
          </a:p>
          <a:p>
            <a:pPr indent="-228600" defTabSz="9144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▪ Los iconos de estado recogen el nombre, las variables de estado y las actividades </a:t>
            </a:r>
          </a:p>
          <a:p>
            <a:pPr indent="-228600" defTabSz="9144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▪ Existen tres actividades muy usadas: entrada, salida y hacer</a:t>
            </a:r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197648" y="5943600"/>
            <a:ext cx="17964320" cy="655697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367" name="Rectangle 15366">
            <a:extLst>
              <a:ext uri="{FF2B5EF4-FFF2-40B4-BE49-F238E27FC236}">
                <a16:creationId xmlns:a16="http://schemas.microsoft.com/office/drawing/2014/main" id="{76906711-0AFB-47DD-A4B6-4E94B38B8C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4384000" cy="13716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369" name="Freeform: Shape 15368">
            <a:extLst>
              <a:ext uri="{FF2B5EF4-FFF2-40B4-BE49-F238E27FC236}">
                <a16:creationId xmlns:a16="http://schemas.microsoft.com/office/drawing/2014/main" id="{AA91F649-894C-41F6-A21D-3D1AC558E9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4384000" cy="5755664"/>
          </a:xfrm>
          <a:custGeom>
            <a:avLst/>
            <a:gdLst>
              <a:gd name="connsiteX0" fmla="*/ 6789701 w 12192000"/>
              <a:gd name="connsiteY0" fmla="*/ 2809623 h 2877832"/>
              <a:gd name="connsiteX1" fmla="*/ 6788702 w 12192000"/>
              <a:gd name="connsiteY1" fmla="*/ 2809701 h 2877832"/>
              <a:gd name="connsiteX2" fmla="*/ 6788476 w 12192000"/>
              <a:gd name="connsiteY2" fmla="*/ 2810235 h 2877832"/>
              <a:gd name="connsiteX3" fmla="*/ 0 w 12192000"/>
              <a:gd name="connsiteY3" fmla="*/ 0 h 2877832"/>
              <a:gd name="connsiteX4" fmla="*/ 12192000 w 12192000"/>
              <a:gd name="connsiteY4" fmla="*/ 0 h 2877832"/>
              <a:gd name="connsiteX5" fmla="*/ 12192000 w 12192000"/>
              <a:gd name="connsiteY5" fmla="*/ 1915388 h 2877832"/>
              <a:gd name="connsiteX6" fmla="*/ 12061096 w 12192000"/>
              <a:gd name="connsiteY6" fmla="*/ 1954428 h 2877832"/>
              <a:gd name="connsiteX7" fmla="*/ 11676800 w 12192000"/>
              <a:gd name="connsiteY7" fmla="*/ 2058003 h 2877832"/>
              <a:gd name="connsiteX8" fmla="*/ 10425355 w 12192000"/>
              <a:gd name="connsiteY8" fmla="*/ 2341542 h 2877832"/>
              <a:gd name="connsiteX9" fmla="*/ 9424022 w 12192000"/>
              <a:gd name="connsiteY9" fmla="*/ 2516704 h 2877832"/>
              <a:gd name="connsiteX10" fmla="*/ 8458419 w 12192000"/>
              <a:gd name="connsiteY10" fmla="*/ 2650405 h 2877832"/>
              <a:gd name="connsiteX11" fmla="*/ 7715970 w 12192000"/>
              <a:gd name="connsiteY11" fmla="*/ 2730352 h 2877832"/>
              <a:gd name="connsiteX12" fmla="*/ 6951716 w 12192000"/>
              <a:gd name="connsiteY12" fmla="*/ 2796132 h 2877832"/>
              <a:gd name="connsiteX13" fmla="*/ 6936303 w 12192000"/>
              <a:gd name="connsiteY13" fmla="*/ 2798203 h 2877832"/>
              <a:gd name="connsiteX14" fmla="*/ 6790448 w 12192000"/>
              <a:gd name="connsiteY14" fmla="*/ 2809564 h 2877832"/>
              <a:gd name="connsiteX15" fmla="*/ 6799941 w 12192000"/>
              <a:gd name="connsiteY15" fmla="*/ 2811384 h 2877832"/>
              <a:gd name="connsiteX16" fmla="*/ 6835432 w 12192000"/>
              <a:gd name="connsiteY16" fmla="*/ 2809677 h 2877832"/>
              <a:gd name="connsiteX17" fmla="*/ 6884003 w 12192000"/>
              <a:gd name="connsiteY17" fmla="*/ 2806699 h 2877832"/>
              <a:gd name="connsiteX18" fmla="*/ 7578771 w 12192000"/>
              <a:gd name="connsiteY18" fmla="*/ 2774172 h 2877832"/>
              <a:gd name="connsiteX19" fmla="*/ 8623845 w 12192000"/>
              <a:gd name="connsiteY19" fmla="*/ 2687275 h 2877832"/>
              <a:gd name="connsiteX20" fmla="*/ 9479970 w 12192000"/>
              <a:gd name="connsiteY20" fmla="*/ 2583369 h 2877832"/>
              <a:gd name="connsiteX21" fmla="*/ 10629308 w 12192000"/>
              <a:gd name="connsiteY21" fmla="*/ 2389212 h 2877832"/>
              <a:gd name="connsiteX22" fmla="*/ 11998498 w 12192000"/>
              <a:gd name="connsiteY22" fmla="*/ 2063218 h 2877832"/>
              <a:gd name="connsiteX23" fmla="*/ 12192000 w 12192000"/>
              <a:gd name="connsiteY23" fmla="*/ 2006219 h 2877832"/>
              <a:gd name="connsiteX24" fmla="*/ 12192000 w 12192000"/>
              <a:gd name="connsiteY24" fmla="*/ 2060956 h 2877832"/>
              <a:gd name="connsiteX25" fmla="*/ 11829257 w 12192000"/>
              <a:gd name="connsiteY25" fmla="*/ 2166255 h 2877832"/>
              <a:gd name="connsiteX26" fmla="*/ 10939183 w 12192000"/>
              <a:gd name="connsiteY26" fmla="*/ 2380770 h 2877832"/>
              <a:gd name="connsiteX27" fmla="*/ 9985530 w 12192000"/>
              <a:gd name="connsiteY27" fmla="*/ 2560775 h 2877832"/>
              <a:gd name="connsiteX28" fmla="*/ 9186882 w 12192000"/>
              <a:gd name="connsiteY28" fmla="*/ 2676722 h 2877832"/>
              <a:gd name="connsiteX29" fmla="*/ 8578198 w 12192000"/>
              <a:gd name="connsiteY29" fmla="*/ 2746241 h 2877832"/>
              <a:gd name="connsiteX30" fmla="*/ 7864358 w 12192000"/>
              <a:gd name="connsiteY30" fmla="*/ 2807692 h 2877832"/>
              <a:gd name="connsiteX31" fmla="*/ 6935502 w 12192000"/>
              <a:gd name="connsiteY31" fmla="*/ 2859086 h 2877832"/>
              <a:gd name="connsiteX32" fmla="*/ 6477750 w 12192000"/>
              <a:gd name="connsiteY32" fmla="*/ 2872989 h 2877832"/>
              <a:gd name="connsiteX33" fmla="*/ 6362294 w 12192000"/>
              <a:gd name="connsiteY33" fmla="*/ 2877832 h 2877832"/>
              <a:gd name="connsiteX34" fmla="*/ 6057129 w 12192000"/>
              <a:gd name="connsiteY34" fmla="*/ 2877832 h 2877832"/>
              <a:gd name="connsiteX35" fmla="*/ 5977784 w 12192000"/>
              <a:gd name="connsiteY35" fmla="*/ 2873238 h 2877832"/>
              <a:gd name="connsiteX36" fmla="*/ 5265087 w 12192000"/>
              <a:gd name="connsiteY36" fmla="*/ 2836989 h 2877832"/>
              <a:gd name="connsiteX37" fmla="*/ 4346277 w 12192000"/>
              <a:gd name="connsiteY37" fmla="*/ 2774919 h 2877832"/>
              <a:gd name="connsiteX38" fmla="*/ 3373045 w 12192000"/>
              <a:gd name="connsiteY38" fmla="*/ 2676350 h 2877832"/>
              <a:gd name="connsiteX39" fmla="*/ 2362173 w 12192000"/>
              <a:gd name="connsiteY39" fmla="*/ 2557423 h 2877832"/>
              <a:gd name="connsiteX40" fmla="*/ 1233178 w 12192000"/>
              <a:gd name="connsiteY40" fmla="*/ 2384247 h 2877832"/>
              <a:gd name="connsiteX41" fmla="*/ 68500 w 12192000"/>
              <a:gd name="connsiteY41" fmla="*/ 2144540 h 2877832"/>
              <a:gd name="connsiteX42" fmla="*/ 0 w 12192000"/>
              <a:gd name="connsiteY42" fmla="*/ 2127185 h 2877832"/>
              <a:gd name="connsiteX43" fmla="*/ 0 w 12192000"/>
              <a:gd name="connsiteY43" fmla="*/ 2070696 h 2877832"/>
              <a:gd name="connsiteX44" fmla="*/ 72441 w 12192000"/>
              <a:gd name="connsiteY44" fmla="*/ 2089473 h 2877832"/>
              <a:gd name="connsiteX45" fmla="*/ 600716 w 12192000"/>
              <a:gd name="connsiteY45" fmla="*/ 2207843 h 2877832"/>
              <a:gd name="connsiteX46" fmla="*/ 1769512 w 12192000"/>
              <a:gd name="connsiteY46" fmla="*/ 2418011 h 2877832"/>
              <a:gd name="connsiteX47" fmla="*/ 2613554 w 12192000"/>
              <a:gd name="connsiteY47" fmla="*/ 2534953 h 2877832"/>
              <a:gd name="connsiteX48" fmla="*/ 2581134 w 12192000"/>
              <a:gd name="connsiteY48" fmla="*/ 2525022 h 2877832"/>
              <a:gd name="connsiteX49" fmla="*/ 1112635 w 12192000"/>
              <a:gd name="connsiteY49" fmla="*/ 2192325 h 2877832"/>
              <a:gd name="connsiteX50" fmla="*/ 420412 w 12192000"/>
              <a:gd name="connsiteY50" fmla="*/ 1992892 h 2877832"/>
              <a:gd name="connsiteX51" fmla="*/ 0 w 12192000"/>
              <a:gd name="connsiteY51" fmla="*/ 1853975 h 2877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000" h="2877832">
                <a:moveTo>
                  <a:pt x="6789701" y="2809623"/>
                </a:moveTo>
                <a:lnTo>
                  <a:pt x="6788702" y="2809701"/>
                </a:lnTo>
                <a:lnTo>
                  <a:pt x="6788476" y="2810235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1915388"/>
                </a:lnTo>
                <a:lnTo>
                  <a:pt x="12061096" y="1954428"/>
                </a:lnTo>
                <a:cubicBezTo>
                  <a:pt x="11933500" y="1990642"/>
                  <a:pt x="11805390" y="2025171"/>
                  <a:pt x="11676800" y="2058003"/>
                </a:cubicBezTo>
                <a:cubicBezTo>
                  <a:pt x="11262789" y="2165510"/>
                  <a:pt x="10845343" y="2259112"/>
                  <a:pt x="10425355" y="2341542"/>
                </a:cubicBezTo>
                <a:cubicBezTo>
                  <a:pt x="10092810" y="2406753"/>
                  <a:pt x="9759033" y="2465150"/>
                  <a:pt x="9424022" y="2516704"/>
                </a:cubicBezTo>
                <a:cubicBezTo>
                  <a:pt x="9102997" y="2566361"/>
                  <a:pt x="8781133" y="2610928"/>
                  <a:pt x="8458419" y="2650405"/>
                </a:cubicBezTo>
                <a:cubicBezTo>
                  <a:pt x="8211360" y="2680571"/>
                  <a:pt x="7963792" y="2706144"/>
                  <a:pt x="7715970" y="2730352"/>
                </a:cubicBezTo>
                <a:lnTo>
                  <a:pt x="6951716" y="2796132"/>
                </a:lnTo>
                <a:lnTo>
                  <a:pt x="6936303" y="2798203"/>
                </a:lnTo>
                <a:lnTo>
                  <a:pt x="6790448" y="2809564"/>
                </a:lnTo>
                <a:lnTo>
                  <a:pt x="6799941" y="2811384"/>
                </a:lnTo>
                <a:cubicBezTo>
                  <a:pt x="6811623" y="2811850"/>
                  <a:pt x="6823734" y="2809677"/>
                  <a:pt x="6835432" y="2809677"/>
                </a:cubicBezTo>
                <a:cubicBezTo>
                  <a:pt x="6851580" y="2809677"/>
                  <a:pt x="6867729" y="2807070"/>
                  <a:pt x="6884003" y="2806699"/>
                </a:cubicBezTo>
                <a:cubicBezTo>
                  <a:pt x="7115805" y="2801237"/>
                  <a:pt x="7347351" y="2789070"/>
                  <a:pt x="7578771" y="2774172"/>
                </a:cubicBezTo>
                <a:cubicBezTo>
                  <a:pt x="7927552" y="2751704"/>
                  <a:pt x="8276080" y="2723525"/>
                  <a:pt x="8623845" y="2687275"/>
                </a:cubicBezTo>
                <a:cubicBezTo>
                  <a:pt x="8909939" y="2657977"/>
                  <a:pt x="9195310" y="2623342"/>
                  <a:pt x="9479970" y="2583369"/>
                </a:cubicBezTo>
                <a:cubicBezTo>
                  <a:pt x="9864901" y="2528995"/>
                  <a:pt x="10248014" y="2464281"/>
                  <a:pt x="10629308" y="2389212"/>
                </a:cubicBezTo>
                <a:cubicBezTo>
                  <a:pt x="11090114" y="2298092"/>
                  <a:pt x="11546975" y="2190586"/>
                  <a:pt x="11998498" y="2063218"/>
                </a:cubicBezTo>
                <a:lnTo>
                  <a:pt x="12192000" y="2006219"/>
                </a:lnTo>
                <a:lnTo>
                  <a:pt x="12192000" y="2060956"/>
                </a:lnTo>
                <a:lnTo>
                  <a:pt x="11829257" y="2166255"/>
                </a:lnTo>
                <a:cubicBezTo>
                  <a:pt x="11534769" y="2245952"/>
                  <a:pt x="11238120" y="2316838"/>
                  <a:pt x="10939183" y="2380770"/>
                </a:cubicBezTo>
                <a:cubicBezTo>
                  <a:pt x="10622824" y="2448552"/>
                  <a:pt x="10304941" y="2508549"/>
                  <a:pt x="9985530" y="2560775"/>
                </a:cubicBezTo>
                <a:cubicBezTo>
                  <a:pt x="9720036" y="2604224"/>
                  <a:pt x="9453814" y="2642869"/>
                  <a:pt x="9186882" y="2676722"/>
                </a:cubicBezTo>
                <a:cubicBezTo>
                  <a:pt x="8984197" y="2702296"/>
                  <a:pt x="8781514" y="2726379"/>
                  <a:pt x="8578198" y="2746241"/>
                </a:cubicBezTo>
                <a:cubicBezTo>
                  <a:pt x="8340547" y="2768961"/>
                  <a:pt x="8102644" y="2790436"/>
                  <a:pt x="7864358" y="2807692"/>
                </a:cubicBezTo>
                <a:cubicBezTo>
                  <a:pt x="7554994" y="2830036"/>
                  <a:pt x="7245502" y="2847914"/>
                  <a:pt x="6935502" y="2859086"/>
                </a:cubicBezTo>
                <a:cubicBezTo>
                  <a:pt x="6782917" y="2864549"/>
                  <a:pt x="6630334" y="2868397"/>
                  <a:pt x="6477750" y="2872989"/>
                </a:cubicBezTo>
                <a:cubicBezTo>
                  <a:pt x="6439195" y="2870905"/>
                  <a:pt x="6400529" y="2872530"/>
                  <a:pt x="6362294" y="2877832"/>
                </a:cubicBezTo>
                <a:lnTo>
                  <a:pt x="6057129" y="2877832"/>
                </a:lnTo>
                <a:lnTo>
                  <a:pt x="5977784" y="2873238"/>
                </a:lnTo>
                <a:cubicBezTo>
                  <a:pt x="5740261" y="2860825"/>
                  <a:pt x="5502739" y="2847046"/>
                  <a:pt x="5265087" y="2836989"/>
                </a:cubicBezTo>
                <a:cubicBezTo>
                  <a:pt x="4958267" y="2824573"/>
                  <a:pt x="4651826" y="2804093"/>
                  <a:pt x="4346277" y="2774919"/>
                </a:cubicBezTo>
                <a:cubicBezTo>
                  <a:pt x="4021654" y="2744007"/>
                  <a:pt x="3697795" y="2709372"/>
                  <a:pt x="3373045" y="2676350"/>
                </a:cubicBezTo>
                <a:cubicBezTo>
                  <a:pt x="3035412" y="2642088"/>
                  <a:pt x="2698456" y="2602449"/>
                  <a:pt x="2362173" y="2557423"/>
                </a:cubicBezTo>
                <a:cubicBezTo>
                  <a:pt x="1984692" y="2507270"/>
                  <a:pt x="1608364" y="2449544"/>
                  <a:pt x="1233178" y="2384247"/>
                </a:cubicBezTo>
                <a:cubicBezTo>
                  <a:pt x="842181" y="2315534"/>
                  <a:pt x="453758" y="2237046"/>
                  <a:pt x="68500" y="2144540"/>
                </a:cubicBezTo>
                <a:lnTo>
                  <a:pt x="0" y="2127185"/>
                </a:lnTo>
                <a:lnTo>
                  <a:pt x="0" y="2070696"/>
                </a:lnTo>
                <a:lnTo>
                  <a:pt x="72441" y="2089473"/>
                </a:lnTo>
                <a:cubicBezTo>
                  <a:pt x="247961" y="2131651"/>
                  <a:pt x="424164" y="2170911"/>
                  <a:pt x="600716" y="2207843"/>
                </a:cubicBezTo>
                <a:cubicBezTo>
                  <a:pt x="988279" y="2288657"/>
                  <a:pt x="1378133" y="2357555"/>
                  <a:pt x="1769512" y="2418011"/>
                </a:cubicBezTo>
                <a:cubicBezTo>
                  <a:pt x="2052426" y="2461587"/>
                  <a:pt x="2335725" y="2501684"/>
                  <a:pt x="2613554" y="2534953"/>
                </a:cubicBezTo>
                <a:cubicBezTo>
                  <a:pt x="2605544" y="2537560"/>
                  <a:pt x="2594611" y="2527504"/>
                  <a:pt x="2581134" y="2525022"/>
                </a:cubicBezTo>
                <a:cubicBezTo>
                  <a:pt x="2087178" y="2433070"/>
                  <a:pt x="1597684" y="2322177"/>
                  <a:pt x="1112635" y="2192325"/>
                </a:cubicBezTo>
                <a:cubicBezTo>
                  <a:pt x="880453" y="2130254"/>
                  <a:pt x="649713" y="2063776"/>
                  <a:pt x="420412" y="1992892"/>
                </a:cubicBezTo>
                <a:lnTo>
                  <a:pt x="0" y="1853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3 Rectángulo"/>
          <p:cNvSpPr/>
          <p:nvPr/>
        </p:nvSpPr>
        <p:spPr>
          <a:xfrm>
            <a:off x="1277762" y="781050"/>
            <a:ext cx="21819280" cy="30206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73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5.1 Sucesos y acciones del sistema</a:t>
            </a:r>
          </a:p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73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▪ Un suceso provoca que el estado del sistema cambie</a:t>
            </a:r>
          </a:p>
        </p:txBody>
      </p:sp>
      <p:sp>
        <p:nvSpPr>
          <p:cNvPr id="15371" name="sketch line">
            <a:extLst>
              <a:ext uri="{FF2B5EF4-FFF2-40B4-BE49-F238E27FC236}">
                <a16:creationId xmlns:a16="http://schemas.microsoft.com/office/drawing/2014/main" id="{56037404-66BD-46B5-9323-1B53131967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48412" y="3506532"/>
            <a:ext cx="8487178" cy="36576"/>
          </a:xfrm>
          <a:custGeom>
            <a:avLst/>
            <a:gdLst>
              <a:gd name="connsiteX0" fmla="*/ 0 w 8487178"/>
              <a:gd name="connsiteY0" fmla="*/ 0 h 36576"/>
              <a:gd name="connsiteX1" fmla="*/ 567988 w 8487178"/>
              <a:gd name="connsiteY1" fmla="*/ 0 h 36576"/>
              <a:gd name="connsiteX2" fmla="*/ 1220848 w 8487178"/>
              <a:gd name="connsiteY2" fmla="*/ 0 h 36576"/>
              <a:gd name="connsiteX3" fmla="*/ 1958580 w 8487178"/>
              <a:gd name="connsiteY3" fmla="*/ 0 h 36576"/>
              <a:gd name="connsiteX4" fmla="*/ 2526568 w 8487178"/>
              <a:gd name="connsiteY4" fmla="*/ 0 h 36576"/>
              <a:gd name="connsiteX5" fmla="*/ 3179427 w 8487178"/>
              <a:gd name="connsiteY5" fmla="*/ 0 h 36576"/>
              <a:gd name="connsiteX6" fmla="*/ 4002031 w 8487178"/>
              <a:gd name="connsiteY6" fmla="*/ 0 h 36576"/>
              <a:gd name="connsiteX7" fmla="*/ 4485147 w 8487178"/>
              <a:gd name="connsiteY7" fmla="*/ 0 h 36576"/>
              <a:gd name="connsiteX8" fmla="*/ 5222879 w 8487178"/>
              <a:gd name="connsiteY8" fmla="*/ 0 h 36576"/>
              <a:gd name="connsiteX9" fmla="*/ 5705995 w 8487178"/>
              <a:gd name="connsiteY9" fmla="*/ 0 h 36576"/>
              <a:gd name="connsiteX10" fmla="*/ 6358855 w 8487178"/>
              <a:gd name="connsiteY10" fmla="*/ 0 h 36576"/>
              <a:gd name="connsiteX11" fmla="*/ 7096587 w 8487178"/>
              <a:gd name="connsiteY11" fmla="*/ 0 h 36576"/>
              <a:gd name="connsiteX12" fmla="*/ 7494831 w 8487178"/>
              <a:gd name="connsiteY12" fmla="*/ 0 h 36576"/>
              <a:gd name="connsiteX13" fmla="*/ 7893076 w 8487178"/>
              <a:gd name="connsiteY13" fmla="*/ 0 h 36576"/>
              <a:gd name="connsiteX14" fmla="*/ 8487178 w 8487178"/>
              <a:gd name="connsiteY14" fmla="*/ 0 h 36576"/>
              <a:gd name="connsiteX15" fmla="*/ 8487178 w 8487178"/>
              <a:gd name="connsiteY15" fmla="*/ 36576 h 36576"/>
              <a:gd name="connsiteX16" fmla="*/ 7749446 w 8487178"/>
              <a:gd name="connsiteY16" fmla="*/ 36576 h 36576"/>
              <a:gd name="connsiteX17" fmla="*/ 7096587 w 8487178"/>
              <a:gd name="connsiteY17" fmla="*/ 36576 h 36576"/>
              <a:gd name="connsiteX18" fmla="*/ 6528598 w 8487178"/>
              <a:gd name="connsiteY18" fmla="*/ 36576 h 36576"/>
              <a:gd name="connsiteX19" fmla="*/ 5790867 w 8487178"/>
              <a:gd name="connsiteY19" fmla="*/ 36576 h 36576"/>
              <a:gd name="connsiteX20" fmla="*/ 5138007 w 8487178"/>
              <a:gd name="connsiteY20" fmla="*/ 36576 h 36576"/>
              <a:gd name="connsiteX21" fmla="*/ 4315404 w 8487178"/>
              <a:gd name="connsiteY21" fmla="*/ 36576 h 36576"/>
              <a:gd name="connsiteX22" fmla="*/ 3492800 w 8487178"/>
              <a:gd name="connsiteY22" fmla="*/ 36576 h 36576"/>
              <a:gd name="connsiteX23" fmla="*/ 2755069 w 8487178"/>
              <a:gd name="connsiteY23" fmla="*/ 36576 h 36576"/>
              <a:gd name="connsiteX24" fmla="*/ 2017337 w 8487178"/>
              <a:gd name="connsiteY24" fmla="*/ 36576 h 36576"/>
              <a:gd name="connsiteX25" fmla="*/ 1279605 w 8487178"/>
              <a:gd name="connsiteY25" fmla="*/ 36576 h 36576"/>
              <a:gd name="connsiteX26" fmla="*/ 796489 w 8487178"/>
              <a:gd name="connsiteY26" fmla="*/ 36576 h 36576"/>
              <a:gd name="connsiteX27" fmla="*/ 0 w 8487178"/>
              <a:gd name="connsiteY27" fmla="*/ 36576 h 36576"/>
              <a:gd name="connsiteX28" fmla="*/ 0 w 8487178"/>
              <a:gd name="connsiteY28" fmla="*/ 0 h 36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8487178" h="36576" fill="none" extrusionOk="0">
                <a:moveTo>
                  <a:pt x="0" y="0"/>
                </a:moveTo>
                <a:cubicBezTo>
                  <a:pt x="214426" y="-20763"/>
                  <a:pt x="298857" y="-20851"/>
                  <a:pt x="567988" y="0"/>
                </a:cubicBezTo>
                <a:cubicBezTo>
                  <a:pt x="837119" y="20851"/>
                  <a:pt x="1009049" y="6451"/>
                  <a:pt x="1220848" y="0"/>
                </a:cubicBezTo>
                <a:cubicBezTo>
                  <a:pt x="1432647" y="-6451"/>
                  <a:pt x="1750626" y="20194"/>
                  <a:pt x="1958580" y="0"/>
                </a:cubicBezTo>
                <a:cubicBezTo>
                  <a:pt x="2166534" y="-20194"/>
                  <a:pt x="2346480" y="3625"/>
                  <a:pt x="2526568" y="0"/>
                </a:cubicBezTo>
                <a:cubicBezTo>
                  <a:pt x="2706656" y="-3625"/>
                  <a:pt x="3011640" y="6087"/>
                  <a:pt x="3179427" y="0"/>
                </a:cubicBezTo>
                <a:cubicBezTo>
                  <a:pt x="3347214" y="-6087"/>
                  <a:pt x="3655216" y="19365"/>
                  <a:pt x="4002031" y="0"/>
                </a:cubicBezTo>
                <a:cubicBezTo>
                  <a:pt x="4348846" y="-19365"/>
                  <a:pt x="4274029" y="6383"/>
                  <a:pt x="4485147" y="0"/>
                </a:cubicBezTo>
                <a:cubicBezTo>
                  <a:pt x="4696265" y="-6383"/>
                  <a:pt x="4929799" y="-26319"/>
                  <a:pt x="5222879" y="0"/>
                </a:cubicBezTo>
                <a:cubicBezTo>
                  <a:pt x="5515959" y="26319"/>
                  <a:pt x="5467217" y="-6358"/>
                  <a:pt x="5705995" y="0"/>
                </a:cubicBezTo>
                <a:cubicBezTo>
                  <a:pt x="5944773" y="6358"/>
                  <a:pt x="6079101" y="3677"/>
                  <a:pt x="6358855" y="0"/>
                </a:cubicBezTo>
                <a:cubicBezTo>
                  <a:pt x="6638609" y="-3677"/>
                  <a:pt x="6805251" y="-12985"/>
                  <a:pt x="7096587" y="0"/>
                </a:cubicBezTo>
                <a:cubicBezTo>
                  <a:pt x="7387923" y="12985"/>
                  <a:pt x="7344268" y="-8684"/>
                  <a:pt x="7494831" y="0"/>
                </a:cubicBezTo>
                <a:cubicBezTo>
                  <a:pt x="7645394" y="8684"/>
                  <a:pt x="7737609" y="7049"/>
                  <a:pt x="7893076" y="0"/>
                </a:cubicBezTo>
                <a:cubicBezTo>
                  <a:pt x="8048543" y="-7049"/>
                  <a:pt x="8317689" y="6091"/>
                  <a:pt x="8487178" y="0"/>
                </a:cubicBezTo>
                <a:cubicBezTo>
                  <a:pt x="8487639" y="9258"/>
                  <a:pt x="8488625" y="24151"/>
                  <a:pt x="8487178" y="36576"/>
                </a:cubicBezTo>
                <a:cubicBezTo>
                  <a:pt x="8267217" y="52681"/>
                  <a:pt x="8095871" y="68258"/>
                  <a:pt x="7749446" y="36576"/>
                </a:cubicBezTo>
                <a:cubicBezTo>
                  <a:pt x="7403021" y="4894"/>
                  <a:pt x="7407700" y="64962"/>
                  <a:pt x="7096587" y="36576"/>
                </a:cubicBezTo>
                <a:cubicBezTo>
                  <a:pt x="6785474" y="8190"/>
                  <a:pt x="6687713" y="51846"/>
                  <a:pt x="6528598" y="36576"/>
                </a:cubicBezTo>
                <a:cubicBezTo>
                  <a:pt x="6369483" y="21306"/>
                  <a:pt x="6135709" y="62051"/>
                  <a:pt x="5790867" y="36576"/>
                </a:cubicBezTo>
                <a:cubicBezTo>
                  <a:pt x="5446025" y="11101"/>
                  <a:pt x="5346753" y="28097"/>
                  <a:pt x="5138007" y="36576"/>
                </a:cubicBezTo>
                <a:cubicBezTo>
                  <a:pt x="4929261" y="45055"/>
                  <a:pt x="4665040" y="63229"/>
                  <a:pt x="4315404" y="36576"/>
                </a:cubicBezTo>
                <a:cubicBezTo>
                  <a:pt x="3965768" y="9923"/>
                  <a:pt x="3839316" y="59606"/>
                  <a:pt x="3492800" y="36576"/>
                </a:cubicBezTo>
                <a:cubicBezTo>
                  <a:pt x="3146284" y="13546"/>
                  <a:pt x="2973016" y="57543"/>
                  <a:pt x="2755069" y="36576"/>
                </a:cubicBezTo>
                <a:cubicBezTo>
                  <a:pt x="2537122" y="15609"/>
                  <a:pt x="2298951" y="44535"/>
                  <a:pt x="2017337" y="36576"/>
                </a:cubicBezTo>
                <a:cubicBezTo>
                  <a:pt x="1735723" y="28617"/>
                  <a:pt x="1544142" y="8566"/>
                  <a:pt x="1279605" y="36576"/>
                </a:cubicBezTo>
                <a:cubicBezTo>
                  <a:pt x="1015068" y="64586"/>
                  <a:pt x="1028784" y="36866"/>
                  <a:pt x="796489" y="36576"/>
                </a:cubicBezTo>
                <a:cubicBezTo>
                  <a:pt x="564194" y="36286"/>
                  <a:pt x="249355" y="51468"/>
                  <a:pt x="0" y="36576"/>
                </a:cubicBezTo>
                <a:cubicBezTo>
                  <a:pt x="-472" y="19807"/>
                  <a:pt x="-535" y="8247"/>
                  <a:pt x="0" y="0"/>
                </a:cubicBezTo>
                <a:close/>
              </a:path>
              <a:path w="8487178" h="36576" stroke="0" extrusionOk="0">
                <a:moveTo>
                  <a:pt x="0" y="0"/>
                </a:moveTo>
                <a:cubicBezTo>
                  <a:pt x="212480" y="27231"/>
                  <a:pt x="365898" y="27850"/>
                  <a:pt x="567988" y="0"/>
                </a:cubicBezTo>
                <a:cubicBezTo>
                  <a:pt x="770078" y="-27850"/>
                  <a:pt x="789324" y="11547"/>
                  <a:pt x="966233" y="0"/>
                </a:cubicBezTo>
                <a:cubicBezTo>
                  <a:pt x="1143142" y="-11547"/>
                  <a:pt x="1551591" y="36710"/>
                  <a:pt x="1788836" y="0"/>
                </a:cubicBezTo>
                <a:cubicBezTo>
                  <a:pt x="2026081" y="-36710"/>
                  <a:pt x="2157736" y="-16761"/>
                  <a:pt x="2356824" y="0"/>
                </a:cubicBezTo>
                <a:cubicBezTo>
                  <a:pt x="2555912" y="16761"/>
                  <a:pt x="2656322" y="13384"/>
                  <a:pt x="2924812" y="0"/>
                </a:cubicBezTo>
                <a:cubicBezTo>
                  <a:pt x="3193302" y="-13384"/>
                  <a:pt x="3346207" y="30946"/>
                  <a:pt x="3747416" y="0"/>
                </a:cubicBezTo>
                <a:cubicBezTo>
                  <a:pt x="4148625" y="-30946"/>
                  <a:pt x="4010288" y="18768"/>
                  <a:pt x="4230532" y="0"/>
                </a:cubicBezTo>
                <a:cubicBezTo>
                  <a:pt x="4450776" y="-18768"/>
                  <a:pt x="4727281" y="-26815"/>
                  <a:pt x="5053135" y="0"/>
                </a:cubicBezTo>
                <a:cubicBezTo>
                  <a:pt x="5378989" y="26815"/>
                  <a:pt x="5660856" y="15000"/>
                  <a:pt x="5875739" y="0"/>
                </a:cubicBezTo>
                <a:cubicBezTo>
                  <a:pt x="6090622" y="-15000"/>
                  <a:pt x="6270826" y="-105"/>
                  <a:pt x="6528598" y="0"/>
                </a:cubicBezTo>
                <a:cubicBezTo>
                  <a:pt x="6786370" y="105"/>
                  <a:pt x="7045348" y="3155"/>
                  <a:pt x="7351202" y="0"/>
                </a:cubicBezTo>
                <a:cubicBezTo>
                  <a:pt x="7657056" y="-3155"/>
                  <a:pt x="7723386" y="-18737"/>
                  <a:pt x="7919190" y="0"/>
                </a:cubicBezTo>
                <a:cubicBezTo>
                  <a:pt x="8114994" y="18737"/>
                  <a:pt x="8229807" y="-21771"/>
                  <a:pt x="8487178" y="0"/>
                </a:cubicBezTo>
                <a:cubicBezTo>
                  <a:pt x="8485892" y="7335"/>
                  <a:pt x="8486747" y="23090"/>
                  <a:pt x="8487178" y="36576"/>
                </a:cubicBezTo>
                <a:cubicBezTo>
                  <a:pt x="8315125" y="55322"/>
                  <a:pt x="8069823" y="57112"/>
                  <a:pt x="7834318" y="36576"/>
                </a:cubicBezTo>
                <a:cubicBezTo>
                  <a:pt x="7598813" y="16040"/>
                  <a:pt x="7376572" y="42462"/>
                  <a:pt x="7181458" y="36576"/>
                </a:cubicBezTo>
                <a:cubicBezTo>
                  <a:pt x="6986344" y="30690"/>
                  <a:pt x="6646403" y="65560"/>
                  <a:pt x="6358855" y="36576"/>
                </a:cubicBezTo>
                <a:cubicBezTo>
                  <a:pt x="6071307" y="7592"/>
                  <a:pt x="5995012" y="66141"/>
                  <a:pt x="5705995" y="36576"/>
                </a:cubicBezTo>
                <a:cubicBezTo>
                  <a:pt x="5416978" y="7011"/>
                  <a:pt x="5422414" y="50035"/>
                  <a:pt x="5307751" y="36576"/>
                </a:cubicBezTo>
                <a:cubicBezTo>
                  <a:pt x="5193088" y="23117"/>
                  <a:pt x="5015516" y="47834"/>
                  <a:pt x="4824634" y="36576"/>
                </a:cubicBezTo>
                <a:cubicBezTo>
                  <a:pt x="4633752" y="25318"/>
                  <a:pt x="4278190" y="32417"/>
                  <a:pt x="4002031" y="36576"/>
                </a:cubicBezTo>
                <a:cubicBezTo>
                  <a:pt x="3725872" y="40735"/>
                  <a:pt x="3519247" y="57052"/>
                  <a:pt x="3349171" y="36576"/>
                </a:cubicBezTo>
                <a:cubicBezTo>
                  <a:pt x="3179095" y="16100"/>
                  <a:pt x="2983288" y="33517"/>
                  <a:pt x="2866055" y="36576"/>
                </a:cubicBezTo>
                <a:cubicBezTo>
                  <a:pt x="2748822" y="39635"/>
                  <a:pt x="2505587" y="30085"/>
                  <a:pt x="2213195" y="36576"/>
                </a:cubicBezTo>
                <a:cubicBezTo>
                  <a:pt x="1920803" y="43067"/>
                  <a:pt x="1928314" y="17472"/>
                  <a:pt x="1814950" y="36576"/>
                </a:cubicBezTo>
                <a:cubicBezTo>
                  <a:pt x="1701586" y="55680"/>
                  <a:pt x="1600925" y="27237"/>
                  <a:pt x="1416706" y="36576"/>
                </a:cubicBezTo>
                <a:cubicBezTo>
                  <a:pt x="1232487" y="45915"/>
                  <a:pt x="1024757" y="13493"/>
                  <a:pt x="763846" y="36576"/>
                </a:cubicBezTo>
                <a:cubicBezTo>
                  <a:pt x="502935" y="59659"/>
                  <a:pt x="246410" y="65719"/>
                  <a:pt x="0" y="36576"/>
                </a:cubicBezTo>
                <a:cubicBezTo>
                  <a:pt x="-1649" y="19104"/>
                  <a:pt x="652" y="10220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38100" cap="rnd">
            <a:solidFill>
              <a:srgbClr val="FFFFFF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070354" y="7661145"/>
            <a:ext cx="20237196" cy="2984983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391" name="Rectangle 16390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4384000" cy="13716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393" name="sketch line">
            <a:extLst>
              <a:ext uri="{FF2B5EF4-FFF2-40B4-BE49-F238E27FC236}">
                <a16:creationId xmlns:a16="http://schemas.microsoft.com/office/drawing/2014/main" id="{2E92FA66-67D7-4CB4-94D3-E643A9AD4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132318" y="2450592"/>
            <a:ext cx="3108960" cy="36576"/>
          </a:xfrm>
          <a:custGeom>
            <a:avLst/>
            <a:gdLst>
              <a:gd name="connsiteX0" fmla="*/ 0 w 3108960"/>
              <a:gd name="connsiteY0" fmla="*/ 0 h 36576"/>
              <a:gd name="connsiteX1" fmla="*/ 590702 w 3108960"/>
              <a:gd name="connsiteY1" fmla="*/ 0 h 36576"/>
              <a:gd name="connsiteX2" fmla="*/ 1212494 w 3108960"/>
              <a:gd name="connsiteY2" fmla="*/ 0 h 36576"/>
              <a:gd name="connsiteX3" fmla="*/ 1865376 w 3108960"/>
              <a:gd name="connsiteY3" fmla="*/ 0 h 36576"/>
              <a:gd name="connsiteX4" fmla="*/ 2518258 w 3108960"/>
              <a:gd name="connsiteY4" fmla="*/ 0 h 36576"/>
              <a:gd name="connsiteX5" fmla="*/ 3108960 w 3108960"/>
              <a:gd name="connsiteY5" fmla="*/ 0 h 36576"/>
              <a:gd name="connsiteX6" fmla="*/ 3108960 w 3108960"/>
              <a:gd name="connsiteY6" fmla="*/ 36576 h 36576"/>
              <a:gd name="connsiteX7" fmla="*/ 2424989 w 3108960"/>
              <a:gd name="connsiteY7" fmla="*/ 36576 h 36576"/>
              <a:gd name="connsiteX8" fmla="*/ 1741018 w 3108960"/>
              <a:gd name="connsiteY8" fmla="*/ 36576 h 36576"/>
              <a:gd name="connsiteX9" fmla="*/ 1119226 w 3108960"/>
              <a:gd name="connsiteY9" fmla="*/ 36576 h 36576"/>
              <a:gd name="connsiteX10" fmla="*/ 0 w 3108960"/>
              <a:gd name="connsiteY10" fmla="*/ 36576 h 36576"/>
              <a:gd name="connsiteX11" fmla="*/ 0 w 3108960"/>
              <a:gd name="connsiteY11" fmla="*/ 0 h 36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108960" h="36576" fill="none" extrusionOk="0">
                <a:moveTo>
                  <a:pt x="0" y="0"/>
                </a:moveTo>
                <a:cubicBezTo>
                  <a:pt x="221275" y="-8194"/>
                  <a:pt x="420328" y="-28325"/>
                  <a:pt x="590702" y="0"/>
                </a:cubicBezTo>
                <a:cubicBezTo>
                  <a:pt x="761076" y="28325"/>
                  <a:pt x="972949" y="19277"/>
                  <a:pt x="1212494" y="0"/>
                </a:cubicBezTo>
                <a:cubicBezTo>
                  <a:pt x="1452039" y="-19277"/>
                  <a:pt x="1610416" y="-30328"/>
                  <a:pt x="1865376" y="0"/>
                </a:cubicBezTo>
                <a:cubicBezTo>
                  <a:pt x="2120336" y="30328"/>
                  <a:pt x="2267564" y="-16139"/>
                  <a:pt x="2518258" y="0"/>
                </a:cubicBezTo>
                <a:cubicBezTo>
                  <a:pt x="2768952" y="16139"/>
                  <a:pt x="2905723" y="1227"/>
                  <a:pt x="3108960" y="0"/>
                </a:cubicBezTo>
                <a:cubicBezTo>
                  <a:pt x="3109165" y="16166"/>
                  <a:pt x="3109462" y="22162"/>
                  <a:pt x="3108960" y="36576"/>
                </a:cubicBezTo>
                <a:cubicBezTo>
                  <a:pt x="2964123" y="25921"/>
                  <a:pt x="2648454" y="51515"/>
                  <a:pt x="2424989" y="36576"/>
                </a:cubicBezTo>
                <a:cubicBezTo>
                  <a:pt x="2201524" y="21637"/>
                  <a:pt x="1982528" y="13803"/>
                  <a:pt x="1741018" y="36576"/>
                </a:cubicBezTo>
                <a:cubicBezTo>
                  <a:pt x="1499508" y="59349"/>
                  <a:pt x="1309934" y="49297"/>
                  <a:pt x="1119226" y="36576"/>
                </a:cubicBezTo>
                <a:cubicBezTo>
                  <a:pt x="928518" y="23855"/>
                  <a:pt x="420915" y="50096"/>
                  <a:pt x="0" y="36576"/>
                </a:cubicBezTo>
                <a:cubicBezTo>
                  <a:pt x="868" y="18803"/>
                  <a:pt x="-1118" y="14678"/>
                  <a:pt x="0" y="0"/>
                </a:cubicBezTo>
                <a:close/>
              </a:path>
              <a:path w="3108960" h="36576" stroke="0" extrusionOk="0">
                <a:moveTo>
                  <a:pt x="0" y="0"/>
                </a:moveTo>
                <a:cubicBezTo>
                  <a:pt x="119910" y="17195"/>
                  <a:pt x="345032" y="1652"/>
                  <a:pt x="590702" y="0"/>
                </a:cubicBezTo>
                <a:cubicBezTo>
                  <a:pt x="836372" y="-1652"/>
                  <a:pt x="904124" y="2261"/>
                  <a:pt x="1119226" y="0"/>
                </a:cubicBezTo>
                <a:cubicBezTo>
                  <a:pt x="1334328" y="-2261"/>
                  <a:pt x="1647246" y="-32233"/>
                  <a:pt x="1803197" y="0"/>
                </a:cubicBezTo>
                <a:cubicBezTo>
                  <a:pt x="1959148" y="32233"/>
                  <a:pt x="2190377" y="27642"/>
                  <a:pt x="2393899" y="0"/>
                </a:cubicBezTo>
                <a:cubicBezTo>
                  <a:pt x="2597421" y="-27642"/>
                  <a:pt x="2802562" y="22162"/>
                  <a:pt x="3108960" y="0"/>
                </a:cubicBezTo>
                <a:cubicBezTo>
                  <a:pt x="3109611" y="8048"/>
                  <a:pt x="3110258" y="24540"/>
                  <a:pt x="3108960" y="36576"/>
                </a:cubicBezTo>
                <a:cubicBezTo>
                  <a:pt x="2814115" y="6570"/>
                  <a:pt x="2641014" y="43038"/>
                  <a:pt x="2487168" y="36576"/>
                </a:cubicBezTo>
                <a:cubicBezTo>
                  <a:pt x="2333322" y="30114"/>
                  <a:pt x="2058477" y="12746"/>
                  <a:pt x="1803197" y="36576"/>
                </a:cubicBezTo>
                <a:cubicBezTo>
                  <a:pt x="1547917" y="60406"/>
                  <a:pt x="1401581" y="28768"/>
                  <a:pt x="1274674" y="36576"/>
                </a:cubicBezTo>
                <a:cubicBezTo>
                  <a:pt x="1147767" y="44384"/>
                  <a:pt x="941588" y="57956"/>
                  <a:pt x="652882" y="36576"/>
                </a:cubicBezTo>
                <a:cubicBezTo>
                  <a:pt x="364176" y="15196"/>
                  <a:pt x="150818" y="19453"/>
                  <a:pt x="0" y="36576"/>
                </a:cubicBezTo>
                <a:cubicBezTo>
                  <a:pt x="-72" y="25637"/>
                  <a:pt x="1286" y="18268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3 Rectángulo"/>
          <p:cNvSpPr/>
          <p:nvPr/>
        </p:nvSpPr>
        <p:spPr>
          <a:xfrm>
            <a:off x="9308590" y="1005840"/>
            <a:ext cx="13789152" cy="29260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4400" b="1"/>
              <a:t>5.2 Estado en reposo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4400"/>
              <a:t>▪ El estado en reposo indica que el sistema está a la espera de que ocurra un evento</a:t>
            </a:r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261872" y="5429611"/>
            <a:ext cx="21835872" cy="622322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Rectángulo"/>
          <p:cNvSpPr/>
          <p:nvPr/>
        </p:nvSpPr>
        <p:spPr>
          <a:xfrm>
            <a:off x="1190548" y="500018"/>
            <a:ext cx="19788326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4000" b="1"/>
              <a:t>5.3 </a:t>
            </a:r>
            <a:r>
              <a:rPr lang="es-ES" sz="4000" b="1" err="1"/>
              <a:t>Subestados</a:t>
            </a:r>
            <a:r>
              <a:rPr lang="es-ES" sz="4000" b="1"/>
              <a:t> </a:t>
            </a:r>
          </a:p>
          <a:p>
            <a:endParaRPr lang="es-ES" sz="4000" b="1"/>
          </a:p>
          <a:p>
            <a:r>
              <a:rPr lang="es-ES" sz="4000"/>
              <a:t>▪ A veces, un estado puede ser una agrupación de </a:t>
            </a:r>
            <a:r>
              <a:rPr lang="es-ES" sz="4000" err="1"/>
              <a:t>subestados</a:t>
            </a:r>
            <a:r>
              <a:rPr lang="es-ES" sz="4000"/>
              <a:t> </a:t>
            </a:r>
          </a:p>
          <a:p>
            <a:r>
              <a:rPr lang="es-ES" sz="4000"/>
              <a:t>▪ Imaginemos el estado “en ejecución” del ejemplo anterior</a:t>
            </a:r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976498" y="3714727"/>
            <a:ext cx="17287996" cy="89455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0" y="0"/>
            <a:ext cx="24383980" cy="910205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A680EFD-06DA-1D2C-CB65-A988B6263D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1116" y="1275524"/>
            <a:ext cx="19779594" cy="714987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/>
            <a:r>
              <a:rPr lang="en-US" sz="178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Diagrama</a:t>
            </a:r>
            <a:r>
              <a:rPr lang="en-US" sz="178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de </a:t>
            </a:r>
            <a:r>
              <a:rPr lang="en-US" sz="178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objetos</a:t>
            </a:r>
            <a:br>
              <a:rPr lang="en-US" sz="178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</a:br>
            <a:endParaRPr lang="en-US" sz="178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9102070"/>
            <a:ext cx="24383980" cy="46139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9120247-B112-C910-0FE4-8B1D65102548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2311116" y="10252708"/>
            <a:ext cx="19088306" cy="2176354"/>
          </a:xfr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spcBef>
                <a:spcPts val="1000"/>
              </a:spcBef>
            </a:pPr>
            <a:endParaRPr lang="en-US" sz="80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832F003-FCA6-4CFB-A2EA-308F3AA257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22360" y="9733006"/>
            <a:ext cx="914400" cy="914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269577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4384000" cy="13716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77EFF9B-A306-D332-E3B3-D635524D7C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1872" y="1280160"/>
            <a:ext cx="9637776" cy="2962656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/>
            <a:r>
              <a:rPr lang="en-US" sz="100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Diagrama</a:t>
            </a:r>
            <a:r>
              <a:rPr lang="en-US" sz="10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de </a:t>
            </a:r>
            <a:r>
              <a:rPr lang="en-US" sz="100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objetos</a:t>
            </a:r>
            <a:endParaRPr lang="en-US" sz="100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86556" y="4745736"/>
            <a:ext cx="6510190" cy="36576"/>
          </a:xfrm>
          <a:custGeom>
            <a:avLst/>
            <a:gdLst>
              <a:gd name="connsiteX0" fmla="*/ 0 w 6510190"/>
              <a:gd name="connsiteY0" fmla="*/ 0 h 36576"/>
              <a:gd name="connsiteX1" fmla="*/ 651019 w 6510190"/>
              <a:gd name="connsiteY1" fmla="*/ 0 h 36576"/>
              <a:gd name="connsiteX2" fmla="*/ 1302038 w 6510190"/>
              <a:gd name="connsiteY2" fmla="*/ 0 h 36576"/>
              <a:gd name="connsiteX3" fmla="*/ 1953057 w 6510190"/>
              <a:gd name="connsiteY3" fmla="*/ 0 h 36576"/>
              <a:gd name="connsiteX4" fmla="*/ 2734280 w 6510190"/>
              <a:gd name="connsiteY4" fmla="*/ 0 h 36576"/>
              <a:gd name="connsiteX5" fmla="*/ 3450401 w 6510190"/>
              <a:gd name="connsiteY5" fmla="*/ 0 h 36576"/>
              <a:gd name="connsiteX6" fmla="*/ 3906114 w 6510190"/>
              <a:gd name="connsiteY6" fmla="*/ 0 h 36576"/>
              <a:gd name="connsiteX7" fmla="*/ 4492031 w 6510190"/>
              <a:gd name="connsiteY7" fmla="*/ 0 h 36576"/>
              <a:gd name="connsiteX8" fmla="*/ 5273254 w 6510190"/>
              <a:gd name="connsiteY8" fmla="*/ 0 h 36576"/>
              <a:gd name="connsiteX9" fmla="*/ 5924273 w 6510190"/>
              <a:gd name="connsiteY9" fmla="*/ 0 h 36576"/>
              <a:gd name="connsiteX10" fmla="*/ 6510190 w 6510190"/>
              <a:gd name="connsiteY10" fmla="*/ 0 h 36576"/>
              <a:gd name="connsiteX11" fmla="*/ 6510190 w 6510190"/>
              <a:gd name="connsiteY11" fmla="*/ 36576 h 36576"/>
              <a:gd name="connsiteX12" fmla="*/ 5989375 w 6510190"/>
              <a:gd name="connsiteY12" fmla="*/ 36576 h 36576"/>
              <a:gd name="connsiteX13" fmla="*/ 5208152 w 6510190"/>
              <a:gd name="connsiteY13" fmla="*/ 36576 h 36576"/>
              <a:gd name="connsiteX14" fmla="*/ 4687337 w 6510190"/>
              <a:gd name="connsiteY14" fmla="*/ 36576 h 36576"/>
              <a:gd name="connsiteX15" fmla="*/ 4231623 w 6510190"/>
              <a:gd name="connsiteY15" fmla="*/ 36576 h 36576"/>
              <a:gd name="connsiteX16" fmla="*/ 3775910 w 6510190"/>
              <a:gd name="connsiteY16" fmla="*/ 36576 h 36576"/>
              <a:gd name="connsiteX17" fmla="*/ 3059789 w 6510190"/>
              <a:gd name="connsiteY17" fmla="*/ 36576 h 36576"/>
              <a:gd name="connsiteX18" fmla="*/ 2604076 w 6510190"/>
              <a:gd name="connsiteY18" fmla="*/ 36576 h 36576"/>
              <a:gd name="connsiteX19" fmla="*/ 1953057 w 6510190"/>
              <a:gd name="connsiteY19" fmla="*/ 36576 h 36576"/>
              <a:gd name="connsiteX20" fmla="*/ 1432242 w 6510190"/>
              <a:gd name="connsiteY20" fmla="*/ 36576 h 36576"/>
              <a:gd name="connsiteX21" fmla="*/ 781223 w 6510190"/>
              <a:gd name="connsiteY21" fmla="*/ 36576 h 36576"/>
              <a:gd name="connsiteX22" fmla="*/ 0 w 6510190"/>
              <a:gd name="connsiteY22" fmla="*/ 36576 h 36576"/>
              <a:gd name="connsiteX23" fmla="*/ 0 w 6510190"/>
              <a:gd name="connsiteY23" fmla="*/ 0 h 36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6510190" h="36576" fill="none" extrusionOk="0">
                <a:moveTo>
                  <a:pt x="0" y="0"/>
                </a:moveTo>
                <a:cubicBezTo>
                  <a:pt x="161111" y="-2097"/>
                  <a:pt x="501055" y="-465"/>
                  <a:pt x="651019" y="0"/>
                </a:cubicBezTo>
                <a:cubicBezTo>
                  <a:pt x="800983" y="465"/>
                  <a:pt x="997901" y="-18459"/>
                  <a:pt x="1302038" y="0"/>
                </a:cubicBezTo>
                <a:cubicBezTo>
                  <a:pt x="1606175" y="18459"/>
                  <a:pt x="1662008" y="955"/>
                  <a:pt x="1953057" y="0"/>
                </a:cubicBezTo>
                <a:cubicBezTo>
                  <a:pt x="2244106" y="-955"/>
                  <a:pt x="2398681" y="-29506"/>
                  <a:pt x="2734280" y="0"/>
                </a:cubicBezTo>
                <a:cubicBezTo>
                  <a:pt x="3069879" y="29506"/>
                  <a:pt x="3152053" y="12243"/>
                  <a:pt x="3450401" y="0"/>
                </a:cubicBezTo>
                <a:cubicBezTo>
                  <a:pt x="3748749" y="-12243"/>
                  <a:pt x="3717867" y="-748"/>
                  <a:pt x="3906114" y="0"/>
                </a:cubicBezTo>
                <a:cubicBezTo>
                  <a:pt x="4094361" y="748"/>
                  <a:pt x="4281847" y="13415"/>
                  <a:pt x="4492031" y="0"/>
                </a:cubicBezTo>
                <a:cubicBezTo>
                  <a:pt x="4702215" y="-13415"/>
                  <a:pt x="5025379" y="20366"/>
                  <a:pt x="5273254" y="0"/>
                </a:cubicBezTo>
                <a:cubicBezTo>
                  <a:pt x="5521129" y="-20366"/>
                  <a:pt x="5771612" y="-29898"/>
                  <a:pt x="5924273" y="0"/>
                </a:cubicBezTo>
                <a:cubicBezTo>
                  <a:pt x="6076934" y="29898"/>
                  <a:pt x="6354559" y="-8644"/>
                  <a:pt x="6510190" y="0"/>
                </a:cubicBezTo>
                <a:cubicBezTo>
                  <a:pt x="6509475" y="15537"/>
                  <a:pt x="6511555" y="22375"/>
                  <a:pt x="6510190" y="36576"/>
                </a:cubicBezTo>
                <a:cubicBezTo>
                  <a:pt x="6403695" y="20240"/>
                  <a:pt x="6135058" y="33081"/>
                  <a:pt x="5989375" y="36576"/>
                </a:cubicBezTo>
                <a:cubicBezTo>
                  <a:pt x="5843692" y="40071"/>
                  <a:pt x="5581730" y="19446"/>
                  <a:pt x="5208152" y="36576"/>
                </a:cubicBezTo>
                <a:cubicBezTo>
                  <a:pt x="4834574" y="53706"/>
                  <a:pt x="4947691" y="51777"/>
                  <a:pt x="4687337" y="36576"/>
                </a:cubicBezTo>
                <a:cubicBezTo>
                  <a:pt x="4426984" y="21375"/>
                  <a:pt x="4440451" y="59338"/>
                  <a:pt x="4231623" y="36576"/>
                </a:cubicBezTo>
                <a:cubicBezTo>
                  <a:pt x="4022795" y="13814"/>
                  <a:pt x="3895021" y="37706"/>
                  <a:pt x="3775910" y="36576"/>
                </a:cubicBezTo>
                <a:cubicBezTo>
                  <a:pt x="3656799" y="35446"/>
                  <a:pt x="3387310" y="59361"/>
                  <a:pt x="3059789" y="36576"/>
                </a:cubicBezTo>
                <a:cubicBezTo>
                  <a:pt x="2732268" y="13791"/>
                  <a:pt x="2719596" y="17090"/>
                  <a:pt x="2604076" y="36576"/>
                </a:cubicBezTo>
                <a:cubicBezTo>
                  <a:pt x="2488556" y="56062"/>
                  <a:pt x="2206902" y="68226"/>
                  <a:pt x="1953057" y="36576"/>
                </a:cubicBezTo>
                <a:cubicBezTo>
                  <a:pt x="1699212" y="4926"/>
                  <a:pt x="1552383" y="31975"/>
                  <a:pt x="1432242" y="36576"/>
                </a:cubicBezTo>
                <a:cubicBezTo>
                  <a:pt x="1312102" y="41177"/>
                  <a:pt x="1012740" y="46297"/>
                  <a:pt x="781223" y="36576"/>
                </a:cubicBezTo>
                <a:cubicBezTo>
                  <a:pt x="549706" y="26855"/>
                  <a:pt x="239878" y="73540"/>
                  <a:pt x="0" y="36576"/>
                </a:cubicBezTo>
                <a:cubicBezTo>
                  <a:pt x="-1386" y="23779"/>
                  <a:pt x="1769" y="8239"/>
                  <a:pt x="0" y="0"/>
                </a:cubicBezTo>
                <a:close/>
              </a:path>
              <a:path w="6510190" h="36576" stroke="0" extrusionOk="0">
                <a:moveTo>
                  <a:pt x="0" y="0"/>
                </a:moveTo>
                <a:cubicBezTo>
                  <a:pt x="207071" y="-14617"/>
                  <a:pt x="444194" y="-15606"/>
                  <a:pt x="585917" y="0"/>
                </a:cubicBezTo>
                <a:cubicBezTo>
                  <a:pt x="727640" y="15606"/>
                  <a:pt x="908078" y="6034"/>
                  <a:pt x="1041630" y="0"/>
                </a:cubicBezTo>
                <a:cubicBezTo>
                  <a:pt x="1175182" y="-6034"/>
                  <a:pt x="1490887" y="38691"/>
                  <a:pt x="1822853" y="0"/>
                </a:cubicBezTo>
                <a:cubicBezTo>
                  <a:pt x="2154819" y="-38691"/>
                  <a:pt x="2235404" y="-3172"/>
                  <a:pt x="2408770" y="0"/>
                </a:cubicBezTo>
                <a:cubicBezTo>
                  <a:pt x="2582136" y="3172"/>
                  <a:pt x="2820108" y="26514"/>
                  <a:pt x="2994687" y="0"/>
                </a:cubicBezTo>
                <a:cubicBezTo>
                  <a:pt x="3169266" y="-26514"/>
                  <a:pt x="3544431" y="-38940"/>
                  <a:pt x="3775910" y="0"/>
                </a:cubicBezTo>
                <a:cubicBezTo>
                  <a:pt x="4007389" y="38940"/>
                  <a:pt x="4105698" y="7408"/>
                  <a:pt x="4296725" y="0"/>
                </a:cubicBezTo>
                <a:cubicBezTo>
                  <a:pt x="4487752" y="-7408"/>
                  <a:pt x="4851891" y="-25167"/>
                  <a:pt x="5077948" y="0"/>
                </a:cubicBezTo>
                <a:cubicBezTo>
                  <a:pt x="5304005" y="25167"/>
                  <a:pt x="5507082" y="26354"/>
                  <a:pt x="5859171" y="0"/>
                </a:cubicBezTo>
                <a:cubicBezTo>
                  <a:pt x="6211260" y="-26354"/>
                  <a:pt x="6286793" y="584"/>
                  <a:pt x="6510190" y="0"/>
                </a:cubicBezTo>
                <a:cubicBezTo>
                  <a:pt x="6510731" y="12097"/>
                  <a:pt x="6511051" y="29008"/>
                  <a:pt x="6510190" y="36576"/>
                </a:cubicBezTo>
                <a:cubicBezTo>
                  <a:pt x="6162526" y="22753"/>
                  <a:pt x="6109599" y="46968"/>
                  <a:pt x="5794069" y="36576"/>
                </a:cubicBezTo>
                <a:cubicBezTo>
                  <a:pt x="5478539" y="26184"/>
                  <a:pt x="5341679" y="23264"/>
                  <a:pt x="5012846" y="36576"/>
                </a:cubicBezTo>
                <a:cubicBezTo>
                  <a:pt x="4684013" y="49888"/>
                  <a:pt x="4420613" y="37104"/>
                  <a:pt x="4231623" y="36576"/>
                </a:cubicBezTo>
                <a:cubicBezTo>
                  <a:pt x="4042633" y="36048"/>
                  <a:pt x="3824332" y="16640"/>
                  <a:pt x="3710808" y="36576"/>
                </a:cubicBezTo>
                <a:cubicBezTo>
                  <a:pt x="3597284" y="56512"/>
                  <a:pt x="3353238" y="61001"/>
                  <a:pt x="3059789" y="36576"/>
                </a:cubicBezTo>
                <a:cubicBezTo>
                  <a:pt x="2766340" y="12151"/>
                  <a:pt x="2599388" y="45085"/>
                  <a:pt x="2278567" y="36576"/>
                </a:cubicBezTo>
                <a:cubicBezTo>
                  <a:pt x="1957746" y="28067"/>
                  <a:pt x="1913835" y="47318"/>
                  <a:pt x="1627548" y="36576"/>
                </a:cubicBezTo>
                <a:cubicBezTo>
                  <a:pt x="1341261" y="25834"/>
                  <a:pt x="1364107" y="52564"/>
                  <a:pt x="1171834" y="36576"/>
                </a:cubicBezTo>
                <a:cubicBezTo>
                  <a:pt x="979561" y="20588"/>
                  <a:pt x="844677" y="45277"/>
                  <a:pt x="651019" y="36576"/>
                </a:cubicBezTo>
                <a:cubicBezTo>
                  <a:pt x="457362" y="27875"/>
                  <a:pt x="244555" y="31711"/>
                  <a:pt x="0" y="36576"/>
                </a:cubicBezTo>
                <a:cubicBezTo>
                  <a:pt x="-1549" y="24953"/>
                  <a:pt x="-1602" y="881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E5FF0D4-C1B2-FBCC-CB58-129B2570EC6B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1261872" y="5321808"/>
            <a:ext cx="9637776" cy="7095744"/>
          </a:xfrm>
        </p:spPr>
        <p:txBody>
          <a:bodyPr vert="horz" lIns="91440" tIns="45720" rIns="91440" bIns="45720" rtlCol="0" anchor="t">
            <a:normAutofit/>
          </a:bodyPr>
          <a:lstStyle/>
          <a:p>
            <a:pPr indent="-228600" defTabSz="9144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4100" b="1" i="0" u="none" strike="noStrike" baseline="0">
                <a:latin typeface="+mn-lt"/>
                <a:ea typeface="+mn-ea"/>
                <a:cs typeface="+mn-cs"/>
              </a:rPr>
              <a:t>Diagramas de objetos</a:t>
            </a:r>
            <a:r>
              <a:rPr lang="en-US" sz="4100" b="0" i="0" u="none" strike="noStrike" baseline="0">
                <a:latin typeface="+mn-lt"/>
                <a:ea typeface="+mn-ea"/>
                <a:cs typeface="+mn-cs"/>
              </a:rPr>
              <a:t>: los diagramas de objetos modelan la estructura</a:t>
            </a:r>
          </a:p>
          <a:p>
            <a:pPr indent="-228600" defTabSz="9144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4100" b="0" i="0" u="none" strike="noStrike" baseline="0">
                <a:latin typeface="+mn-lt"/>
                <a:ea typeface="+mn-ea"/>
                <a:cs typeface="+mn-cs"/>
              </a:rPr>
              <a:t>estática de los objetos en un momento dado. Es importante no confundirlos con</a:t>
            </a:r>
          </a:p>
          <a:p>
            <a:pPr indent="-228600" defTabSz="9144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4100" b="0" i="0" u="none" strike="noStrike" baseline="0">
                <a:latin typeface="+mn-lt"/>
                <a:ea typeface="+mn-ea"/>
                <a:cs typeface="+mn-cs"/>
              </a:rPr>
              <a:t>los diagramas de clases, que son los creadores de objetos.</a:t>
            </a:r>
          </a:p>
          <a:p>
            <a:pPr indent="-228600" defTabSz="9144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4100" b="0" i="0" u="none" strike="noStrike" baseline="0">
                <a:latin typeface="+mn-lt"/>
                <a:ea typeface="+mn-ea"/>
                <a:cs typeface="+mn-cs"/>
              </a:rPr>
              <a:t>Un objeto cambia continuamente según el proceso que se esté realizando, por</a:t>
            </a:r>
          </a:p>
          <a:p>
            <a:pPr indent="-228600" defTabSz="9144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4100" b="0" i="0" u="none" strike="noStrike" baseline="0">
                <a:latin typeface="+mn-lt"/>
                <a:ea typeface="+mn-ea"/>
                <a:cs typeface="+mn-cs"/>
              </a:rPr>
              <a:t>lo que los diagramas de objetos solo representan los valores de un instante a lo</a:t>
            </a:r>
          </a:p>
          <a:p>
            <a:pPr indent="-228600" defTabSz="9144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4100" b="0" i="0" u="none" strike="noStrike" baseline="0">
                <a:latin typeface="+mn-lt"/>
                <a:ea typeface="+mn-ea"/>
                <a:cs typeface="+mn-cs"/>
              </a:rPr>
              <a:t>largo de su vida:</a:t>
            </a:r>
            <a:endParaRPr lang="en-US" sz="4100">
              <a:latin typeface="+mn-lt"/>
              <a:ea typeface="+mn-ea"/>
              <a:cs typeface="+mn-cs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36EF385-A307-BB96-85B8-1A667D9788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8096" y="2054108"/>
            <a:ext cx="10917936" cy="9607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304575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C790BE2-4E4F-4AAF-81A2-4A6F4885E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4384000" cy="13716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28B54C3-B57B-472A-B96E-1FCB67093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0"/>
            <a:ext cx="24383998" cy="13716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DB3C429-F8DA-49B9-AF84-21996FCF7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8"/>
            <a:ext cx="24384000" cy="12805162"/>
          </a:xfrm>
          <a:prstGeom prst="rect">
            <a:avLst/>
          </a:prstGeom>
          <a:gradFill>
            <a:gsLst>
              <a:gs pos="1000">
                <a:schemeClr val="accent1">
                  <a:lumMod val="75000"/>
                  <a:alpha val="59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12088DD-B1AD-40E0-8B86-1D87A2CCD9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5326108" y="-5307846"/>
            <a:ext cx="13716002" cy="24331692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rgbClr val="000000">
                  <a:alpha val="28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4C9F2B0-1044-46EB-8AEB-C3BFFDE6C2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2189526" y="0"/>
            <a:ext cx="12192002" cy="13716000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chemeClr val="accent1">
                  <a:lumMod val="75000"/>
                  <a:alpha val="50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C395952-4E26-45A2-8756-2ADFD6E53C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8" y="-6"/>
            <a:ext cx="24365742" cy="13743844"/>
          </a:xfrm>
          <a:prstGeom prst="rect">
            <a:avLst/>
          </a:prstGeom>
          <a:gradFill>
            <a:gsLst>
              <a:gs pos="13000">
                <a:srgbClr val="000000">
                  <a:alpha val="35000"/>
                </a:srgbClr>
              </a:gs>
              <a:gs pos="99000">
                <a:schemeClr val="accent1">
                  <a:lumMod val="75000"/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4734BADF-9461-4621-B112-2D7BABEA7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75426" y="8098"/>
            <a:ext cx="20433152" cy="9458080"/>
          </a:xfrm>
          <a:custGeom>
            <a:avLst/>
            <a:gdLst>
              <a:gd name="connsiteX0" fmla="*/ 0 w 10216576"/>
              <a:gd name="connsiteY0" fmla="*/ 0 h 4729040"/>
              <a:gd name="connsiteX1" fmla="*/ 10216576 w 10216576"/>
              <a:gd name="connsiteY1" fmla="*/ 0 h 4729040"/>
              <a:gd name="connsiteX2" fmla="*/ 10210268 w 10216576"/>
              <a:gd name="connsiteY2" fmla="*/ 124944 h 4729040"/>
              <a:gd name="connsiteX3" fmla="*/ 5108288 w 10216576"/>
              <a:gd name="connsiteY3" fmla="*/ 4729040 h 4729040"/>
              <a:gd name="connsiteX4" fmla="*/ 6309 w 10216576"/>
              <a:gd name="connsiteY4" fmla="*/ 124944 h 472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16576" h="4729040">
                <a:moveTo>
                  <a:pt x="0" y="0"/>
                </a:moveTo>
                <a:lnTo>
                  <a:pt x="10216576" y="0"/>
                </a:lnTo>
                <a:lnTo>
                  <a:pt x="10210268" y="124944"/>
                </a:lnTo>
                <a:cubicBezTo>
                  <a:pt x="9947637" y="2710997"/>
                  <a:pt x="7763635" y="4729040"/>
                  <a:pt x="5108288" y="4729040"/>
                </a:cubicBezTo>
                <a:cubicBezTo>
                  <a:pt x="2452942" y="4729040"/>
                  <a:pt x="268937" y="2710997"/>
                  <a:pt x="6309" y="124944"/>
                </a:cubicBezTo>
                <a:close/>
              </a:path>
            </a:pathLst>
          </a:custGeom>
          <a:gradFill>
            <a:gsLst>
              <a:gs pos="7000">
                <a:schemeClr val="accent1">
                  <a:lumMod val="50000"/>
                  <a:alpha val="4000"/>
                </a:schemeClr>
              </a:gs>
              <a:gs pos="99000">
                <a:schemeClr val="accent1">
                  <a:alpha val="24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19D5171-9F81-1613-2920-2DFFE2E10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53386" y="2060812"/>
            <a:ext cx="16295426" cy="616248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914400"/>
            <a:r>
              <a:rPr lang="en-US" sz="96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6. </a:t>
            </a:r>
            <a:r>
              <a:rPr lang="en-US" sz="9600" b="1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Diagramas</a:t>
            </a:r>
            <a:r>
              <a:rPr lang="en-US" sz="96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de </a:t>
            </a:r>
            <a:r>
              <a:rPr lang="en-US" sz="9600" b="1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actividades</a:t>
            </a:r>
            <a:r>
              <a:rPr lang="en-US" sz="96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br>
              <a:rPr lang="en-US" sz="9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endParaRPr lang="en-US" sz="96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2E176D4-3200-7E9D-39A1-FDA3F916BDDB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3119886" y="10342186"/>
            <a:ext cx="18157256" cy="172124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914400">
              <a:spcBef>
                <a:spcPts val="1000"/>
              </a:spcBef>
            </a:pPr>
            <a:endParaRPr lang="en-US" sz="2400" kern="120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1907423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439" name="Rectangle 18438">
            <a:extLst>
              <a:ext uri="{FF2B5EF4-FFF2-40B4-BE49-F238E27FC236}">
                <a16:creationId xmlns:a16="http://schemas.microsoft.com/office/drawing/2014/main" id="{7B831B6F-405A-4B47-B9BB-5CA88F2858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4384000" cy="13716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434" name="Picture 2" descr="Diagrama&#10;&#10;Descripción generada automáticamente"/>
          <p:cNvPicPr>
            <a:picLocks noChangeAspect="1" noChangeArrowheads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755439" y="1930398"/>
            <a:ext cx="4287012" cy="9855204"/>
          </a:xfrm>
          <a:prstGeom prst="rect">
            <a:avLst/>
          </a:prstGeom>
          <a:noFill/>
        </p:spPr>
      </p:pic>
      <p:sp>
        <p:nvSpPr>
          <p:cNvPr id="18441" name="Freeform: Shape 18440">
            <a:extLst>
              <a:ext uri="{FF2B5EF4-FFF2-40B4-BE49-F238E27FC236}">
                <a16:creationId xmlns:a16="http://schemas.microsoft.com/office/drawing/2014/main" id="{15109354-9C5D-4F8C-B0E6-D1043C7BF2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59984" y="0"/>
            <a:ext cx="15124016" cy="13716000"/>
          </a:xfrm>
          <a:custGeom>
            <a:avLst/>
            <a:gdLst>
              <a:gd name="connsiteX0" fmla="*/ 7529613 w 7529613"/>
              <a:gd name="connsiteY0" fmla="*/ 0 h 6858000"/>
              <a:gd name="connsiteX1" fmla="*/ 1222331 w 7529613"/>
              <a:gd name="connsiteY1" fmla="*/ 0 h 6858000"/>
              <a:gd name="connsiteX2" fmla="*/ 1126483 w 7529613"/>
              <a:gd name="connsiteY2" fmla="*/ 148742 h 6858000"/>
              <a:gd name="connsiteX3" fmla="*/ 767554 w 7529613"/>
              <a:gd name="connsiteY3" fmla="*/ 819975 h 6858000"/>
              <a:gd name="connsiteX4" fmla="*/ 742103 w 7529613"/>
              <a:gd name="connsiteY4" fmla="*/ 854514 h 6858000"/>
              <a:gd name="connsiteX5" fmla="*/ 785881 w 7529613"/>
              <a:gd name="connsiteY5" fmla="*/ 750263 h 6858000"/>
              <a:gd name="connsiteX6" fmla="*/ 978978 w 7529613"/>
              <a:gd name="connsiteY6" fmla="*/ 331786 h 6858000"/>
              <a:gd name="connsiteX7" fmla="*/ 1155717 w 7529613"/>
              <a:gd name="connsiteY7" fmla="*/ 0 h 6858000"/>
              <a:gd name="connsiteX8" fmla="*/ 1098249 w 7529613"/>
              <a:gd name="connsiteY8" fmla="*/ 0 h 6858000"/>
              <a:gd name="connsiteX9" fmla="*/ 991458 w 7529613"/>
              <a:gd name="connsiteY9" fmla="*/ 196614 h 6858000"/>
              <a:gd name="connsiteX10" fmla="*/ 493941 w 7529613"/>
              <a:gd name="connsiteY10" fmla="*/ 1371196 h 6858000"/>
              <a:gd name="connsiteX11" fmla="*/ 46485 w 7529613"/>
              <a:gd name="connsiteY11" fmla="*/ 3331516 h 6858000"/>
              <a:gd name="connsiteX12" fmla="*/ 12252 w 7529613"/>
              <a:gd name="connsiteY12" fmla="*/ 4357388 h 6858000"/>
              <a:gd name="connsiteX13" fmla="*/ 170821 w 7529613"/>
              <a:gd name="connsiteY13" fmla="*/ 5552906 h 6858000"/>
              <a:gd name="connsiteX14" fmla="*/ 537265 w 7529613"/>
              <a:gd name="connsiteY14" fmla="*/ 6828295 h 6858000"/>
              <a:gd name="connsiteX15" fmla="*/ 549692 w 7529613"/>
              <a:gd name="connsiteY15" fmla="*/ 6858000 h 6858000"/>
              <a:gd name="connsiteX16" fmla="*/ 602234 w 7529613"/>
              <a:gd name="connsiteY16" fmla="*/ 6858000 h 6858000"/>
              <a:gd name="connsiteX17" fmla="*/ 595414 w 7529613"/>
              <a:gd name="connsiteY17" fmla="*/ 6841549 h 6858000"/>
              <a:gd name="connsiteX18" fmla="*/ 364260 w 7529613"/>
              <a:gd name="connsiteY18" fmla="*/ 6142729 h 6858000"/>
              <a:gd name="connsiteX19" fmla="*/ 213071 w 7529613"/>
              <a:gd name="connsiteY19" fmla="*/ 5513923 h 6858000"/>
              <a:gd name="connsiteX20" fmla="*/ 211290 w 7529613"/>
              <a:gd name="connsiteY20" fmla="*/ 5480401 h 6858000"/>
              <a:gd name="connsiteX21" fmla="*/ 311446 w 7529613"/>
              <a:gd name="connsiteY21" fmla="*/ 5830359 h 6858000"/>
              <a:gd name="connsiteX22" fmla="*/ 622963 w 7529613"/>
              <a:gd name="connsiteY22" fmla="*/ 6670527 h 6858000"/>
              <a:gd name="connsiteX23" fmla="*/ 710464 w 7529613"/>
              <a:gd name="connsiteY23" fmla="*/ 6858000 h 6858000"/>
              <a:gd name="connsiteX24" fmla="*/ 7529613 w 7529613"/>
              <a:gd name="connsiteY2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7529613" h="6858000">
                <a:moveTo>
                  <a:pt x="7529613" y="0"/>
                </a:moveTo>
                <a:lnTo>
                  <a:pt x="1222331" y="0"/>
                </a:lnTo>
                <a:lnTo>
                  <a:pt x="1126483" y="148742"/>
                </a:lnTo>
                <a:cubicBezTo>
                  <a:pt x="995323" y="365513"/>
                  <a:pt x="876174" y="589569"/>
                  <a:pt x="767554" y="819975"/>
                </a:cubicBezTo>
                <a:cubicBezTo>
                  <a:pt x="762210" y="833492"/>
                  <a:pt x="753441" y="845393"/>
                  <a:pt x="742103" y="854514"/>
                </a:cubicBezTo>
                <a:cubicBezTo>
                  <a:pt x="756737" y="819849"/>
                  <a:pt x="770991" y="784928"/>
                  <a:pt x="785881" y="750263"/>
                </a:cubicBezTo>
                <a:cubicBezTo>
                  <a:pt x="846713" y="608712"/>
                  <a:pt x="910948" y="469145"/>
                  <a:pt x="978978" y="331786"/>
                </a:cubicBezTo>
                <a:lnTo>
                  <a:pt x="1155717" y="0"/>
                </a:lnTo>
                <a:lnTo>
                  <a:pt x="1098249" y="0"/>
                </a:lnTo>
                <a:lnTo>
                  <a:pt x="991458" y="196614"/>
                </a:lnTo>
                <a:cubicBezTo>
                  <a:pt x="797017" y="573253"/>
                  <a:pt x="633548" y="966066"/>
                  <a:pt x="493941" y="1371196"/>
                </a:cubicBezTo>
                <a:cubicBezTo>
                  <a:pt x="276630" y="2007265"/>
                  <a:pt x="126659" y="2664286"/>
                  <a:pt x="46485" y="3331516"/>
                </a:cubicBezTo>
                <a:cubicBezTo>
                  <a:pt x="4488" y="3672965"/>
                  <a:pt x="-14219" y="4013908"/>
                  <a:pt x="12252" y="4357388"/>
                </a:cubicBezTo>
                <a:cubicBezTo>
                  <a:pt x="43558" y="4758899"/>
                  <a:pt x="90773" y="5157998"/>
                  <a:pt x="170821" y="5552906"/>
                </a:cubicBezTo>
                <a:cubicBezTo>
                  <a:pt x="259109" y="5988893"/>
                  <a:pt x="378967" y="6414594"/>
                  <a:pt x="537265" y="6828295"/>
                </a:cubicBezTo>
                <a:lnTo>
                  <a:pt x="549692" y="6858000"/>
                </a:lnTo>
                <a:lnTo>
                  <a:pt x="602234" y="6858000"/>
                </a:lnTo>
                <a:lnTo>
                  <a:pt x="595414" y="6841549"/>
                </a:lnTo>
                <a:cubicBezTo>
                  <a:pt x="507884" y="6614016"/>
                  <a:pt x="431296" y="6380817"/>
                  <a:pt x="364260" y="6142729"/>
                </a:cubicBezTo>
                <a:cubicBezTo>
                  <a:pt x="305974" y="5935370"/>
                  <a:pt x="262958" y="5723695"/>
                  <a:pt x="213071" y="5513923"/>
                </a:cubicBezTo>
                <a:cubicBezTo>
                  <a:pt x="211892" y="5502788"/>
                  <a:pt x="211299" y="5491601"/>
                  <a:pt x="211290" y="5480401"/>
                </a:cubicBezTo>
                <a:cubicBezTo>
                  <a:pt x="247814" y="5607635"/>
                  <a:pt x="276958" y="5719759"/>
                  <a:pt x="311446" y="5830359"/>
                </a:cubicBezTo>
                <a:cubicBezTo>
                  <a:pt x="401357" y="6118381"/>
                  <a:pt x="505060" y="6398531"/>
                  <a:pt x="622963" y="6670527"/>
                </a:cubicBezTo>
                <a:lnTo>
                  <a:pt x="710464" y="6858000"/>
                </a:lnTo>
                <a:lnTo>
                  <a:pt x="7529613" y="6858000"/>
                </a:lnTo>
                <a:close/>
              </a:path>
            </a:pathLst>
          </a:custGeom>
          <a:solidFill>
            <a:schemeClr val="accent2"/>
          </a:solidFill>
          <a:ln w="685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1518708" y="914402"/>
            <a:ext cx="10674540" cy="3671822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/>
            <a:r>
              <a:rPr lang="en-US" sz="108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6. </a:t>
            </a:r>
            <a:r>
              <a:rPr lang="en-US" sz="10800" b="1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Diagramas</a:t>
            </a:r>
            <a:r>
              <a:rPr lang="en-US" sz="108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de </a:t>
            </a:r>
            <a:r>
              <a:rPr lang="en-US" sz="10800" b="1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actividades</a:t>
            </a:r>
            <a:r>
              <a:rPr lang="en-US" sz="108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</a:p>
        </p:txBody>
      </p:sp>
      <p:sp>
        <p:nvSpPr>
          <p:cNvPr id="18443" name="sketch line">
            <a:extLst>
              <a:ext uri="{FF2B5EF4-FFF2-40B4-BE49-F238E27FC236}">
                <a16:creationId xmlns:a16="http://schemas.microsoft.com/office/drawing/2014/main" id="{49B530FE-A87D-41A0-A920-ADC6539EA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18706" y="5121658"/>
            <a:ext cx="10058400" cy="36576"/>
          </a:xfrm>
          <a:custGeom>
            <a:avLst/>
            <a:gdLst>
              <a:gd name="connsiteX0" fmla="*/ 0 w 10058400"/>
              <a:gd name="connsiteY0" fmla="*/ 0 h 36576"/>
              <a:gd name="connsiteX1" fmla="*/ 871728 w 10058400"/>
              <a:gd name="connsiteY1" fmla="*/ 0 h 36576"/>
              <a:gd name="connsiteX2" fmla="*/ 1341120 w 10058400"/>
              <a:gd name="connsiteY2" fmla="*/ 0 h 36576"/>
              <a:gd name="connsiteX3" fmla="*/ 2112264 w 10058400"/>
              <a:gd name="connsiteY3" fmla="*/ 0 h 36576"/>
              <a:gd name="connsiteX4" fmla="*/ 2581656 w 10058400"/>
              <a:gd name="connsiteY4" fmla="*/ 0 h 36576"/>
              <a:gd name="connsiteX5" fmla="*/ 3252216 w 10058400"/>
              <a:gd name="connsiteY5" fmla="*/ 0 h 36576"/>
              <a:gd name="connsiteX6" fmla="*/ 4023360 w 10058400"/>
              <a:gd name="connsiteY6" fmla="*/ 0 h 36576"/>
              <a:gd name="connsiteX7" fmla="*/ 4392168 w 10058400"/>
              <a:gd name="connsiteY7" fmla="*/ 0 h 36576"/>
              <a:gd name="connsiteX8" fmla="*/ 4760976 w 10058400"/>
              <a:gd name="connsiteY8" fmla="*/ 0 h 36576"/>
              <a:gd name="connsiteX9" fmla="*/ 5632704 w 10058400"/>
              <a:gd name="connsiteY9" fmla="*/ 0 h 36576"/>
              <a:gd name="connsiteX10" fmla="*/ 6303264 w 10058400"/>
              <a:gd name="connsiteY10" fmla="*/ 0 h 36576"/>
              <a:gd name="connsiteX11" fmla="*/ 6672072 w 10058400"/>
              <a:gd name="connsiteY11" fmla="*/ 0 h 36576"/>
              <a:gd name="connsiteX12" fmla="*/ 7342632 w 10058400"/>
              <a:gd name="connsiteY12" fmla="*/ 0 h 36576"/>
              <a:gd name="connsiteX13" fmla="*/ 8214360 w 10058400"/>
              <a:gd name="connsiteY13" fmla="*/ 0 h 36576"/>
              <a:gd name="connsiteX14" fmla="*/ 8784336 w 10058400"/>
              <a:gd name="connsiteY14" fmla="*/ 0 h 36576"/>
              <a:gd name="connsiteX15" fmla="*/ 9354312 w 10058400"/>
              <a:gd name="connsiteY15" fmla="*/ 0 h 36576"/>
              <a:gd name="connsiteX16" fmla="*/ 10058400 w 10058400"/>
              <a:gd name="connsiteY16" fmla="*/ 0 h 36576"/>
              <a:gd name="connsiteX17" fmla="*/ 10058400 w 10058400"/>
              <a:gd name="connsiteY17" fmla="*/ 36576 h 36576"/>
              <a:gd name="connsiteX18" fmla="*/ 9387840 w 10058400"/>
              <a:gd name="connsiteY18" fmla="*/ 36576 h 36576"/>
              <a:gd name="connsiteX19" fmla="*/ 8616696 w 10058400"/>
              <a:gd name="connsiteY19" fmla="*/ 36576 h 36576"/>
              <a:gd name="connsiteX20" fmla="*/ 7845552 w 10058400"/>
              <a:gd name="connsiteY20" fmla="*/ 36576 h 36576"/>
              <a:gd name="connsiteX21" fmla="*/ 7376160 w 10058400"/>
              <a:gd name="connsiteY21" fmla="*/ 36576 h 36576"/>
              <a:gd name="connsiteX22" fmla="*/ 6504432 w 10058400"/>
              <a:gd name="connsiteY22" fmla="*/ 36576 h 36576"/>
              <a:gd name="connsiteX23" fmla="*/ 5833872 w 10058400"/>
              <a:gd name="connsiteY23" fmla="*/ 36576 h 36576"/>
              <a:gd name="connsiteX24" fmla="*/ 5465064 w 10058400"/>
              <a:gd name="connsiteY24" fmla="*/ 36576 h 36576"/>
              <a:gd name="connsiteX25" fmla="*/ 4794504 w 10058400"/>
              <a:gd name="connsiteY25" fmla="*/ 36576 h 36576"/>
              <a:gd name="connsiteX26" fmla="*/ 4224528 w 10058400"/>
              <a:gd name="connsiteY26" fmla="*/ 36576 h 36576"/>
              <a:gd name="connsiteX27" fmla="*/ 3654552 w 10058400"/>
              <a:gd name="connsiteY27" fmla="*/ 36576 h 36576"/>
              <a:gd name="connsiteX28" fmla="*/ 3084576 w 10058400"/>
              <a:gd name="connsiteY28" fmla="*/ 36576 h 36576"/>
              <a:gd name="connsiteX29" fmla="*/ 2514600 w 10058400"/>
              <a:gd name="connsiteY29" fmla="*/ 36576 h 36576"/>
              <a:gd name="connsiteX30" fmla="*/ 1743456 w 10058400"/>
              <a:gd name="connsiteY30" fmla="*/ 36576 h 36576"/>
              <a:gd name="connsiteX31" fmla="*/ 1072896 w 10058400"/>
              <a:gd name="connsiteY31" fmla="*/ 36576 h 36576"/>
              <a:gd name="connsiteX32" fmla="*/ 704088 w 10058400"/>
              <a:gd name="connsiteY32" fmla="*/ 36576 h 36576"/>
              <a:gd name="connsiteX33" fmla="*/ 0 w 10058400"/>
              <a:gd name="connsiteY33" fmla="*/ 36576 h 36576"/>
              <a:gd name="connsiteX34" fmla="*/ 0 w 10058400"/>
              <a:gd name="connsiteY34" fmla="*/ 0 h 36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058400" h="36576" fill="none" extrusionOk="0">
                <a:moveTo>
                  <a:pt x="0" y="0"/>
                </a:moveTo>
                <a:cubicBezTo>
                  <a:pt x="334658" y="-19022"/>
                  <a:pt x="681341" y="-18040"/>
                  <a:pt x="871728" y="0"/>
                </a:cubicBezTo>
                <a:cubicBezTo>
                  <a:pt x="1062115" y="18040"/>
                  <a:pt x="1232837" y="-1222"/>
                  <a:pt x="1341120" y="0"/>
                </a:cubicBezTo>
                <a:cubicBezTo>
                  <a:pt x="1449403" y="1222"/>
                  <a:pt x="1840884" y="19963"/>
                  <a:pt x="2112264" y="0"/>
                </a:cubicBezTo>
                <a:cubicBezTo>
                  <a:pt x="2383644" y="-19963"/>
                  <a:pt x="2364510" y="-12060"/>
                  <a:pt x="2581656" y="0"/>
                </a:cubicBezTo>
                <a:cubicBezTo>
                  <a:pt x="2798802" y="12060"/>
                  <a:pt x="3098653" y="-8686"/>
                  <a:pt x="3252216" y="0"/>
                </a:cubicBezTo>
                <a:cubicBezTo>
                  <a:pt x="3405779" y="8686"/>
                  <a:pt x="3779581" y="9580"/>
                  <a:pt x="4023360" y="0"/>
                </a:cubicBezTo>
                <a:cubicBezTo>
                  <a:pt x="4267139" y="-9580"/>
                  <a:pt x="4300308" y="-10723"/>
                  <a:pt x="4392168" y="0"/>
                </a:cubicBezTo>
                <a:cubicBezTo>
                  <a:pt x="4484028" y="10723"/>
                  <a:pt x="4577956" y="-10477"/>
                  <a:pt x="4760976" y="0"/>
                </a:cubicBezTo>
                <a:cubicBezTo>
                  <a:pt x="4943996" y="10477"/>
                  <a:pt x="5288601" y="20381"/>
                  <a:pt x="5632704" y="0"/>
                </a:cubicBezTo>
                <a:cubicBezTo>
                  <a:pt x="5976807" y="-20381"/>
                  <a:pt x="5982544" y="-8995"/>
                  <a:pt x="6303264" y="0"/>
                </a:cubicBezTo>
                <a:cubicBezTo>
                  <a:pt x="6623984" y="8995"/>
                  <a:pt x="6518155" y="-12608"/>
                  <a:pt x="6672072" y="0"/>
                </a:cubicBezTo>
                <a:cubicBezTo>
                  <a:pt x="6825989" y="12608"/>
                  <a:pt x="7201084" y="-10078"/>
                  <a:pt x="7342632" y="0"/>
                </a:cubicBezTo>
                <a:cubicBezTo>
                  <a:pt x="7484180" y="10078"/>
                  <a:pt x="7820183" y="42917"/>
                  <a:pt x="8214360" y="0"/>
                </a:cubicBezTo>
                <a:cubicBezTo>
                  <a:pt x="8608537" y="-42917"/>
                  <a:pt x="8506217" y="3845"/>
                  <a:pt x="8784336" y="0"/>
                </a:cubicBezTo>
                <a:cubicBezTo>
                  <a:pt x="9062455" y="-3845"/>
                  <a:pt x="9197272" y="-15591"/>
                  <a:pt x="9354312" y="0"/>
                </a:cubicBezTo>
                <a:cubicBezTo>
                  <a:pt x="9511352" y="15591"/>
                  <a:pt x="9758297" y="20300"/>
                  <a:pt x="10058400" y="0"/>
                </a:cubicBezTo>
                <a:cubicBezTo>
                  <a:pt x="10057824" y="15759"/>
                  <a:pt x="10057035" y="25798"/>
                  <a:pt x="10058400" y="36576"/>
                </a:cubicBezTo>
                <a:cubicBezTo>
                  <a:pt x="9758666" y="67046"/>
                  <a:pt x="9707216" y="36973"/>
                  <a:pt x="9387840" y="36576"/>
                </a:cubicBezTo>
                <a:cubicBezTo>
                  <a:pt x="9068464" y="36179"/>
                  <a:pt x="8969166" y="21908"/>
                  <a:pt x="8616696" y="36576"/>
                </a:cubicBezTo>
                <a:cubicBezTo>
                  <a:pt x="8264226" y="51244"/>
                  <a:pt x="8059107" y="69655"/>
                  <a:pt x="7845552" y="36576"/>
                </a:cubicBezTo>
                <a:cubicBezTo>
                  <a:pt x="7631997" y="3497"/>
                  <a:pt x="7577558" y="55651"/>
                  <a:pt x="7376160" y="36576"/>
                </a:cubicBezTo>
                <a:cubicBezTo>
                  <a:pt x="7174762" y="17501"/>
                  <a:pt x="6928433" y="33152"/>
                  <a:pt x="6504432" y="36576"/>
                </a:cubicBezTo>
                <a:cubicBezTo>
                  <a:pt x="6080431" y="40000"/>
                  <a:pt x="6104780" y="35829"/>
                  <a:pt x="5833872" y="36576"/>
                </a:cubicBezTo>
                <a:cubicBezTo>
                  <a:pt x="5562964" y="37323"/>
                  <a:pt x="5559559" y="45572"/>
                  <a:pt x="5465064" y="36576"/>
                </a:cubicBezTo>
                <a:cubicBezTo>
                  <a:pt x="5370569" y="27580"/>
                  <a:pt x="4963819" y="3488"/>
                  <a:pt x="4794504" y="36576"/>
                </a:cubicBezTo>
                <a:cubicBezTo>
                  <a:pt x="4625189" y="69664"/>
                  <a:pt x="4366498" y="24984"/>
                  <a:pt x="4224528" y="36576"/>
                </a:cubicBezTo>
                <a:cubicBezTo>
                  <a:pt x="4082558" y="48168"/>
                  <a:pt x="3870444" y="37912"/>
                  <a:pt x="3654552" y="36576"/>
                </a:cubicBezTo>
                <a:cubicBezTo>
                  <a:pt x="3438660" y="35240"/>
                  <a:pt x="3315883" y="18366"/>
                  <a:pt x="3084576" y="36576"/>
                </a:cubicBezTo>
                <a:cubicBezTo>
                  <a:pt x="2853269" y="54786"/>
                  <a:pt x="2756535" y="59419"/>
                  <a:pt x="2514600" y="36576"/>
                </a:cubicBezTo>
                <a:cubicBezTo>
                  <a:pt x="2272665" y="13733"/>
                  <a:pt x="1968940" y="43578"/>
                  <a:pt x="1743456" y="36576"/>
                </a:cubicBezTo>
                <a:cubicBezTo>
                  <a:pt x="1517972" y="29574"/>
                  <a:pt x="1326246" y="46966"/>
                  <a:pt x="1072896" y="36576"/>
                </a:cubicBezTo>
                <a:cubicBezTo>
                  <a:pt x="819546" y="26186"/>
                  <a:pt x="820014" y="43916"/>
                  <a:pt x="704088" y="36576"/>
                </a:cubicBezTo>
                <a:cubicBezTo>
                  <a:pt x="588162" y="29236"/>
                  <a:pt x="264710" y="16206"/>
                  <a:pt x="0" y="36576"/>
                </a:cubicBezTo>
                <a:cubicBezTo>
                  <a:pt x="832" y="19878"/>
                  <a:pt x="736" y="10398"/>
                  <a:pt x="0" y="0"/>
                </a:cubicBezTo>
                <a:close/>
              </a:path>
              <a:path w="10058400" h="36576" stroke="0" extrusionOk="0">
                <a:moveTo>
                  <a:pt x="0" y="0"/>
                </a:moveTo>
                <a:cubicBezTo>
                  <a:pt x="120882" y="-19041"/>
                  <a:pt x="345677" y="-15698"/>
                  <a:pt x="569976" y="0"/>
                </a:cubicBezTo>
                <a:cubicBezTo>
                  <a:pt x="794275" y="15698"/>
                  <a:pt x="815004" y="-12908"/>
                  <a:pt x="938784" y="0"/>
                </a:cubicBezTo>
                <a:cubicBezTo>
                  <a:pt x="1062564" y="12908"/>
                  <a:pt x="1417000" y="-27861"/>
                  <a:pt x="1810512" y="0"/>
                </a:cubicBezTo>
                <a:cubicBezTo>
                  <a:pt x="2204024" y="27861"/>
                  <a:pt x="2114556" y="2763"/>
                  <a:pt x="2380488" y="0"/>
                </a:cubicBezTo>
                <a:cubicBezTo>
                  <a:pt x="2646420" y="-2763"/>
                  <a:pt x="2697029" y="28085"/>
                  <a:pt x="2950464" y="0"/>
                </a:cubicBezTo>
                <a:cubicBezTo>
                  <a:pt x="3203899" y="-28085"/>
                  <a:pt x="3390812" y="-12538"/>
                  <a:pt x="3822192" y="0"/>
                </a:cubicBezTo>
                <a:cubicBezTo>
                  <a:pt x="4253572" y="12538"/>
                  <a:pt x="4161348" y="13090"/>
                  <a:pt x="4291584" y="0"/>
                </a:cubicBezTo>
                <a:cubicBezTo>
                  <a:pt x="4421820" y="-13090"/>
                  <a:pt x="4755760" y="11859"/>
                  <a:pt x="5163312" y="0"/>
                </a:cubicBezTo>
                <a:cubicBezTo>
                  <a:pt x="5570864" y="-11859"/>
                  <a:pt x="5702139" y="14703"/>
                  <a:pt x="6035040" y="0"/>
                </a:cubicBezTo>
                <a:cubicBezTo>
                  <a:pt x="6367941" y="-14703"/>
                  <a:pt x="6472880" y="-3083"/>
                  <a:pt x="6705600" y="0"/>
                </a:cubicBezTo>
                <a:cubicBezTo>
                  <a:pt x="6938320" y="3083"/>
                  <a:pt x="7388759" y="25367"/>
                  <a:pt x="7577328" y="0"/>
                </a:cubicBezTo>
                <a:cubicBezTo>
                  <a:pt x="7765897" y="-25367"/>
                  <a:pt x="8012035" y="3189"/>
                  <a:pt x="8147304" y="0"/>
                </a:cubicBezTo>
                <a:cubicBezTo>
                  <a:pt x="8282573" y="-3189"/>
                  <a:pt x="8493420" y="2374"/>
                  <a:pt x="8717280" y="0"/>
                </a:cubicBezTo>
                <a:cubicBezTo>
                  <a:pt x="8941140" y="-2374"/>
                  <a:pt x="9274545" y="21250"/>
                  <a:pt x="9488424" y="0"/>
                </a:cubicBezTo>
                <a:cubicBezTo>
                  <a:pt x="9702303" y="-21250"/>
                  <a:pt x="9774869" y="27391"/>
                  <a:pt x="10058400" y="0"/>
                </a:cubicBezTo>
                <a:cubicBezTo>
                  <a:pt x="10057611" y="12276"/>
                  <a:pt x="10057411" y="22430"/>
                  <a:pt x="10058400" y="36576"/>
                </a:cubicBezTo>
                <a:cubicBezTo>
                  <a:pt x="9760319" y="61263"/>
                  <a:pt x="9447826" y="32492"/>
                  <a:pt x="9287256" y="36576"/>
                </a:cubicBezTo>
                <a:cubicBezTo>
                  <a:pt x="9126686" y="40660"/>
                  <a:pt x="8871278" y="26214"/>
                  <a:pt x="8616696" y="36576"/>
                </a:cubicBezTo>
                <a:cubicBezTo>
                  <a:pt x="8362114" y="46938"/>
                  <a:pt x="8403958" y="35073"/>
                  <a:pt x="8247888" y="36576"/>
                </a:cubicBezTo>
                <a:cubicBezTo>
                  <a:pt x="8091818" y="38079"/>
                  <a:pt x="7955945" y="31287"/>
                  <a:pt x="7778496" y="36576"/>
                </a:cubicBezTo>
                <a:cubicBezTo>
                  <a:pt x="7601047" y="41865"/>
                  <a:pt x="7251882" y="50092"/>
                  <a:pt x="6906768" y="36576"/>
                </a:cubicBezTo>
                <a:cubicBezTo>
                  <a:pt x="6561654" y="23060"/>
                  <a:pt x="6561515" y="32029"/>
                  <a:pt x="6236208" y="36576"/>
                </a:cubicBezTo>
                <a:cubicBezTo>
                  <a:pt x="5910901" y="41123"/>
                  <a:pt x="5895967" y="46438"/>
                  <a:pt x="5766816" y="36576"/>
                </a:cubicBezTo>
                <a:cubicBezTo>
                  <a:pt x="5637665" y="26714"/>
                  <a:pt x="5281724" y="33934"/>
                  <a:pt x="5096256" y="36576"/>
                </a:cubicBezTo>
                <a:cubicBezTo>
                  <a:pt x="4910788" y="39218"/>
                  <a:pt x="4848857" y="54028"/>
                  <a:pt x="4727448" y="36576"/>
                </a:cubicBezTo>
                <a:cubicBezTo>
                  <a:pt x="4606039" y="19124"/>
                  <a:pt x="4458519" y="33355"/>
                  <a:pt x="4358640" y="36576"/>
                </a:cubicBezTo>
                <a:cubicBezTo>
                  <a:pt x="4258761" y="39797"/>
                  <a:pt x="4012132" y="25592"/>
                  <a:pt x="3688080" y="36576"/>
                </a:cubicBezTo>
                <a:cubicBezTo>
                  <a:pt x="3364028" y="47560"/>
                  <a:pt x="3378408" y="59519"/>
                  <a:pt x="3218688" y="36576"/>
                </a:cubicBezTo>
                <a:cubicBezTo>
                  <a:pt x="3058968" y="13633"/>
                  <a:pt x="2696090" y="27709"/>
                  <a:pt x="2447544" y="36576"/>
                </a:cubicBezTo>
                <a:cubicBezTo>
                  <a:pt x="2198998" y="45443"/>
                  <a:pt x="2202021" y="44375"/>
                  <a:pt x="1978152" y="36576"/>
                </a:cubicBezTo>
                <a:cubicBezTo>
                  <a:pt x="1754283" y="28777"/>
                  <a:pt x="1551278" y="4704"/>
                  <a:pt x="1207008" y="36576"/>
                </a:cubicBezTo>
                <a:cubicBezTo>
                  <a:pt x="862738" y="68448"/>
                  <a:pt x="988918" y="28664"/>
                  <a:pt x="838200" y="36576"/>
                </a:cubicBezTo>
                <a:cubicBezTo>
                  <a:pt x="687482" y="44488"/>
                  <a:pt x="260946" y="30317"/>
                  <a:pt x="0" y="36576"/>
                </a:cubicBezTo>
                <a:cubicBezTo>
                  <a:pt x="411" y="26943"/>
                  <a:pt x="-1505" y="12676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38100" cap="rnd">
            <a:solidFill>
              <a:srgbClr val="FFFFFF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2 Subtítulo"/>
          <p:cNvSpPr>
            <a:spLocks noGrp="1"/>
          </p:cNvSpPr>
          <p:nvPr>
            <p:ph type="subTitle"/>
          </p:nvPr>
        </p:nvSpPr>
        <p:spPr>
          <a:xfrm>
            <a:off x="11518708" y="5596128"/>
            <a:ext cx="10922190" cy="6835222"/>
          </a:xfrm>
        </p:spPr>
        <p:txBody>
          <a:bodyPr vert="horz" lIns="91440" tIns="45720" rIns="91440" bIns="45720" rtlCol="0" anchor="t">
            <a:normAutofit/>
          </a:bodyPr>
          <a:lstStyle/>
          <a:p>
            <a:pPr indent="-228600" defTabSz="9144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44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¿Para </a:t>
            </a:r>
            <a:r>
              <a:rPr lang="en-US" sz="4400" b="1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qué</a:t>
            </a:r>
            <a:r>
              <a:rPr lang="en-US" sz="44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4400" b="1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sirven</a:t>
            </a:r>
            <a:r>
              <a:rPr lang="en-US" sz="44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? </a:t>
            </a:r>
          </a:p>
          <a:p>
            <a:pPr indent="-228600" defTabSz="9144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4400" b="1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  <a:p>
            <a:pPr indent="-228600" defTabSz="9144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▪ Son </a:t>
            </a:r>
            <a:r>
              <a:rPr lang="en-US" sz="44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parecidos</a:t>
            </a:r>
            <a:r>
              <a:rPr lang="en-US" sz="44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a </a:t>
            </a:r>
            <a:r>
              <a:rPr lang="en-US" sz="44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los</a:t>
            </a:r>
            <a:r>
              <a:rPr lang="en-US" sz="44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44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diagramas</a:t>
            </a:r>
            <a:r>
              <a:rPr lang="en-US" sz="44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de </a:t>
            </a:r>
            <a:r>
              <a:rPr lang="en-US" sz="44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flujo</a:t>
            </a:r>
            <a:r>
              <a:rPr lang="en-US" sz="44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</a:t>
            </a:r>
          </a:p>
          <a:p>
            <a:pPr indent="-228600" defTabSz="9144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▪ </a:t>
            </a:r>
            <a:r>
              <a:rPr lang="en-US" sz="44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Expresan</a:t>
            </a:r>
            <a:r>
              <a:rPr lang="en-US" sz="44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44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el</a:t>
            </a:r>
            <a:r>
              <a:rPr lang="en-US" sz="44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44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comportamiento</a:t>
            </a:r>
            <a:r>
              <a:rPr lang="en-US" sz="44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de un </a:t>
            </a:r>
            <a:r>
              <a:rPr lang="en-US" sz="44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proceso</a:t>
            </a:r>
            <a:r>
              <a:rPr lang="en-US" sz="44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de forma </a:t>
            </a:r>
            <a:r>
              <a:rPr lang="en-US" sz="44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esquemáticas</a:t>
            </a:r>
            <a:endParaRPr lang="en-US" sz="4400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464" name="Rectangle 19463">
            <a:extLst>
              <a:ext uri="{FF2B5EF4-FFF2-40B4-BE49-F238E27FC236}">
                <a16:creationId xmlns:a16="http://schemas.microsoft.com/office/drawing/2014/main" id="{8761DDFE-071F-4200-B0AA-394476C2D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0"/>
            <a:ext cx="24377904" cy="13716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3 Rectángulo"/>
          <p:cNvSpPr/>
          <p:nvPr/>
        </p:nvSpPr>
        <p:spPr>
          <a:xfrm>
            <a:off x="1676396" y="1095630"/>
            <a:ext cx="10334370" cy="33610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600" b="1">
                <a:latin typeface="+mj-lt"/>
                <a:ea typeface="+mj-ea"/>
                <a:cs typeface="+mj-cs"/>
              </a:rPr>
              <a:t>6.1 Decisiones 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5600" b="1">
              <a:latin typeface="+mj-lt"/>
              <a:ea typeface="+mj-ea"/>
              <a:cs typeface="+mj-cs"/>
            </a:endParaRP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600">
                <a:latin typeface="+mj-lt"/>
                <a:ea typeface="+mj-ea"/>
                <a:cs typeface="+mj-cs"/>
              </a:rPr>
              <a:t>▪ Es posible representar la toma de decisiones en el diagrama</a:t>
            </a:r>
          </a:p>
        </p:txBody>
      </p:sp>
      <p:sp>
        <p:nvSpPr>
          <p:cNvPr id="6" name="5 Rectángulo"/>
          <p:cNvSpPr/>
          <p:nvPr/>
        </p:nvSpPr>
        <p:spPr>
          <a:xfrm>
            <a:off x="12373238" y="1095630"/>
            <a:ext cx="10357920" cy="33610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4000" b="1"/>
              <a:t>6.2 Concurrencia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4000" b="1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4000"/>
              <a:t>▪ La concurrencia permite visualizar procesos que se deben sincronizar y se ejecutan a la vez </a:t>
            </a:r>
          </a:p>
        </p:txBody>
      </p:sp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336548" y="4843848"/>
            <a:ext cx="7014066" cy="7422292"/>
          </a:xfrm>
          <a:prstGeom prst="rect">
            <a:avLst/>
          </a:prstGeom>
          <a:noFill/>
        </p:spPr>
      </p:pic>
      <p:pic>
        <p:nvPicPr>
          <p:cNvPr id="19459" name="Picture 3"/>
          <p:cNvPicPr>
            <a:picLocks noChangeAspect="1" noChangeArrowheads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14056940" y="4843848"/>
            <a:ext cx="7014066" cy="742229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7148BB-F969-E521-B817-EB1E9C364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6000"/>
              <a:t>Ejemplo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C8F2144-9A10-E3DB-A03B-5B4023278C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9132" y="1413599"/>
            <a:ext cx="16869044" cy="11755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605597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C790BE2-4E4F-4AAF-81A2-4A6F4885E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4384000" cy="13716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28B54C3-B57B-472A-B96E-1FCB67093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0"/>
            <a:ext cx="24383998" cy="13716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DB3C429-F8DA-49B9-AF84-21996FCF7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8"/>
            <a:ext cx="24384000" cy="12805162"/>
          </a:xfrm>
          <a:prstGeom prst="rect">
            <a:avLst/>
          </a:prstGeom>
          <a:gradFill>
            <a:gsLst>
              <a:gs pos="1000">
                <a:schemeClr val="accent1">
                  <a:lumMod val="75000"/>
                  <a:alpha val="59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12088DD-B1AD-40E0-8B86-1D87A2CCD9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5326108" y="-5307846"/>
            <a:ext cx="13716002" cy="24331692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rgbClr val="000000">
                  <a:alpha val="28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4C9F2B0-1044-46EB-8AEB-C3BFFDE6C2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2189526" y="0"/>
            <a:ext cx="12192002" cy="13716000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chemeClr val="accent1">
                  <a:lumMod val="75000"/>
                  <a:alpha val="50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C395952-4E26-45A2-8756-2ADFD6E53C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8" y="-6"/>
            <a:ext cx="24365742" cy="13743844"/>
          </a:xfrm>
          <a:prstGeom prst="rect">
            <a:avLst/>
          </a:prstGeom>
          <a:gradFill>
            <a:gsLst>
              <a:gs pos="13000">
                <a:srgbClr val="000000">
                  <a:alpha val="35000"/>
                </a:srgbClr>
              </a:gs>
              <a:gs pos="99000">
                <a:schemeClr val="accent1">
                  <a:lumMod val="75000"/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4734BADF-9461-4621-B112-2D7BABEA7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75426" y="8098"/>
            <a:ext cx="20433152" cy="9458080"/>
          </a:xfrm>
          <a:custGeom>
            <a:avLst/>
            <a:gdLst>
              <a:gd name="connsiteX0" fmla="*/ 0 w 10216576"/>
              <a:gd name="connsiteY0" fmla="*/ 0 h 4729040"/>
              <a:gd name="connsiteX1" fmla="*/ 10216576 w 10216576"/>
              <a:gd name="connsiteY1" fmla="*/ 0 h 4729040"/>
              <a:gd name="connsiteX2" fmla="*/ 10210268 w 10216576"/>
              <a:gd name="connsiteY2" fmla="*/ 124944 h 4729040"/>
              <a:gd name="connsiteX3" fmla="*/ 5108288 w 10216576"/>
              <a:gd name="connsiteY3" fmla="*/ 4729040 h 4729040"/>
              <a:gd name="connsiteX4" fmla="*/ 6309 w 10216576"/>
              <a:gd name="connsiteY4" fmla="*/ 124944 h 472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16576" h="4729040">
                <a:moveTo>
                  <a:pt x="0" y="0"/>
                </a:moveTo>
                <a:lnTo>
                  <a:pt x="10216576" y="0"/>
                </a:lnTo>
                <a:lnTo>
                  <a:pt x="10210268" y="124944"/>
                </a:lnTo>
                <a:cubicBezTo>
                  <a:pt x="9947637" y="2710997"/>
                  <a:pt x="7763635" y="4729040"/>
                  <a:pt x="5108288" y="4729040"/>
                </a:cubicBezTo>
                <a:cubicBezTo>
                  <a:pt x="2452942" y="4729040"/>
                  <a:pt x="268937" y="2710997"/>
                  <a:pt x="6309" y="124944"/>
                </a:cubicBezTo>
                <a:close/>
              </a:path>
            </a:pathLst>
          </a:custGeom>
          <a:gradFill>
            <a:gsLst>
              <a:gs pos="7000">
                <a:schemeClr val="accent1">
                  <a:lumMod val="50000"/>
                  <a:alpha val="4000"/>
                </a:schemeClr>
              </a:gs>
              <a:gs pos="99000">
                <a:schemeClr val="accent1">
                  <a:alpha val="24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3CC033B-E6E7-D815-1EEF-275CF94A03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53386" y="2060812"/>
            <a:ext cx="16295426" cy="616248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914400"/>
            <a:r>
              <a:rPr lang="en-US" sz="9600" b="1" i="0" u="none" strike="noStrike" kern="1200" baseline="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Diagrama</a:t>
            </a:r>
            <a:r>
              <a:rPr lang="en-US" sz="9600" b="1" i="0" u="none" strike="noStrike" kern="1200" baseline="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de </a:t>
            </a:r>
            <a:r>
              <a:rPr lang="en-US" sz="9600" b="1" i="0" u="none" strike="noStrike" kern="1200" baseline="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paquetes</a:t>
            </a:r>
            <a:r>
              <a:rPr lang="en-US" sz="9600" b="0" i="0" u="none" strike="noStrike" kern="1200" baseline="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:</a:t>
            </a:r>
            <a:br>
              <a:rPr lang="en-US" sz="9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endParaRPr lang="en-US" sz="96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86ECABE-08A5-51AB-D5E2-4E59636332E9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3119886" y="10342186"/>
            <a:ext cx="18157256" cy="172124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914400">
              <a:spcBef>
                <a:spcPts val="1000"/>
              </a:spcBef>
            </a:pPr>
            <a:endParaRPr lang="en-US" sz="2400" kern="120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5777460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05CBC3C-2E5A-4839-8B9B-2E5A6ADF0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4377904" cy="13716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27FF362-FC97-4BF5-949B-D4ADFA26E4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8888549">
            <a:off x="-2118946" y="-2217976"/>
            <a:ext cx="14359660" cy="10453130"/>
          </a:xfrm>
          <a:custGeom>
            <a:avLst/>
            <a:gdLst>
              <a:gd name="connsiteX0" fmla="*/ 5217841 w 7179830"/>
              <a:gd name="connsiteY0" fmla="*/ 464824 h 5226565"/>
              <a:gd name="connsiteX1" fmla="*/ 5222490 w 7179830"/>
              <a:gd name="connsiteY1" fmla="*/ 464289 h 5226565"/>
              <a:gd name="connsiteX2" fmla="*/ 5216768 w 7179830"/>
              <a:gd name="connsiteY2" fmla="*/ 463394 h 5226565"/>
              <a:gd name="connsiteX3" fmla="*/ 5217841 w 7179830"/>
              <a:gd name="connsiteY3" fmla="*/ 464824 h 5226565"/>
              <a:gd name="connsiteX4" fmla="*/ 4945201 w 7179830"/>
              <a:gd name="connsiteY4" fmla="*/ 5226565 h 5226565"/>
              <a:gd name="connsiteX5" fmla="*/ 140449 w 7179830"/>
              <a:gd name="connsiteY5" fmla="*/ 2240811 h 5226565"/>
              <a:gd name="connsiteX6" fmla="*/ 232913 w 7179830"/>
              <a:gd name="connsiteY6" fmla="*/ 2052782 h 5226565"/>
              <a:gd name="connsiteX7" fmla="*/ 375714 w 7179830"/>
              <a:gd name="connsiteY7" fmla="*/ 1803205 h 5226565"/>
              <a:gd name="connsiteX8" fmla="*/ 1512756 w 7179830"/>
              <a:gd name="connsiteY8" fmla="*/ 638448 h 5226565"/>
              <a:gd name="connsiteX9" fmla="*/ 2902095 w 7179830"/>
              <a:gd name="connsiteY9" fmla="*/ 120440 h 5226565"/>
              <a:gd name="connsiteX10" fmla="*/ 2848453 w 7179830"/>
              <a:gd name="connsiteY10" fmla="*/ 125626 h 5226565"/>
              <a:gd name="connsiteX11" fmla="*/ 1837830 w 7179830"/>
              <a:gd name="connsiteY11" fmla="*/ 426203 h 5226565"/>
              <a:gd name="connsiteX12" fmla="*/ 214608 w 7179830"/>
              <a:gd name="connsiteY12" fmla="*/ 1882239 h 5226565"/>
              <a:gd name="connsiteX13" fmla="*/ 91317 w 7179830"/>
              <a:gd name="connsiteY13" fmla="*/ 2123701 h 5226565"/>
              <a:gd name="connsiteX14" fmla="*/ 64092 w 7179830"/>
              <a:gd name="connsiteY14" fmla="*/ 2193361 h 5226565"/>
              <a:gd name="connsiteX15" fmla="*/ 0 w 7179830"/>
              <a:gd name="connsiteY15" fmla="*/ 2153533 h 5226565"/>
              <a:gd name="connsiteX16" fmla="*/ 42834 w 7179830"/>
              <a:gd name="connsiteY16" fmla="*/ 2047277 h 5226565"/>
              <a:gd name="connsiteX17" fmla="*/ 923582 w 7179830"/>
              <a:gd name="connsiteY17" fmla="*/ 915600 h 5226565"/>
              <a:gd name="connsiteX18" fmla="*/ 2686989 w 7179830"/>
              <a:gd name="connsiteY18" fmla="*/ 73950 h 5226565"/>
              <a:gd name="connsiteX19" fmla="*/ 3059983 w 7179830"/>
              <a:gd name="connsiteY19" fmla="*/ 20308 h 5226565"/>
              <a:gd name="connsiteX20" fmla="*/ 3454435 w 7179830"/>
              <a:gd name="connsiteY20" fmla="*/ 1176 h 5226565"/>
              <a:gd name="connsiteX21" fmla="*/ 3923806 w 7179830"/>
              <a:gd name="connsiteY21" fmla="*/ 49990 h 5226565"/>
              <a:gd name="connsiteX22" fmla="*/ 5350874 w 7179830"/>
              <a:gd name="connsiteY22" fmla="*/ 426917 h 5226565"/>
              <a:gd name="connsiteX23" fmla="*/ 6607360 w 7179830"/>
              <a:gd name="connsiteY23" fmla="*/ 1075097 h 5226565"/>
              <a:gd name="connsiteX24" fmla="*/ 7110534 w 7179830"/>
              <a:gd name="connsiteY24" fmla="*/ 1541421 h 5226565"/>
              <a:gd name="connsiteX25" fmla="*/ 7179830 w 7179830"/>
              <a:gd name="connsiteY25" fmla="*/ 1630542 h 5226565"/>
              <a:gd name="connsiteX26" fmla="*/ 7136295 w 7179830"/>
              <a:gd name="connsiteY26" fmla="*/ 1700600 h 5226565"/>
              <a:gd name="connsiteX27" fmla="*/ 7131140 w 7179830"/>
              <a:gd name="connsiteY27" fmla="*/ 1693045 h 5226565"/>
              <a:gd name="connsiteX28" fmla="*/ 6577499 w 7179830"/>
              <a:gd name="connsiteY28" fmla="*/ 1148230 h 5226565"/>
              <a:gd name="connsiteX29" fmla="*/ 5494816 w 7179830"/>
              <a:gd name="connsiteY29" fmla="*/ 563527 h 5226565"/>
              <a:gd name="connsiteX30" fmla="*/ 5366967 w 7179830"/>
              <a:gd name="connsiteY30" fmla="*/ 514176 h 5226565"/>
              <a:gd name="connsiteX31" fmla="*/ 5244661 w 7179830"/>
              <a:gd name="connsiteY31" fmla="*/ 470725 h 5226565"/>
              <a:gd name="connsiteX32" fmla="*/ 5904822 w 7179830"/>
              <a:gd name="connsiteY32" fmla="*/ 815468 h 5226565"/>
              <a:gd name="connsiteX33" fmla="*/ 7015222 w 7179830"/>
              <a:gd name="connsiteY33" fmla="*/ 1815185 h 5226565"/>
              <a:gd name="connsiteX34" fmla="*/ 7040454 w 7179830"/>
              <a:gd name="connsiteY34" fmla="*/ 1854830 h 52265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7179830" h="5226565">
                <a:moveTo>
                  <a:pt x="5217841" y="464824"/>
                </a:moveTo>
                <a:lnTo>
                  <a:pt x="5222490" y="464289"/>
                </a:lnTo>
                <a:lnTo>
                  <a:pt x="5216768" y="463394"/>
                </a:lnTo>
                <a:cubicBezTo>
                  <a:pt x="5216768" y="463394"/>
                  <a:pt x="5216768" y="464646"/>
                  <a:pt x="5217841" y="464824"/>
                </a:cubicBezTo>
                <a:close/>
                <a:moveTo>
                  <a:pt x="4945201" y="5226565"/>
                </a:moveTo>
                <a:lnTo>
                  <a:pt x="140449" y="2240811"/>
                </a:lnTo>
                <a:lnTo>
                  <a:pt x="232913" y="2052782"/>
                </a:lnTo>
                <a:cubicBezTo>
                  <a:pt x="277693" y="1968290"/>
                  <a:pt x="325201" y="1885054"/>
                  <a:pt x="375714" y="1803205"/>
                </a:cubicBezTo>
                <a:cubicBezTo>
                  <a:pt x="667528" y="1329721"/>
                  <a:pt x="1039629" y="935091"/>
                  <a:pt x="1512756" y="638448"/>
                </a:cubicBezTo>
                <a:cubicBezTo>
                  <a:pt x="1939392" y="370950"/>
                  <a:pt x="2405724" y="210560"/>
                  <a:pt x="2902095" y="120440"/>
                </a:cubicBezTo>
                <a:cubicBezTo>
                  <a:pt x="2884054" y="118134"/>
                  <a:pt x="2865727" y="119904"/>
                  <a:pt x="2848453" y="125626"/>
                </a:cubicBezTo>
                <a:cubicBezTo>
                  <a:pt x="2498704" y="175943"/>
                  <a:pt x="2158217" y="277201"/>
                  <a:pt x="1837830" y="426203"/>
                </a:cubicBezTo>
                <a:cubicBezTo>
                  <a:pt x="1147094" y="744660"/>
                  <a:pt x="593502" y="1217071"/>
                  <a:pt x="214608" y="1882239"/>
                </a:cubicBezTo>
                <a:cubicBezTo>
                  <a:pt x="169441" y="1960776"/>
                  <a:pt x="128308" y="2041369"/>
                  <a:pt x="91317" y="2123701"/>
                </a:cubicBezTo>
                <a:lnTo>
                  <a:pt x="64092" y="2193361"/>
                </a:lnTo>
                <a:lnTo>
                  <a:pt x="0" y="2153533"/>
                </a:lnTo>
                <a:lnTo>
                  <a:pt x="42834" y="2047277"/>
                </a:lnTo>
                <a:cubicBezTo>
                  <a:pt x="241792" y="1615775"/>
                  <a:pt x="541268" y="1241591"/>
                  <a:pt x="923582" y="915600"/>
                </a:cubicBezTo>
                <a:cubicBezTo>
                  <a:pt x="1435331" y="478415"/>
                  <a:pt x="2028081" y="205375"/>
                  <a:pt x="2686989" y="73950"/>
                </a:cubicBezTo>
                <a:cubicBezTo>
                  <a:pt x="2810367" y="49274"/>
                  <a:pt x="2934818" y="32466"/>
                  <a:pt x="3059983" y="20308"/>
                </a:cubicBezTo>
                <a:cubicBezTo>
                  <a:pt x="3185149" y="8148"/>
                  <a:pt x="3308706" y="2963"/>
                  <a:pt x="3454435" y="1176"/>
                </a:cubicBezTo>
                <a:cubicBezTo>
                  <a:pt x="3599805" y="-5977"/>
                  <a:pt x="3761985" y="20665"/>
                  <a:pt x="3923806" y="49990"/>
                </a:cubicBezTo>
                <a:cubicBezTo>
                  <a:pt x="4409449" y="137964"/>
                  <a:pt x="4886867" y="257228"/>
                  <a:pt x="5350874" y="426917"/>
                </a:cubicBezTo>
                <a:cubicBezTo>
                  <a:pt x="5797001" y="589991"/>
                  <a:pt x="6223101" y="792223"/>
                  <a:pt x="6607360" y="1075097"/>
                </a:cubicBezTo>
                <a:cubicBezTo>
                  <a:pt x="6794438" y="1212779"/>
                  <a:pt x="6965102" y="1365689"/>
                  <a:pt x="7110534" y="1541421"/>
                </a:cubicBezTo>
                <a:lnTo>
                  <a:pt x="7179830" y="1630542"/>
                </a:lnTo>
                <a:lnTo>
                  <a:pt x="7136295" y="1700600"/>
                </a:lnTo>
                <a:lnTo>
                  <a:pt x="7131140" y="1693045"/>
                </a:lnTo>
                <a:cubicBezTo>
                  <a:pt x="6977874" y="1483026"/>
                  <a:pt x="6788448" y="1305671"/>
                  <a:pt x="6577499" y="1148230"/>
                </a:cubicBezTo>
                <a:cubicBezTo>
                  <a:pt x="6245452" y="900401"/>
                  <a:pt x="5878538" y="716408"/>
                  <a:pt x="5494816" y="563527"/>
                </a:cubicBezTo>
                <a:cubicBezTo>
                  <a:pt x="5452491" y="546487"/>
                  <a:pt x="5409881" y="530036"/>
                  <a:pt x="5366967" y="514176"/>
                </a:cubicBezTo>
                <a:cubicBezTo>
                  <a:pt x="5326377" y="499156"/>
                  <a:pt x="5285430" y="485210"/>
                  <a:pt x="5244661" y="470725"/>
                </a:cubicBezTo>
                <a:cubicBezTo>
                  <a:pt x="5471517" y="572127"/>
                  <a:pt x="5691970" y="687263"/>
                  <a:pt x="5904822" y="815468"/>
                </a:cubicBezTo>
                <a:cubicBezTo>
                  <a:pt x="6336645" y="1080104"/>
                  <a:pt x="6718758" y="1400351"/>
                  <a:pt x="7015222" y="1815185"/>
                </a:cubicBezTo>
                <a:lnTo>
                  <a:pt x="7040454" y="1854830"/>
                </a:lnTo>
                <a:close/>
              </a:path>
            </a:pathLst>
          </a:custGeom>
          <a:solidFill>
            <a:schemeClr val="accent2"/>
          </a:solidFill>
          <a:ln w="1270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077A795-C6C4-A207-8543-42396C4B2B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2492" y="1347540"/>
            <a:ext cx="7288978" cy="4828976"/>
          </a:xfrm>
        </p:spPr>
        <p:txBody>
          <a:bodyPr vert="horz" lIns="91440" tIns="45720" rIns="91440" bIns="45720" rtlCol="0" anchor="t">
            <a:normAutofit/>
          </a:bodyPr>
          <a:lstStyle/>
          <a:p>
            <a:pPr defTabSz="914400"/>
            <a:r>
              <a:rPr lang="en-US" sz="10800" b="1" i="0" u="none" strike="noStrike" kern="1200" baseline="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Diagrama</a:t>
            </a:r>
            <a:r>
              <a:rPr lang="en-US" sz="10800" b="1" i="0" u="none" strike="noStrike" kern="1200" baseline="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de </a:t>
            </a:r>
            <a:r>
              <a:rPr lang="en-US" sz="10800" b="1" i="0" u="none" strike="noStrike" kern="1200" baseline="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paquetes</a:t>
            </a:r>
            <a:r>
              <a:rPr lang="en-US" sz="10800" b="0" i="0" u="none" strike="noStrike" kern="1200" baseline="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:</a:t>
            </a:r>
            <a:endParaRPr lang="en-US" sz="108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69B6AD9-7059-6C61-63BE-9E076C1B1181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12191998" y="1764630"/>
            <a:ext cx="10509508" cy="10589294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4400" b="0" i="0" u="none" strike="noStrike" baseline="0">
                <a:latin typeface="+mn-lt"/>
                <a:ea typeface="+mn-ea"/>
                <a:cs typeface="+mn-cs"/>
              </a:rPr>
              <a:t>Mediante paquetes podemos organizar los elementos de nuestra aplicación para crear subsistemas que faciliten el funcionamiento y construcción. </a:t>
            </a:r>
          </a:p>
          <a:p>
            <a:pPr indent="-228600" defTabSz="9144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4400">
              <a:latin typeface="+mn-lt"/>
              <a:ea typeface="+mn-ea"/>
              <a:cs typeface="+mn-cs"/>
            </a:endParaRPr>
          </a:p>
          <a:p>
            <a:pPr indent="-228600" defTabSz="9144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4400" b="0" i="0" u="none" strike="noStrike" baseline="0">
                <a:latin typeface="+mn-lt"/>
                <a:ea typeface="+mn-ea"/>
                <a:cs typeface="+mn-cs"/>
              </a:rPr>
              <a:t>De este modo podemos organizar las clases en conjuntos de operación para delimitar el alcance de cada grupo.</a:t>
            </a:r>
          </a:p>
          <a:p>
            <a:pPr indent="-228600" defTabSz="9144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4400" b="0" i="0" u="none" strike="noStrike" baseline="0">
              <a:latin typeface="+mn-lt"/>
              <a:ea typeface="+mn-ea"/>
              <a:cs typeface="+mn-cs"/>
            </a:endParaRPr>
          </a:p>
          <a:p>
            <a:pPr indent="-228600" defTabSz="9144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4400" b="0" i="0" u="none" strike="noStrike" baseline="0">
                <a:latin typeface="+mn-lt"/>
                <a:ea typeface="+mn-ea"/>
                <a:cs typeface="+mn-cs"/>
              </a:rPr>
              <a:t>Lo elementos de los paquetes pueden relacionarse con otros elementos de otro paquete generando una dependencia:</a:t>
            </a:r>
            <a:endParaRPr lang="en-US" sz="4400"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9228414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23D6AE-5535-9E16-3F53-8241631AC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ADFADE1-247C-4577-9B46-A56687EAFBD8}"/>
              </a:ext>
            </a:extLst>
          </p:cNvPr>
          <p:cNvSpPr>
            <a:spLocks noGrp="1"/>
          </p:cNvSpPr>
          <p:nvPr>
            <p:ph type="subTitle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3ED68B3-8C18-F228-A3B2-E52FC1732FD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700" t="11436" r="5774" b="7945"/>
          <a:stretch/>
        </p:blipFill>
        <p:spPr>
          <a:xfrm>
            <a:off x="1218960" y="299759"/>
            <a:ext cx="19442160" cy="13116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65890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0" y="0"/>
            <a:ext cx="24383980" cy="910205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9E57870-3953-D859-0698-6649A088A0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1116" y="1275524"/>
            <a:ext cx="19779594" cy="714987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/>
            <a:r>
              <a:rPr lang="en-US" sz="13400" i="0" u="none" strike="noStrike" kern="1200" baseline="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Diagrama</a:t>
            </a:r>
            <a:r>
              <a:rPr lang="en-US" sz="13400" i="0" u="none" strike="noStrike" kern="1200" baseline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de </a:t>
            </a:r>
            <a:r>
              <a:rPr lang="en-US" sz="13400" i="0" u="none" strike="noStrike" kern="1200" baseline="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componentes</a:t>
            </a:r>
            <a:r>
              <a:rPr lang="en-US" sz="13400" i="0" u="none" strike="noStrike" kern="1200" baseline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y de </a:t>
            </a:r>
            <a:r>
              <a:rPr lang="en-US" sz="13400" i="0" u="none" strike="noStrike" kern="1200" baseline="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implementación</a:t>
            </a:r>
            <a:br>
              <a:rPr lang="en-US" sz="134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</a:br>
            <a:endParaRPr lang="en-US" sz="134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9102070"/>
            <a:ext cx="24383980" cy="46139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A51E802-DE5F-86F7-892B-B7ED2D1A0310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2311116" y="10252708"/>
            <a:ext cx="19088306" cy="2176354"/>
          </a:xfr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spcBef>
                <a:spcPts val="1000"/>
              </a:spcBef>
            </a:pPr>
            <a:endParaRPr lang="en-US" sz="80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832F003-FCA6-4CFB-A2EA-308F3AA257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22360" y="9733006"/>
            <a:ext cx="914400" cy="914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070069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9554C254-ADA5-1C6F-620A-18CDD7B4AEA1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1054010" y="305272"/>
            <a:ext cx="22275980" cy="3456384"/>
          </a:xfrm>
        </p:spPr>
        <p:txBody>
          <a:bodyPr/>
          <a:lstStyle/>
          <a:p>
            <a:pPr marL="0" indent="0" algn="l">
              <a:buNone/>
            </a:pPr>
            <a:r>
              <a:rPr lang="es-ES" sz="6000" i="0" u="none" strike="noStrike" baseline="0" dirty="0">
                <a:solidFill>
                  <a:srgbClr val="355E00"/>
                </a:solidFill>
                <a:latin typeface="Verdana-Bold"/>
              </a:rPr>
              <a:t>Diagrama de componentes</a:t>
            </a:r>
            <a:r>
              <a:rPr lang="es-ES" sz="6000" i="0" u="none" strike="noStrike" baseline="0" dirty="0">
                <a:solidFill>
                  <a:srgbClr val="000000"/>
                </a:solidFill>
                <a:latin typeface="Verdana" panose="020B0604030504040204" pitchFamily="34" charset="0"/>
              </a:rPr>
              <a:t>: </a:t>
            </a:r>
          </a:p>
          <a:p>
            <a:pPr marL="0" indent="0" algn="l">
              <a:buNone/>
            </a:pPr>
            <a:r>
              <a:rPr lang="es-ES" sz="3600" b="0" i="0" u="none" strike="noStrike" baseline="0" dirty="0">
                <a:solidFill>
                  <a:srgbClr val="000000"/>
                </a:solidFill>
                <a:latin typeface="Verdana" panose="020B0604030504040204" pitchFamily="34" charset="0"/>
              </a:rPr>
              <a:t>el diagrama de componentes muestra las piezas del software, controladores utilizados, etc. Este diagrama es una abstracción más alta que el diagrama de clases, donde un componente puede tener varias clases:</a:t>
            </a:r>
            <a:endParaRPr lang="es-ES" sz="19900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2A7630B-6AE6-692C-7E4F-6BC9152046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3367" y="2609528"/>
            <a:ext cx="13567361" cy="1080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660296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9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4384000" cy="13716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24B2256-17B7-7C34-39DC-311A6D6E79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1872" y="1005840"/>
            <a:ext cx="6839712" cy="292608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/>
            <a:r>
              <a:rPr lang="en-US" sz="46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Diagrama</a:t>
            </a:r>
            <a:r>
              <a:rPr lang="en-US" sz="4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de </a:t>
            </a:r>
            <a:r>
              <a:rPr lang="en-US" sz="46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implementación</a:t>
            </a:r>
            <a:br>
              <a:rPr lang="en-US" sz="4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br>
              <a:rPr lang="en-US" sz="4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endParaRPr lang="en-US" sz="46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5" name="sketch line">
            <a:extLst>
              <a:ext uri="{FF2B5EF4-FFF2-40B4-BE49-F238E27FC236}">
                <a16:creationId xmlns:a16="http://schemas.microsoft.com/office/drawing/2014/main" id="{2E92FA66-67D7-4CB4-94D3-E643A9AD4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132318" y="2450592"/>
            <a:ext cx="3108960" cy="36576"/>
          </a:xfrm>
          <a:custGeom>
            <a:avLst/>
            <a:gdLst>
              <a:gd name="connsiteX0" fmla="*/ 0 w 3108960"/>
              <a:gd name="connsiteY0" fmla="*/ 0 h 36576"/>
              <a:gd name="connsiteX1" fmla="*/ 590702 w 3108960"/>
              <a:gd name="connsiteY1" fmla="*/ 0 h 36576"/>
              <a:gd name="connsiteX2" fmla="*/ 1212494 w 3108960"/>
              <a:gd name="connsiteY2" fmla="*/ 0 h 36576"/>
              <a:gd name="connsiteX3" fmla="*/ 1865376 w 3108960"/>
              <a:gd name="connsiteY3" fmla="*/ 0 h 36576"/>
              <a:gd name="connsiteX4" fmla="*/ 2518258 w 3108960"/>
              <a:gd name="connsiteY4" fmla="*/ 0 h 36576"/>
              <a:gd name="connsiteX5" fmla="*/ 3108960 w 3108960"/>
              <a:gd name="connsiteY5" fmla="*/ 0 h 36576"/>
              <a:gd name="connsiteX6" fmla="*/ 3108960 w 3108960"/>
              <a:gd name="connsiteY6" fmla="*/ 36576 h 36576"/>
              <a:gd name="connsiteX7" fmla="*/ 2424989 w 3108960"/>
              <a:gd name="connsiteY7" fmla="*/ 36576 h 36576"/>
              <a:gd name="connsiteX8" fmla="*/ 1741018 w 3108960"/>
              <a:gd name="connsiteY8" fmla="*/ 36576 h 36576"/>
              <a:gd name="connsiteX9" fmla="*/ 1119226 w 3108960"/>
              <a:gd name="connsiteY9" fmla="*/ 36576 h 36576"/>
              <a:gd name="connsiteX10" fmla="*/ 0 w 3108960"/>
              <a:gd name="connsiteY10" fmla="*/ 36576 h 36576"/>
              <a:gd name="connsiteX11" fmla="*/ 0 w 3108960"/>
              <a:gd name="connsiteY11" fmla="*/ 0 h 36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108960" h="36576" fill="none" extrusionOk="0">
                <a:moveTo>
                  <a:pt x="0" y="0"/>
                </a:moveTo>
                <a:cubicBezTo>
                  <a:pt x="221275" y="-8194"/>
                  <a:pt x="420328" y="-28325"/>
                  <a:pt x="590702" y="0"/>
                </a:cubicBezTo>
                <a:cubicBezTo>
                  <a:pt x="761076" y="28325"/>
                  <a:pt x="972949" y="19277"/>
                  <a:pt x="1212494" y="0"/>
                </a:cubicBezTo>
                <a:cubicBezTo>
                  <a:pt x="1452039" y="-19277"/>
                  <a:pt x="1610416" y="-30328"/>
                  <a:pt x="1865376" y="0"/>
                </a:cubicBezTo>
                <a:cubicBezTo>
                  <a:pt x="2120336" y="30328"/>
                  <a:pt x="2267564" y="-16139"/>
                  <a:pt x="2518258" y="0"/>
                </a:cubicBezTo>
                <a:cubicBezTo>
                  <a:pt x="2768952" y="16139"/>
                  <a:pt x="2905723" y="1227"/>
                  <a:pt x="3108960" y="0"/>
                </a:cubicBezTo>
                <a:cubicBezTo>
                  <a:pt x="3109165" y="16166"/>
                  <a:pt x="3109462" y="22162"/>
                  <a:pt x="3108960" y="36576"/>
                </a:cubicBezTo>
                <a:cubicBezTo>
                  <a:pt x="2964123" y="25921"/>
                  <a:pt x="2648454" y="51515"/>
                  <a:pt x="2424989" y="36576"/>
                </a:cubicBezTo>
                <a:cubicBezTo>
                  <a:pt x="2201524" y="21637"/>
                  <a:pt x="1982528" y="13803"/>
                  <a:pt x="1741018" y="36576"/>
                </a:cubicBezTo>
                <a:cubicBezTo>
                  <a:pt x="1499508" y="59349"/>
                  <a:pt x="1309934" y="49297"/>
                  <a:pt x="1119226" y="36576"/>
                </a:cubicBezTo>
                <a:cubicBezTo>
                  <a:pt x="928518" y="23855"/>
                  <a:pt x="420915" y="50096"/>
                  <a:pt x="0" y="36576"/>
                </a:cubicBezTo>
                <a:cubicBezTo>
                  <a:pt x="868" y="18803"/>
                  <a:pt x="-1118" y="14678"/>
                  <a:pt x="0" y="0"/>
                </a:cubicBezTo>
                <a:close/>
              </a:path>
              <a:path w="3108960" h="36576" stroke="0" extrusionOk="0">
                <a:moveTo>
                  <a:pt x="0" y="0"/>
                </a:moveTo>
                <a:cubicBezTo>
                  <a:pt x="119910" y="17195"/>
                  <a:pt x="345032" y="1652"/>
                  <a:pt x="590702" y="0"/>
                </a:cubicBezTo>
                <a:cubicBezTo>
                  <a:pt x="836372" y="-1652"/>
                  <a:pt x="904124" y="2261"/>
                  <a:pt x="1119226" y="0"/>
                </a:cubicBezTo>
                <a:cubicBezTo>
                  <a:pt x="1334328" y="-2261"/>
                  <a:pt x="1647246" y="-32233"/>
                  <a:pt x="1803197" y="0"/>
                </a:cubicBezTo>
                <a:cubicBezTo>
                  <a:pt x="1959148" y="32233"/>
                  <a:pt x="2190377" y="27642"/>
                  <a:pt x="2393899" y="0"/>
                </a:cubicBezTo>
                <a:cubicBezTo>
                  <a:pt x="2597421" y="-27642"/>
                  <a:pt x="2802562" y="22162"/>
                  <a:pt x="3108960" y="0"/>
                </a:cubicBezTo>
                <a:cubicBezTo>
                  <a:pt x="3109611" y="8048"/>
                  <a:pt x="3110258" y="24540"/>
                  <a:pt x="3108960" y="36576"/>
                </a:cubicBezTo>
                <a:cubicBezTo>
                  <a:pt x="2814115" y="6570"/>
                  <a:pt x="2641014" y="43038"/>
                  <a:pt x="2487168" y="36576"/>
                </a:cubicBezTo>
                <a:cubicBezTo>
                  <a:pt x="2333322" y="30114"/>
                  <a:pt x="2058477" y="12746"/>
                  <a:pt x="1803197" y="36576"/>
                </a:cubicBezTo>
                <a:cubicBezTo>
                  <a:pt x="1547917" y="60406"/>
                  <a:pt x="1401581" y="28768"/>
                  <a:pt x="1274674" y="36576"/>
                </a:cubicBezTo>
                <a:cubicBezTo>
                  <a:pt x="1147767" y="44384"/>
                  <a:pt x="941588" y="57956"/>
                  <a:pt x="652882" y="36576"/>
                </a:cubicBezTo>
                <a:cubicBezTo>
                  <a:pt x="364176" y="15196"/>
                  <a:pt x="150818" y="19453"/>
                  <a:pt x="0" y="36576"/>
                </a:cubicBezTo>
                <a:cubicBezTo>
                  <a:pt x="-72" y="25637"/>
                  <a:pt x="1286" y="18268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FDDD2C73-719C-8E62-3731-25C2F8B738B6}"/>
              </a:ext>
            </a:extLst>
          </p:cNvPr>
          <p:cNvSpPr txBox="1"/>
          <p:nvPr/>
        </p:nvSpPr>
        <p:spPr>
          <a:xfrm>
            <a:off x="9308590" y="1005840"/>
            <a:ext cx="13789152" cy="29260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4100"/>
              <a:t>Se utiliza para mostrar la configuración física del hardware y software de un sistema. Este diagrama ilustra cómo los componentes de software se despliegan en los nodos de hardware, proporcionando una vista de alto nivel de la infraestructura del sistema.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531AF74-9A97-E0EF-6C64-DDF2CE5FDD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1684" y="4581872"/>
            <a:ext cx="14734664" cy="8619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350860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2013 - Tema de 2022">
  <a:themeElements>
    <a:clrScheme name="Office 2013 - Tema de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Tema de 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Tema de 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F3E39D"/>
      </a:dk2>
      <a:lt2>
        <a:srgbClr val="EACD4F"/>
      </a:lt2>
      <a:accent1>
        <a:srgbClr val="0F4C75"/>
      </a:accent1>
      <a:accent2>
        <a:srgbClr val="3A6C8E"/>
      </a:accent2>
      <a:accent3>
        <a:srgbClr val="668DA7"/>
      </a:accent3>
      <a:accent4>
        <a:srgbClr val="91ADC0"/>
      </a:accent4>
      <a:accent5>
        <a:srgbClr val="BDCED9"/>
      </a:accent5>
      <a:accent6>
        <a:srgbClr val="E9EEF2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277</TotalTime>
  <Words>1294</Words>
  <Application>Microsoft Office PowerPoint</Application>
  <PresentationFormat>Personalizado</PresentationFormat>
  <Paragraphs>157</Paragraphs>
  <Slides>40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13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40</vt:i4>
      </vt:variant>
    </vt:vector>
  </HeadingPairs>
  <TitlesOfParts>
    <vt:vector size="55" baseType="lpstr">
      <vt:lpstr>Aptos</vt:lpstr>
      <vt:lpstr>Aptos Display</vt:lpstr>
      <vt:lpstr>Arial</vt:lpstr>
      <vt:lpstr>Calibri</vt:lpstr>
      <vt:lpstr>Calibri Light</vt:lpstr>
      <vt:lpstr>Lato Regular</vt:lpstr>
      <vt:lpstr>Lato-Light</vt:lpstr>
      <vt:lpstr>Open Sans</vt:lpstr>
      <vt:lpstr>Open Sans Bold</vt:lpstr>
      <vt:lpstr>Open Sans ExtraBold</vt:lpstr>
      <vt:lpstr>Times New Roman</vt:lpstr>
      <vt:lpstr>Verdana</vt:lpstr>
      <vt:lpstr>Verdana-Bold</vt:lpstr>
      <vt:lpstr>Tema de Office</vt:lpstr>
      <vt:lpstr>Office 2013 - Tema de 2022</vt:lpstr>
      <vt:lpstr>Presentación de PowerPoint</vt:lpstr>
      <vt:lpstr>Presentación de PowerPoint</vt:lpstr>
      <vt:lpstr>Presentación de PowerPoint</vt:lpstr>
      <vt:lpstr>Presentación de PowerPoint</vt:lpstr>
      <vt:lpstr>2. Diagramas de casos de uso </vt:lpstr>
      <vt:lpstr>2. Diagramas de casos de uso</vt:lpstr>
      <vt:lpstr>Presentación de PowerPoint</vt:lpstr>
      <vt:lpstr>2.2 Asociaciones y relaciones  : Las asociaciones conectan el actor con los casos de uso ▪ Una asociación implica la participación de un actor en el sistema ▪ Las asociaciones son obligatorias porque representan la interacción del actor en el sistema    </vt:lpstr>
      <vt:lpstr>Presentación de PowerPoint</vt:lpstr>
      <vt:lpstr>Presentación de PowerPoint</vt:lpstr>
      <vt:lpstr>Diagramas de secuencia </vt:lpstr>
      <vt:lpstr>Presentación de PowerPoint</vt:lpstr>
      <vt:lpstr>Presentación de PowerPoint</vt:lpstr>
      <vt:lpstr>Presentación de PowerPoint</vt:lpstr>
      <vt:lpstr>Presentación de PowerPoint</vt:lpstr>
      <vt:lpstr>Elementos de un diagrama de secuencia</vt:lpstr>
      <vt:lpstr>Presentación de PowerPoint</vt:lpstr>
      <vt:lpstr>Ejemplo</vt:lpstr>
      <vt:lpstr>4. Diagramas de colaboración </vt:lpstr>
      <vt:lpstr>4. Diagramas de colaboración </vt:lpstr>
      <vt:lpstr>Presentación de PowerPoint</vt:lpstr>
      <vt:lpstr>Presentación de PowerPoint</vt:lpstr>
      <vt:lpstr>Ejemplo</vt:lpstr>
      <vt:lpstr>5. Diagramas de estados </vt:lpstr>
      <vt:lpstr>5. Diagramas de estados</vt:lpstr>
      <vt:lpstr>Presentación de PowerPoint</vt:lpstr>
      <vt:lpstr>Presentación de PowerPoint</vt:lpstr>
      <vt:lpstr>Presentación de PowerPoint</vt:lpstr>
      <vt:lpstr>Diagrama de objetos </vt:lpstr>
      <vt:lpstr>Diagrama de objetos</vt:lpstr>
      <vt:lpstr>6. Diagramas de actividades  </vt:lpstr>
      <vt:lpstr>6. Diagramas de actividades </vt:lpstr>
      <vt:lpstr>Presentación de PowerPoint</vt:lpstr>
      <vt:lpstr>Ejemplo</vt:lpstr>
      <vt:lpstr>Diagrama de paquetes: </vt:lpstr>
      <vt:lpstr>Diagrama de paquetes:</vt:lpstr>
      <vt:lpstr>Presentación de PowerPoint</vt:lpstr>
      <vt:lpstr>Diagrama de componentes y de implementación </vt:lpstr>
      <vt:lpstr>Presentación de PowerPoint</vt:lpstr>
      <vt:lpstr>Diagrama de implementación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Alberto Ruiz</dc:creator>
  <dc:description/>
  <cp:lastModifiedBy>Alberto Ruiz</cp:lastModifiedBy>
  <cp:revision>1</cp:revision>
  <dcterms:modified xsi:type="dcterms:W3CDTF">2025-05-20T10:38:02Z</dcterms:modified>
  <dc:language>es-ES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3</vt:i4>
  </property>
  <property fmtid="{D5CDD505-2E9C-101B-9397-08002B2CF9AE}" pid="3" name="PresentationFormat">
    <vt:lpwstr>Personalizado</vt:lpwstr>
  </property>
  <property fmtid="{D5CDD505-2E9C-101B-9397-08002B2CF9AE}" pid="4" name="Slides">
    <vt:i4>25</vt:i4>
  </property>
</Properties>
</file>