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y Docker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Introducción completa a la tecnología de contenedores</a:t>
            </a:r>
          </a:p>
          <a:p>
            <a:r>
              <a:t>Uso profesional de Docker Desktop</a:t>
            </a:r>
          </a:p>
          <a:p>
            <a:r>
              <a:t>Arquitectura, conceptos y prácticas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Docker?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es una plataforma que permite desarrollar, enviar y ejecutar aplicaciones en contenedores.</a:t>
            </a:r>
          </a:p>
          <a:p>
            <a:r>
              <a:t>Los contenedores incluyen la aplicación y todas sus dependencias.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clásico en desarrollo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Problemas comunes:</a:t>
            </a:r>
          </a:p>
          <a:p>
            <a:r>
              <a:t>- Funciona en mi máquina</a:t>
            </a:r>
          </a:p>
          <a:p>
            <a:r>
              <a:t>- Conflictos de librerías</a:t>
            </a:r>
          </a:p>
          <a:p>
            <a:r>
              <a:t>- Instalaciones complejas</a:t>
            </a:r>
          </a:p>
          <a:p>
            <a:r>
              <a:t>- Diferencias entre entornos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 que propone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encapsula aplicaciones en contenedores portables.</a:t>
            </a:r>
          </a:p>
          <a:p>
            <a:r>
              <a:t>Los contenedores funcionan igual en desarrollo, pruebas y producción.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contenedor?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contenedor es un entorno aislado que contiene:</a:t>
            </a:r>
          </a:p>
          <a:p>
            <a:r>
              <a:t>- Aplicación</a:t>
            </a:r>
          </a:p>
          <a:p>
            <a:r>
              <a:t>- Librerías</a:t>
            </a:r>
          </a:p>
          <a:p>
            <a:r>
              <a:t>- Dependencias</a:t>
            </a:r>
          </a:p>
          <a:p>
            <a:r>
              <a:t>- Configuración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de los contenedores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Aislamiento</a:t>
            </a:r>
          </a:p>
          <a:p>
            <a:r>
              <a:t>- Portabilidad</a:t>
            </a:r>
          </a:p>
          <a:p>
            <a:r>
              <a:t>- Arranque rápido</a:t>
            </a:r>
          </a:p>
          <a:p>
            <a:r>
              <a:t>- Consumo reducido de recursos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Máquinas virtuales vs contenedores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Máquinas virtuales:</a:t>
            </a:r>
          </a:p>
          <a:p>
            <a:r>
              <a:t>- Sistema operativo completo</a:t>
            </a:r>
          </a:p>
          <a:p>
            <a:r>
              <a:t>- Más pesadas</a:t>
            </a:r>
          </a:p>
          <a:p/>
          <a:p>
            <a:r>
              <a:t>Contenedores:</a:t>
            </a:r>
          </a:p>
          <a:p>
            <a:r>
              <a:t>- Comparten kernel</a:t>
            </a:r>
          </a:p>
          <a:p>
            <a:r>
              <a:t>- Más ligeros</a:t>
            </a:r>
          </a:p>
          <a:p>
            <a:r>
              <a:t>- Arranque inmediato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Componentes principales:</a:t>
            </a:r>
          </a:p>
          <a:p>
            <a:r>
              <a:t>- Docker Engine</a:t>
            </a:r>
          </a:p>
          <a:p>
            <a:r>
              <a:t>- Docker Client</a:t>
            </a:r>
          </a:p>
          <a:p>
            <a:r>
              <a:t>- Docker Registry</a:t>
            </a:r>
          </a:p>
          <a:p>
            <a:r>
              <a:t>- Docker Images</a:t>
            </a:r>
          </a:p>
          <a:p>
            <a:r>
              <a:t>- Docker Containers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 el núcleo de Docker.</a:t>
            </a:r>
          </a:p>
          <a:p>
            <a:r>
              <a:t>Se encarga de crear, ejecutar y gestionar contenedores.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 la herramienta con la que interactuamos con Docker.</a:t>
            </a:r>
          </a:p>
          <a:p>
            <a:r>
              <a:t>Ejemplo de comandos:</a:t>
            </a:r>
          </a:p>
          <a:p>
            <a:r>
              <a:t>- docker run</a:t>
            </a:r>
          </a:p>
          <a:p>
            <a:r>
              <a:t>- docker ps</a:t>
            </a:r>
          </a:p>
          <a:p>
            <a:r>
              <a:t>- docker pull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Repositorio donde se almacenan imágenes.</a:t>
            </a:r>
          </a:p>
          <a:p>
            <a:r>
              <a:t>El más utilizado es Docker Hub.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imágenes son plantillas de solo lectura que contienen todo lo necesario para ejecutar una aplicación.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contenedor es una instancia en ejecución de una imagen.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Hub es el repositorio público de imágenes Docker.</a:t>
            </a:r>
          </a:p>
          <a:p>
            <a:r>
              <a:t>Permite descargar y compartir imágenes.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Instalación de Docker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Desktop es la forma más sencilla de usar Docker en Windows y Mac.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incluye Docker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Docker Engine</a:t>
            </a:r>
          </a:p>
          <a:p>
            <a:r>
              <a:t>- Docker Compose</a:t>
            </a:r>
          </a:p>
          <a:p>
            <a:r>
              <a:t>- Kubernetes opcional</a:t>
            </a:r>
          </a:p>
          <a:p>
            <a:r>
              <a:t>- Interfaz gráfica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Interfaz de Docker Desktop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Desktop permite gestionar:</a:t>
            </a:r>
          </a:p>
          <a:p>
            <a:r>
              <a:t>- Contenedores</a:t>
            </a:r>
          </a:p>
          <a:p>
            <a:r>
              <a:t>- Imágenes</a:t>
            </a:r>
          </a:p>
          <a:p>
            <a:r>
              <a:t>- Volúmenes</a:t>
            </a:r>
          </a:p>
          <a:p>
            <a:r>
              <a:t>- Redes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de contenedores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Permite:</a:t>
            </a:r>
          </a:p>
          <a:p>
            <a:r>
              <a:t>- Ver contenedores activos</a:t>
            </a:r>
          </a:p>
          <a:p>
            <a:r>
              <a:t>- Iniciar o detener contenedores</a:t>
            </a:r>
          </a:p>
          <a:p>
            <a:r>
              <a:t>- Ver logs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imágenes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Desktop permite:</a:t>
            </a:r>
          </a:p>
          <a:p>
            <a:r>
              <a:t>- Descargar imágenes</a:t>
            </a:r>
          </a:p>
          <a:p>
            <a:r>
              <a:t>- Eliminar imágenes</a:t>
            </a:r>
          </a:p>
          <a:p>
            <a:r>
              <a:t>- Crear contenedores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Logs de contenedores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Desde Docker Desktop se pueden ver logs en tiempo real.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Terminal dentro de contenedores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abrir una terminal directamente dentro de un contenedor.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Comandos básicos de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pull</a:t>
            </a:r>
          </a:p>
          <a:p>
            <a:r>
              <a:t> docker run</a:t>
            </a:r>
          </a:p>
          <a:p>
            <a:r>
              <a:t> docker ps</a:t>
            </a:r>
          </a:p>
          <a:p>
            <a:r>
              <a:t> docker stop</a:t>
            </a:r>
          </a:p>
          <a:p>
            <a:r>
              <a:t> docker rm</a:t>
            </a:r>
          </a:p>
          <a:p>
            <a:r>
              <a:t> docker images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ejecutar servidor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run -d -p 8080:80 nginx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de volúmenes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volúmenes permiten guardar datos persistentes.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volumen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volume create datos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Redes en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Permiten conectar contenedores entre sí.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definir aplicaciones multicontenedor usando un archivo YAML.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Archivo docker-compose.yml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servicios, redes y volúmenes.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Docker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Ejemplo: Apache + MySQL + phpMyAdmin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de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Portabilidad</a:t>
            </a:r>
          </a:p>
          <a:p>
            <a:r>
              <a:t>- Escalabilidad</a:t>
            </a:r>
          </a:p>
          <a:p>
            <a:r>
              <a:t>- Aislamiento</a:t>
            </a:r>
          </a:p>
          <a:p>
            <a:r>
              <a:t>- Automatización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en desarrollo profesional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es usado en DevOps, CI/CD y despliegue en la nube.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Desktop en el día a día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Facilita la gestión visual de contenedores y el desarrollo local.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simplifica el desarrollo y despliegue de aplicaciones.</a:t>
            </a:r>
          </a:p>
          <a:p>
            <a:r>
              <a:t>Docker Desktop facilita su uso mediante interfaz gráfica.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