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1728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5ABC45-9110-49E4-9F41-2EA800B2A469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9019C29-1A2D-46A2-9AC9-1841E16C97C0}">
      <dgm:prSet/>
      <dgm:spPr/>
      <dgm:t>
        <a:bodyPr/>
        <a:lstStyle/>
        <a:p>
          <a:r>
            <a:rPr lang="en-US" b="0"/>
            <a:t>Un proceso es un programa en ejecución.</a:t>
          </a:r>
          <a:endParaRPr lang="en-US"/>
        </a:p>
      </dgm:t>
    </dgm:pt>
    <dgm:pt modelId="{5F84BA43-33FB-4408-8D6F-3D87CF1739CB}" type="parTrans" cxnId="{D3C05377-6422-47C8-85D4-9EAF22522DB7}">
      <dgm:prSet/>
      <dgm:spPr/>
      <dgm:t>
        <a:bodyPr/>
        <a:lstStyle/>
        <a:p>
          <a:endParaRPr lang="en-US"/>
        </a:p>
      </dgm:t>
    </dgm:pt>
    <dgm:pt modelId="{97C5E0E8-E71F-46CE-BF4C-E7DD4CFD5894}" type="sibTrans" cxnId="{D3C05377-6422-47C8-85D4-9EAF22522DB7}">
      <dgm:prSet/>
      <dgm:spPr/>
      <dgm:t>
        <a:bodyPr/>
        <a:lstStyle/>
        <a:p>
          <a:endParaRPr lang="en-US"/>
        </a:p>
      </dgm:t>
    </dgm:pt>
    <dgm:pt modelId="{F2FD2BDD-D0EF-4C23-81A0-0D45E4E605C0}">
      <dgm:prSet/>
      <dgm:spPr/>
      <dgm:t>
        <a:bodyPr/>
        <a:lstStyle/>
        <a:p>
          <a:r>
            <a:rPr lang="en-US" b="0"/>
            <a:t>Tiene su propia memoria.</a:t>
          </a:r>
          <a:endParaRPr lang="en-US"/>
        </a:p>
      </dgm:t>
    </dgm:pt>
    <dgm:pt modelId="{EA59F3B4-F28A-4DF9-BE54-66CA50955B3F}" type="parTrans" cxnId="{9AB1C708-17D5-4FF1-AE54-F1069D38C65D}">
      <dgm:prSet/>
      <dgm:spPr/>
      <dgm:t>
        <a:bodyPr/>
        <a:lstStyle/>
        <a:p>
          <a:endParaRPr lang="en-US"/>
        </a:p>
      </dgm:t>
    </dgm:pt>
    <dgm:pt modelId="{89C8A928-B07F-4E58-850D-5530385DC100}" type="sibTrans" cxnId="{9AB1C708-17D5-4FF1-AE54-F1069D38C65D}">
      <dgm:prSet/>
      <dgm:spPr/>
      <dgm:t>
        <a:bodyPr/>
        <a:lstStyle/>
        <a:p>
          <a:endParaRPr lang="en-US"/>
        </a:p>
      </dgm:t>
    </dgm:pt>
    <dgm:pt modelId="{93387156-8FA8-4226-9F60-CB00FB5A2FC2}">
      <dgm:prSet/>
      <dgm:spPr/>
      <dgm:t>
        <a:bodyPr/>
        <a:lstStyle/>
        <a:p>
          <a:r>
            <a:rPr lang="en-US" b="0"/>
            <a:t>Tiene un identificador único (PID).</a:t>
          </a:r>
          <a:endParaRPr lang="en-US"/>
        </a:p>
      </dgm:t>
    </dgm:pt>
    <dgm:pt modelId="{1226F92A-2670-4FA1-AC05-9A15D8AF0C2A}" type="parTrans" cxnId="{868D31A2-A40D-4381-B54D-6D21B18EF820}">
      <dgm:prSet/>
      <dgm:spPr/>
      <dgm:t>
        <a:bodyPr/>
        <a:lstStyle/>
        <a:p>
          <a:endParaRPr lang="en-US"/>
        </a:p>
      </dgm:t>
    </dgm:pt>
    <dgm:pt modelId="{3D765B0E-EC1D-40D4-8D0E-118EB8BD8E13}" type="sibTrans" cxnId="{868D31A2-A40D-4381-B54D-6D21B18EF820}">
      <dgm:prSet/>
      <dgm:spPr/>
      <dgm:t>
        <a:bodyPr/>
        <a:lstStyle/>
        <a:p>
          <a:endParaRPr lang="en-US"/>
        </a:p>
      </dgm:t>
    </dgm:pt>
    <dgm:pt modelId="{9730FB45-E758-4628-9751-95BD0B0DED7C}">
      <dgm:prSet/>
      <dgm:spPr/>
      <dgm:t>
        <a:bodyPr/>
        <a:lstStyle/>
        <a:p>
          <a:r>
            <a:rPr lang="en-US" b="0"/>
            <a:t>Es gestionado por el sistema operativo.</a:t>
          </a:r>
          <a:endParaRPr lang="en-US"/>
        </a:p>
      </dgm:t>
    </dgm:pt>
    <dgm:pt modelId="{887BBEAB-D4E1-453D-8733-D1EC1372B6CE}" type="parTrans" cxnId="{133F33E3-EFFF-4A27-B601-D7ABA416253A}">
      <dgm:prSet/>
      <dgm:spPr/>
      <dgm:t>
        <a:bodyPr/>
        <a:lstStyle/>
        <a:p>
          <a:endParaRPr lang="en-US"/>
        </a:p>
      </dgm:t>
    </dgm:pt>
    <dgm:pt modelId="{E3066A6C-A8C9-4C7D-AB0B-E25D9A182685}" type="sibTrans" cxnId="{133F33E3-EFFF-4A27-B601-D7ABA416253A}">
      <dgm:prSet/>
      <dgm:spPr/>
      <dgm:t>
        <a:bodyPr/>
        <a:lstStyle/>
        <a:p>
          <a:endParaRPr lang="en-US"/>
        </a:p>
      </dgm:t>
    </dgm:pt>
    <dgm:pt modelId="{EEFCDAF2-726B-4959-8F0E-1B13DE7C504D}" type="pres">
      <dgm:prSet presAssocID="{E25ABC45-9110-49E4-9F41-2EA800B2A469}" presName="diagram" presStyleCnt="0">
        <dgm:presLayoutVars>
          <dgm:dir/>
          <dgm:resizeHandles val="exact"/>
        </dgm:presLayoutVars>
      </dgm:prSet>
      <dgm:spPr/>
    </dgm:pt>
    <dgm:pt modelId="{817A1ABF-3796-4BED-BAD0-7713F2349019}" type="pres">
      <dgm:prSet presAssocID="{99019C29-1A2D-46A2-9AC9-1841E16C97C0}" presName="node" presStyleLbl="node1" presStyleIdx="0" presStyleCnt="4">
        <dgm:presLayoutVars>
          <dgm:bulletEnabled val="1"/>
        </dgm:presLayoutVars>
      </dgm:prSet>
      <dgm:spPr/>
    </dgm:pt>
    <dgm:pt modelId="{E6A763B9-1DBE-44D6-BAE4-E2FFFAA5ABA6}" type="pres">
      <dgm:prSet presAssocID="{97C5E0E8-E71F-46CE-BF4C-E7DD4CFD5894}" presName="sibTrans" presStyleCnt="0"/>
      <dgm:spPr/>
    </dgm:pt>
    <dgm:pt modelId="{689DBC19-0309-4B7B-8134-45BD0FACC2CE}" type="pres">
      <dgm:prSet presAssocID="{F2FD2BDD-D0EF-4C23-81A0-0D45E4E605C0}" presName="node" presStyleLbl="node1" presStyleIdx="1" presStyleCnt="4">
        <dgm:presLayoutVars>
          <dgm:bulletEnabled val="1"/>
        </dgm:presLayoutVars>
      </dgm:prSet>
      <dgm:spPr/>
    </dgm:pt>
    <dgm:pt modelId="{4365832F-F250-48C5-A59C-1831AD409873}" type="pres">
      <dgm:prSet presAssocID="{89C8A928-B07F-4E58-850D-5530385DC100}" presName="sibTrans" presStyleCnt="0"/>
      <dgm:spPr/>
    </dgm:pt>
    <dgm:pt modelId="{A8BD972B-B144-4166-A42B-ABEDCC2DEDD8}" type="pres">
      <dgm:prSet presAssocID="{93387156-8FA8-4226-9F60-CB00FB5A2FC2}" presName="node" presStyleLbl="node1" presStyleIdx="2" presStyleCnt="4">
        <dgm:presLayoutVars>
          <dgm:bulletEnabled val="1"/>
        </dgm:presLayoutVars>
      </dgm:prSet>
      <dgm:spPr/>
    </dgm:pt>
    <dgm:pt modelId="{B4450775-5EBE-4135-A1A4-13C88D4AF997}" type="pres">
      <dgm:prSet presAssocID="{3D765B0E-EC1D-40D4-8D0E-118EB8BD8E13}" presName="sibTrans" presStyleCnt="0"/>
      <dgm:spPr/>
    </dgm:pt>
    <dgm:pt modelId="{3092DC12-30D1-4700-A984-F741103468A0}" type="pres">
      <dgm:prSet presAssocID="{9730FB45-E758-4628-9751-95BD0B0DED7C}" presName="node" presStyleLbl="node1" presStyleIdx="3" presStyleCnt="4">
        <dgm:presLayoutVars>
          <dgm:bulletEnabled val="1"/>
        </dgm:presLayoutVars>
      </dgm:prSet>
      <dgm:spPr/>
    </dgm:pt>
  </dgm:ptLst>
  <dgm:cxnLst>
    <dgm:cxn modelId="{9AB1C708-17D5-4FF1-AE54-F1069D38C65D}" srcId="{E25ABC45-9110-49E4-9F41-2EA800B2A469}" destId="{F2FD2BDD-D0EF-4C23-81A0-0D45E4E605C0}" srcOrd="1" destOrd="0" parTransId="{EA59F3B4-F28A-4DF9-BE54-66CA50955B3F}" sibTransId="{89C8A928-B07F-4E58-850D-5530385DC100}"/>
    <dgm:cxn modelId="{A6CE760D-178C-4C46-B44C-05A5C4A3B398}" type="presOf" srcId="{99019C29-1A2D-46A2-9AC9-1841E16C97C0}" destId="{817A1ABF-3796-4BED-BAD0-7713F2349019}" srcOrd="0" destOrd="0" presId="urn:microsoft.com/office/officeart/2005/8/layout/default"/>
    <dgm:cxn modelId="{CAFB2961-1E60-42A0-B8B1-F5EF228F14B7}" type="presOf" srcId="{9730FB45-E758-4628-9751-95BD0B0DED7C}" destId="{3092DC12-30D1-4700-A984-F741103468A0}" srcOrd="0" destOrd="0" presId="urn:microsoft.com/office/officeart/2005/8/layout/default"/>
    <dgm:cxn modelId="{D3C05377-6422-47C8-85D4-9EAF22522DB7}" srcId="{E25ABC45-9110-49E4-9F41-2EA800B2A469}" destId="{99019C29-1A2D-46A2-9AC9-1841E16C97C0}" srcOrd="0" destOrd="0" parTransId="{5F84BA43-33FB-4408-8D6F-3D87CF1739CB}" sibTransId="{97C5E0E8-E71F-46CE-BF4C-E7DD4CFD5894}"/>
    <dgm:cxn modelId="{D539F78A-1E28-4E53-85F5-F887353FFE85}" type="presOf" srcId="{F2FD2BDD-D0EF-4C23-81A0-0D45E4E605C0}" destId="{689DBC19-0309-4B7B-8134-45BD0FACC2CE}" srcOrd="0" destOrd="0" presId="urn:microsoft.com/office/officeart/2005/8/layout/default"/>
    <dgm:cxn modelId="{868D31A2-A40D-4381-B54D-6D21B18EF820}" srcId="{E25ABC45-9110-49E4-9F41-2EA800B2A469}" destId="{93387156-8FA8-4226-9F60-CB00FB5A2FC2}" srcOrd="2" destOrd="0" parTransId="{1226F92A-2670-4FA1-AC05-9A15D8AF0C2A}" sibTransId="{3D765B0E-EC1D-40D4-8D0E-118EB8BD8E13}"/>
    <dgm:cxn modelId="{CEE597AB-B92C-45DE-A065-3FB9D7822075}" type="presOf" srcId="{E25ABC45-9110-49E4-9F41-2EA800B2A469}" destId="{EEFCDAF2-726B-4959-8F0E-1B13DE7C504D}" srcOrd="0" destOrd="0" presId="urn:microsoft.com/office/officeart/2005/8/layout/default"/>
    <dgm:cxn modelId="{24BB88D7-19BF-4EF9-ADED-9C3135BF9298}" type="presOf" srcId="{93387156-8FA8-4226-9F60-CB00FB5A2FC2}" destId="{A8BD972B-B144-4166-A42B-ABEDCC2DEDD8}" srcOrd="0" destOrd="0" presId="urn:microsoft.com/office/officeart/2005/8/layout/default"/>
    <dgm:cxn modelId="{133F33E3-EFFF-4A27-B601-D7ABA416253A}" srcId="{E25ABC45-9110-49E4-9F41-2EA800B2A469}" destId="{9730FB45-E758-4628-9751-95BD0B0DED7C}" srcOrd="3" destOrd="0" parTransId="{887BBEAB-D4E1-453D-8733-D1EC1372B6CE}" sibTransId="{E3066A6C-A8C9-4C7D-AB0B-E25D9A182685}"/>
    <dgm:cxn modelId="{CCDA6794-95C8-4A63-B8B3-4F6535A3388F}" type="presParOf" srcId="{EEFCDAF2-726B-4959-8F0E-1B13DE7C504D}" destId="{817A1ABF-3796-4BED-BAD0-7713F2349019}" srcOrd="0" destOrd="0" presId="urn:microsoft.com/office/officeart/2005/8/layout/default"/>
    <dgm:cxn modelId="{834DDC4C-8882-40EA-8FD9-5A4F34695F23}" type="presParOf" srcId="{EEFCDAF2-726B-4959-8F0E-1B13DE7C504D}" destId="{E6A763B9-1DBE-44D6-BAE4-E2FFFAA5ABA6}" srcOrd="1" destOrd="0" presId="urn:microsoft.com/office/officeart/2005/8/layout/default"/>
    <dgm:cxn modelId="{13EBB6C3-AE80-4A6F-B8E2-CCC670E2D4C0}" type="presParOf" srcId="{EEFCDAF2-726B-4959-8F0E-1B13DE7C504D}" destId="{689DBC19-0309-4B7B-8134-45BD0FACC2CE}" srcOrd="2" destOrd="0" presId="urn:microsoft.com/office/officeart/2005/8/layout/default"/>
    <dgm:cxn modelId="{1D31F8B8-FF8F-4C9E-9D83-911DB7DFA528}" type="presParOf" srcId="{EEFCDAF2-726B-4959-8F0E-1B13DE7C504D}" destId="{4365832F-F250-48C5-A59C-1831AD409873}" srcOrd="3" destOrd="0" presId="urn:microsoft.com/office/officeart/2005/8/layout/default"/>
    <dgm:cxn modelId="{83D8B8ED-5F4E-4BA3-8069-2D1C5BE229E3}" type="presParOf" srcId="{EEFCDAF2-726B-4959-8F0E-1B13DE7C504D}" destId="{A8BD972B-B144-4166-A42B-ABEDCC2DEDD8}" srcOrd="4" destOrd="0" presId="urn:microsoft.com/office/officeart/2005/8/layout/default"/>
    <dgm:cxn modelId="{C8F00263-3BE6-4093-9530-96CDCC0C8A2F}" type="presParOf" srcId="{EEFCDAF2-726B-4959-8F0E-1B13DE7C504D}" destId="{B4450775-5EBE-4135-A1A4-13C88D4AF997}" srcOrd="5" destOrd="0" presId="urn:microsoft.com/office/officeart/2005/8/layout/default"/>
    <dgm:cxn modelId="{14F75626-7672-43A6-B598-E1E4975F94E6}" type="presParOf" srcId="{EEFCDAF2-726B-4959-8F0E-1B13DE7C504D}" destId="{3092DC12-30D1-4700-A984-F741103468A0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5CB7D60-7AF3-478D-A365-558A7F1F245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AE0F792-DBF2-4880-9557-02D3F87DA655}">
      <dgm:prSet/>
      <dgm:spPr/>
      <dgm:t>
        <a:bodyPr/>
        <a:lstStyle/>
        <a:p>
          <a:r>
            <a:rPr lang="en-US" b="0"/>
            <a:t>Navegador Chrome</a:t>
          </a:r>
          <a:endParaRPr lang="en-US"/>
        </a:p>
      </dgm:t>
    </dgm:pt>
    <dgm:pt modelId="{FD22488B-160D-4F82-92CA-EDB78CC821C7}" type="parTrans" cxnId="{260473E3-7E0A-4EA3-A44F-695FA683C73F}">
      <dgm:prSet/>
      <dgm:spPr/>
      <dgm:t>
        <a:bodyPr/>
        <a:lstStyle/>
        <a:p>
          <a:endParaRPr lang="en-US"/>
        </a:p>
      </dgm:t>
    </dgm:pt>
    <dgm:pt modelId="{58F16ACD-ECC9-4187-B042-C68FB11BA62A}" type="sibTrans" cxnId="{260473E3-7E0A-4EA3-A44F-695FA683C73F}">
      <dgm:prSet/>
      <dgm:spPr/>
      <dgm:t>
        <a:bodyPr/>
        <a:lstStyle/>
        <a:p>
          <a:endParaRPr lang="en-US"/>
        </a:p>
      </dgm:t>
    </dgm:pt>
    <dgm:pt modelId="{38DC099C-BDD6-48C6-9C29-5FC8CF51830C}">
      <dgm:prSet/>
      <dgm:spPr/>
      <dgm:t>
        <a:bodyPr/>
        <a:lstStyle/>
        <a:p>
          <a:r>
            <a:rPr lang="en-US" b="0"/>
            <a:t>Editor Eclipse</a:t>
          </a:r>
          <a:endParaRPr lang="en-US"/>
        </a:p>
      </dgm:t>
    </dgm:pt>
    <dgm:pt modelId="{FCE809A1-0854-4982-B7D1-CCAB5A4623D4}" type="parTrans" cxnId="{7B22A41A-5B07-466A-9057-D531778F979B}">
      <dgm:prSet/>
      <dgm:spPr/>
      <dgm:t>
        <a:bodyPr/>
        <a:lstStyle/>
        <a:p>
          <a:endParaRPr lang="en-US"/>
        </a:p>
      </dgm:t>
    </dgm:pt>
    <dgm:pt modelId="{5D4E495E-467D-4353-83FE-AADDFFA2C844}" type="sibTrans" cxnId="{7B22A41A-5B07-466A-9057-D531778F979B}">
      <dgm:prSet/>
      <dgm:spPr/>
      <dgm:t>
        <a:bodyPr/>
        <a:lstStyle/>
        <a:p>
          <a:endParaRPr lang="en-US"/>
        </a:p>
      </dgm:t>
    </dgm:pt>
    <dgm:pt modelId="{9BD0AA3E-E903-493C-9B79-27FB2A3C15DC}">
      <dgm:prSet/>
      <dgm:spPr/>
      <dgm:t>
        <a:bodyPr/>
        <a:lstStyle/>
        <a:p>
          <a:r>
            <a:rPr lang="en-US" b="0"/>
            <a:t>Bloc de notas</a:t>
          </a:r>
          <a:endParaRPr lang="en-US"/>
        </a:p>
      </dgm:t>
    </dgm:pt>
    <dgm:pt modelId="{15C7F145-1F4B-4AC2-B0A8-646E6693B46C}" type="parTrans" cxnId="{61D329AF-5E3B-4B69-9AD1-C8B8E6C53FC5}">
      <dgm:prSet/>
      <dgm:spPr/>
      <dgm:t>
        <a:bodyPr/>
        <a:lstStyle/>
        <a:p>
          <a:endParaRPr lang="en-US"/>
        </a:p>
      </dgm:t>
    </dgm:pt>
    <dgm:pt modelId="{FF2C1E7C-117E-4D04-933C-4DB140E174B1}" type="sibTrans" cxnId="{61D329AF-5E3B-4B69-9AD1-C8B8E6C53FC5}">
      <dgm:prSet/>
      <dgm:spPr/>
      <dgm:t>
        <a:bodyPr/>
        <a:lstStyle/>
        <a:p>
          <a:endParaRPr lang="en-US"/>
        </a:p>
      </dgm:t>
    </dgm:pt>
    <dgm:pt modelId="{F52D84A0-FE6E-460A-94C7-2658465558EE}">
      <dgm:prSet/>
      <dgm:spPr/>
      <dgm:t>
        <a:bodyPr/>
        <a:lstStyle/>
        <a:p>
          <a:r>
            <a:rPr lang="en-US" b="0"/>
            <a:t>Servidor MySQL</a:t>
          </a:r>
          <a:endParaRPr lang="en-US"/>
        </a:p>
      </dgm:t>
    </dgm:pt>
    <dgm:pt modelId="{5D9C0FEF-E9B9-4286-A1A3-ECCE1BB360EE}" type="parTrans" cxnId="{3750208E-E750-4F28-9C9D-2C41F53AB80D}">
      <dgm:prSet/>
      <dgm:spPr/>
      <dgm:t>
        <a:bodyPr/>
        <a:lstStyle/>
        <a:p>
          <a:endParaRPr lang="en-US"/>
        </a:p>
      </dgm:t>
    </dgm:pt>
    <dgm:pt modelId="{A849390D-C61B-47F8-86D3-EA2E38E25239}" type="sibTrans" cxnId="{3750208E-E750-4F28-9C9D-2C41F53AB80D}">
      <dgm:prSet/>
      <dgm:spPr/>
      <dgm:t>
        <a:bodyPr/>
        <a:lstStyle/>
        <a:p>
          <a:endParaRPr lang="en-US"/>
        </a:p>
      </dgm:t>
    </dgm:pt>
    <dgm:pt modelId="{E18880E6-7D8B-4F2D-B1A6-5380DAAD4838}" type="pres">
      <dgm:prSet presAssocID="{85CB7D60-7AF3-478D-A365-558A7F1F245E}" presName="vert0" presStyleCnt="0">
        <dgm:presLayoutVars>
          <dgm:dir/>
          <dgm:animOne val="branch"/>
          <dgm:animLvl val="lvl"/>
        </dgm:presLayoutVars>
      </dgm:prSet>
      <dgm:spPr/>
    </dgm:pt>
    <dgm:pt modelId="{DD263D3A-DF31-4186-85D9-53B7048A1253}" type="pres">
      <dgm:prSet presAssocID="{FAE0F792-DBF2-4880-9557-02D3F87DA655}" presName="thickLine" presStyleLbl="alignNode1" presStyleIdx="0" presStyleCnt="4"/>
      <dgm:spPr/>
    </dgm:pt>
    <dgm:pt modelId="{E90EA8AB-4344-4B68-8666-3DB00EA3BAB8}" type="pres">
      <dgm:prSet presAssocID="{FAE0F792-DBF2-4880-9557-02D3F87DA655}" presName="horz1" presStyleCnt="0"/>
      <dgm:spPr/>
    </dgm:pt>
    <dgm:pt modelId="{25A2680F-6C1B-433A-ADFF-9089D575341B}" type="pres">
      <dgm:prSet presAssocID="{FAE0F792-DBF2-4880-9557-02D3F87DA655}" presName="tx1" presStyleLbl="revTx" presStyleIdx="0" presStyleCnt="4"/>
      <dgm:spPr/>
    </dgm:pt>
    <dgm:pt modelId="{70C0074A-32AB-4A53-B4CC-0F8923EDF2A7}" type="pres">
      <dgm:prSet presAssocID="{FAE0F792-DBF2-4880-9557-02D3F87DA655}" presName="vert1" presStyleCnt="0"/>
      <dgm:spPr/>
    </dgm:pt>
    <dgm:pt modelId="{6F24DA80-DA2D-4E9C-BC18-754B4D328639}" type="pres">
      <dgm:prSet presAssocID="{38DC099C-BDD6-48C6-9C29-5FC8CF51830C}" presName="thickLine" presStyleLbl="alignNode1" presStyleIdx="1" presStyleCnt="4"/>
      <dgm:spPr/>
    </dgm:pt>
    <dgm:pt modelId="{56798A98-2164-41ED-8D12-4E72CD24657E}" type="pres">
      <dgm:prSet presAssocID="{38DC099C-BDD6-48C6-9C29-5FC8CF51830C}" presName="horz1" presStyleCnt="0"/>
      <dgm:spPr/>
    </dgm:pt>
    <dgm:pt modelId="{48C13002-4DD7-48D7-9EB4-B70138EACEAD}" type="pres">
      <dgm:prSet presAssocID="{38DC099C-BDD6-48C6-9C29-5FC8CF51830C}" presName="tx1" presStyleLbl="revTx" presStyleIdx="1" presStyleCnt="4"/>
      <dgm:spPr/>
    </dgm:pt>
    <dgm:pt modelId="{133FCB9A-2D52-411A-BF4A-8F3137DDCC88}" type="pres">
      <dgm:prSet presAssocID="{38DC099C-BDD6-48C6-9C29-5FC8CF51830C}" presName="vert1" presStyleCnt="0"/>
      <dgm:spPr/>
    </dgm:pt>
    <dgm:pt modelId="{9284BBD0-4BCA-464D-B5DC-34AF8F9C4BE4}" type="pres">
      <dgm:prSet presAssocID="{9BD0AA3E-E903-493C-9B79-27FB2A3C15DC}" presName="thickLine" presStyleLbl="alignNode1" presStyleIdx="2" presStyleCnt="4"/>
      <dgm:spPr/>
    </dgm:pt>
    <dgm:pt modelId="{BF6AEFF6-3E81-4C4F-A36A-5C8312EC2117}" type="pres">
      <dgm:prSet presAssocID="{9BD0AA3E-E903-493C-9B79-27FB2A3C15DC}" presName="horz1" presStyleCnt="0"/>
      <dgm:spPr/>
    </dgm:pt>
    <dgm:pt modelId="{09E1F32A-0842-48C5-8FB9-F938F1C5A78D}" type="pres">
      <dgm:prSet presAssocID="{9BD0AA3E-E903-493C-9B79-27FB2A3C15DC}" presName="tx1" presStyleLbl="revTx" presStyleIdx="2" presStyleCnt="4"/>
      <dgm:spPr/>
    </dgm:pt>
    <dgm:pt modelId="{E9C753A0-51CA-4765-AFD0-7FF95F5ABBFE}" type="pres">
      <dgm:prSet presAssocID="{9BD0AA3E-E903-493C-9B79-27FB2A3C15DC}" presName="vert1" presStyleCnt="0"/>
      <dgm:spPr/>
    </dgm:pt>
    <dgm:pt modelId="{E8FE3A91-E2BE-4DB8-8E96-6C0BBBAFC286}" type="pres">
      <dgm:prSet presAssocID="{F52D84A0-FE6E-460A-94C7-2658465558EE}" presName="thickLine" presStyleLbl="alignNode1" presStyleIdx="3" presStyleCnt="4"/>
      <dgm:spPr/>
    </dgm:pt>
    <dgm:pt modelId="{C6141EC6-0FE6-4AEC-A1A7-78C21CE23257}" type="pres">
      <dgm:prSet presAssocID="{F52D84A0-FE6E-460A-94C7-2658465558EE}" presName="horz1" presStyleCnt="0"/>
      <dgm:spPr/>
    </dgm:pt>
    <dgm:pt modelId="{7CD65FFA-8617-402E-B707-3E0EDB36B6B2}" type="pres">
      <dgm:prSet presAssocID="{F52D84A0-FE6E-460A-94C7-2658465558EE}" presName="tx1" presStyleLbl="revTx" presStyleIdx="3" presStyleCnt="4"/>
      <dgm:spPr/>
    </dgm:pt>
    <dgm:pt modelId="{F0DB83AF-0F50-4BA4-9ADD-74323B2F1990}" type="pres">
      <dgm:prSet presAssocID="{F52D84A0-FE6E-460A-94C7-2658465558EE}" presName="vert1" presStyleCnt="0"/>
      <dgm:spPr/>
    </dgm:pt>
  </dgm:ptLst>
  <dgm:cxnLst>
    <dgm:cxn modelId="{C90B770D-2BA4-49A0-A8BF-B8BC2BA8E4AC}" type="presOf" srcId="{85CB7D60-7AF3-478D-A365-558A7F1F245E}" destId="{E18880E6-7D8B-4F2D-B1A6-5380DAAD4838}" srcOrd="0" destOrd="0" presId="urn:microsoft.com/office/officeart/2008/layout/LinedList"/>
    <dgm:cxn modelId="{7B22A41A-5B07-466A-9057-D531778F979B}" srcId="{85CB7D60-7AF3-478D-A365-558A7F1F245E}" destId="{38DC099C-BDD6-48C6-9C29-5FC8CF51830C}" srcOrd="1" destOrd="0" parTransId="{FCE809A1-0854-4982-B7D1-CCAB5A4623D4}" sibTransId="{5D4E495E-467D-4353-83FE-AADDFFA2C844}"/>
    <dgm:cxn modelId="{68078A24-0949-4FDC-8F9C-CC820AE08D20}" type="presOf" srcId="{FAE0F792-DBF2-4880-9557-02D3F87DA655}" destId="{25A2680F-6C1B-433A-ADFF-9089D575341B}" srcOrd="0" destOrd="0" presId="urn:microsoft.com/office/officeart/2008/layout/LinedList"/>
    <dgm:cxn modelId="{B7887673-02C7-4B0F-B908-038D46DAE16C}" type="presOf" srcId="{9BD0AA3E-E903-493C-9B79-27FB2A3C15DC}" destId="{09E1F32A-0842-48C5-8FB9-F938F1C5A78D}" srcOrd="0" destOrd="0" presId="urn:microsoft.com/office/officeart/2008/layout/LinedList"/>
    <dgm:cxn modelId="{3750208E-E750-4F28-9C9D-2C41F53AB80D}" srcId="{85CB7D60-7AF3-478D-A365-558A7F1F245E}" destId="{F52D84A0-FE6E-460A-94C7-2658465558EE}" srcOrd="3" destOrd="0" parTransId="{5D9C0FEF-E9B9-4286-A1A3-ECCE1BB360EE}" sibTransId="{A849390D-C61B-47F8-86D3-EA2E38E25239}"/>
    <dgm:cxn modelId="{A047979E-CA36-4B19-AC5B-517C285F2F16}" type="presOf" srcId="{F52D84A0-FE6E-460A-94C7-2658465558EE}" destId="{7CD65FFA-8617-402E-B707-3E0EDB36B6B2}" srcOrd="0" destOrd="0" presId="urn:microsoft.com/office/officeart/2008/layout/LinedList"/>
    <dgm:cxn modelId="{61D329AF-5E3B-4B69-9AD1-C8B8E6C53FC5}" srcId="{85CB7D60-7AF3-478D-A365-558A7F1F245E}" destId="{9BD0AA3E-E903-493C-9B79-27FB2A3C15DC}" srcOrd="2" destOrd="0" parTransId="{15C7F145-1F4B-4AC2-B0A8-646E6693B46C}" sibTransId="{FF2C1E7C-117E-4D04-933C-4DB140E174B1}"/>
    <dgm:cxn modelId="{DAE4E2C7-CB99-4FA1-86D3-02D923315EFD}" type="presOf" srcId="{38DC099C-BDD6-48C6-9C29-5FC8CF51830C}" destId="{48C13002-4DD7-48D7-9EB4-B70138EACEAD}" srcOrd="0" destOrd="0" presId="urn:microsoft.com/office/officeart/2008/layout/LinedList"/>
    <dgm:cxn modelId="{260473E3-7E0A-4EA3-A44F-695FA683C73F}" srcId="{85CB7D60-7AF3-478D-A365-558A7F1F245E}" destId="{FAE0F792-DBF2-4880-9557-02D3F87DA655}" srcOrd="0" destOrd="0" parTransId="{FD22488B-160D-4F82-92CA-EDB78CC821C7}" sibTransId="{58F16ACD-ECC9-4187-B042-C68FB11BA62A}"/>
    <dgm:cxn modelId="{B73FD0AE-7FCD-4ACF-9CE1-A2E7D08A321B}" type="presParOf" srcId="{E18880E6-7D8B-4F2D-B1A6-5380DAAD4838}" destId="{DD263D3A-DF31-4186-85D9-53B7048A1253}" srcOrd="0" destOrd="0" presId="urn:microsoft.com/office/officeart/2008/layout/LinedList"/>
    <dgm:cxn modelId="{43DFCF61-D435-4B89-8587-320D862008A5}" type="presParOf" srcId="{E18880E6-7D8B-4F2D-B1A6-5380DAAD4838}" destId="{E90EA8AB-4344-4B68-8666-3DB00EA3BAB8}" srcOrd="1" destOrd="0" presId="urn:microsoft.com/office/officeart/2008/layout/LinedList"/>
    <dgm:cxn modelId="{37207F38-8344-4AE3-B7AD-BC614659F3DF}" type="presParOf" srcId="{E90EA8AB-4344-4B68-8666-3DB00EA3BAB8}" destId="{25A2680F-6C1B-433A-ADFF-9089D575341B}" srcOrd="0" destOrd="0" presId="urn:microsoft.com/office/officeart/2008/layout/LinedList"/>
    <dgm:cxn modelId="{1E684298-44DC-4435-9C45-F052AA9E5E7C}" type="presParOf" srcId="{E90EA8AB-4344-4B68-8666-3DB00EA3BAB8}" destId="{70C0074A-32AB-4A53-B4CC-0F8923EDF2A7}" srcOrd="1" destOrd="0" presId="urn:microsoft.com/office/officeart/2008/layout/LinedList"/>
    <dgm:cxn modelId="{5C42DD6A-ACD6-4F59-9C12-24651A194C29}" type="presParOf" srcId="{E18880E6-7D8B-4F2D-B1A6-5380DAAD4838}" destId="{6F24DA80-DA2D-4E9C-BC18-754B4D328639}" srcOrd="2" destOrd="0" presId="urn:microsoft.com/office/officeart/2008/layout/LinedList"/>
    <dgm:cxn modelId="{D64E578D-A9F9-4268-AF80-8E6F0BC3C213}" type="presParOf" srcId="{E18880E6-7D8B-4F2D-B1A6-5380DAAD4838}" destId="{56798A98-2164-41ED-8D12-4E72CD24657E}" srcOrd="3" destOrd="0" presId="urn:microsoft.com/office/officeart/2008/layout/LinedList"/>
    <dgm:cxn modelId="{54C3218A-DEAC-4A91-A52F-77E6D5D7718B}" type="presParOf" srcId="{56798A98-2164-41ED-8D12-4E72CD24657E}" destId="{48C13002-4DD7-48D7-9EB4-B70138EACEAD}" srcOrd="0" destOrd="0" presId="urn:microsoft.com/office/officeart/2008/layout/LinedList"/>
    <dgm:cxn modelId="{7714BA8B-BE01-466A-BD56-C1EF7FD50A8A}" type="presParOf" srcId="{56798A98-2164-41ED-8D12-4E72CD24657E}" destId="{133FCB9A-2D52-411A-BF4A-8F3137DDCC88}" srcOrd="1" destOrd="0" presId="urn:microsoft.com/office/officeart/2008/layout/LinedList"/>
    <dgm:cxn modelId="{A16D10A3-D14D-483D-ADE8-E0314990175A}" type="presParOf" srcId="{E18880E6-7D8B-4F2D-B1A6-5380DAAD4838}" destId="{9284BBD0-4BCA-464D-B5DC-34AF8F9C4BE4}" srcOrd="4" destOrd="0" presId="urn:microsoft.com/office/officeart/2008/layout/LinedList"/>
    <dgm:cxn modelId="{D734456B-898A-42A4-AA69-9EA987BF47C5}" type="presParOf" srcId="{E18880E6-7D8B-4F2D-B1A6-5380DAAD4838}" destId="{BF6AEFF6-3E81-4C4F-A36A-5C8312EC2117}" srcOrd="5" destOrd="0" presId="urn:microsoft.com/office/officeart/2008/layout/LinedList"/>
    <dgm:cxn modelId="{7F0969E5-D3BA-4C10-81CE-9D03B4A6C8E5}" type="presParOf" srcId="{BF6AEFF6-3E81-4C4F-A36A-5C8312EC2117}" destId="{09E1F32A-0842-48C5-8FB9-F938F1C5A78D}" srcOrd="0" destOrd="0" presId="urn:microsoft.com/office/officeart/2008/layout/LinedList"/>
    <dgm:cxn modelId="{6CAE9065-C5FC-46F6-9524-A43B7AE0CB24}" type="presParOf" srcId="{BF6AEFF6-3E81-4C4F-A36A-5C8312EC2117}" destId="{E9C753A0-51CA-4765-AFD0-7FF95F5ABBFE}" srcOrd="1" destOrd="0" presId="urn:microsoft.com/office/officeart/2008/layout/LinedList"/>
    <dgm:cxn modelId="{472BDFEA-1672-41FA-B54F-921AC5EBF784}" type="presParOf" srcId="{E18880E6-7D8B-4F2D-B1A6-5380DAAD4838}" destId="{E8FE3A91-E2BE-4DB8-8E96-6C0BBBAFC286}" srcOrd="6" destOrd="0" presId="urn:microsoft.com/office/officeart/2008/layout/LinedList"/>
    <dgm:cxn modelId="{225E36E5-5EBA-464A-BB40-790EDA4AC869}" type="presParOf" srcId="{E18880E6-7D8B-4F2D-B1A6-5380DAAD4838}" destId="{C6141EC6-0FE6-4AEC-A1A7-78C21CE23257}" srcOrd="7" destOrd="0" presId="urn:microsoft.com/office/officeart/2008/layout/LinedList"/>
    <dgm:cxn modelId="{5D04D9F1-C5B9-480E-8432-12877290646B}" type="presParOf" srcId="{C6141EC6-0FE6-4AEC-A1A7-78C21CE23257}" destId="{7CD65FFA-8617-402E-B707-3E0EDB36B6B2}" srcOrd="0" destOrd="0" presId="urn:microsoft.com/office/officeart/2008/layout/LinedList"/>
    <dgm:cxn modelId="{B963914E-27C8-4E0E-8ADC-73D307736BD2}" type="presParOf" srcId="{C6141EC6-0FE6-4AEC-A1A7-78C21CE23257}" destId="{F0DB83AF-0F50-4BA4-9ADD-74323B2F199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7A1ABF-3796-4BED-BAD0-7713F2349019}">
      <dsp:nvSpPr>
        <dsp:cNvPr id="0" name=""/>
        <dsp:cNvSpPr/>
      </dsp:nvSpPr>
      <dsp:spPr>
        <a:xfrm>
          <a:off x="1045320" y="2124"/>
          <a:ext cx="2868885" cy="17213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kern="1200"/>
            <a:t>Un proceso es un programa en ejecución.</a:t>
          </a:r>
          <a:endParaRPr lang="en-US" sz="3400" kern="1200"/>
        </a:p>
      </dsp:txBody>
      <dsp:txXfrm>
        <a:off x="1045320" y="2124"/>
        <a:ext cx="2868885" cy="1721331"/>
      </dsp:txXfrm>
    </dsp:sp>
    <dsp:sp modelId="{689DBC19-0309-4B7B-8134-45BD0FACC2CE}">
      <dsp:nvSpPr>
        <dsp:cNvPr id="0" name=""/>
        <dsp:cNvSpPr/>
      </dsp:nvSpPr>
      <dsp:spPr>
        <a:xfrm>
          <a:off x="4201094" y="2124"/>
          <a:ext cx="2868885" cy="1721331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kern="1200"/>
            <a:t>Tiene su propia memoria.</a:t>
          </a:r>
          <a:endParaRPr lang="en-US" sz="3400" kern="1200"/>
        </a:p>
      </dsp:txBody>
      <dsp:txXfrm>
        <a:off x="4201094" y="2124"/>
        <a:ext cx="2868885" cy="1721331"/>
      </dsp:txXfrm>
    </dsp:sp>
    <dsp:sp modelId="{A8BD972B-B144-4166-A42B-ABEDCC2DEDD8}">
      <dsp:nvSpPr>
        <dsp:cNvPr id="0" name=""/>
        <dsp:cNvSpPr/>
      </dsp:nvSpPr>
      <dsp:spPr>
        <a:xfrm>
          <a:off x="1045320" y="2010343"/>
          <a:ext cx="2868885" cy="1721331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kern="1200"/>
            <a:t>Tiene un identificador único (PID).</a:t>
          </a:r>
          <a:endParaRPr lang="en-US" sz="3400" kern="1200"/>
        </a:p>
      </dsp:txBody>
      <dsp:txXfrm>
        <a:off x="1045320" y="2010343"/>
        <a:ext cx="2868885" cy="1721331"/>
      </dsp:txXfrm>
    </dsp:sp>
    <dsp:sp modelId="{3092DC12-30D1-4700-A984-F741103468A0}">
      <dsp:nvSpPr>
        <dsp:cNvPr id="0" name=""/>
        <dsp:cNvSpPr/>
      </dsp:nvSpPr>
      <dsp:spPr>
        <a:xfrm>
          <a:off x="4201094" y="2010343"/>
          <a:ext cx="2868885" cy="1721331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kern="1200"/>
            <a:t>Es gestionado por el sistema operativo.</a:t>
          </a:r>
          <a:endParaRPr lang="en-US" sz="3400" kern="1200"/>
        </a:p>
      </dsp:txBody>
      <dsp:txXfrm>
        <a:off x="4201094" y="2010343"/>
        <a:ext cx="2868885" cy="17213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263D3A-DF31-4186-85D9-53B7048A1253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A2680F-6C1B-433A-ADFF-9089D575341B}">
      <dsp:nvSpPr>
        <dsp:cNvPr id="0" name=""/>
        <dsp:cNvSpPr/>
      </dsp:nvSpPr>
      <dsp:spPr>
        <a:xfrm>
          <a:off x="0" y="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t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b="0" kern="1200"/>
            <a:t>Navegador Chrome</a:t>
          </a:r>
          <a:endParaRPr lang="en-US" sz="5200" kern="1200"/>
        </a:p>
      </dsp:txBody>
      <dsp:txXfrm>
        <a:off x="0" y="0"/>
        <a:ext cx="8229600" cy="1131490"/>
      </dsp:txXfrm>
    </dsp:sp>
    <dsp:sp modelId="{6F24DA80-DA2D-4E9C-BC18-754B4D328639}">
      <dsp:nvSpPr>
        <dsp:cNvPr id="0" name=""/>
        <dsp:cNvSpPr/>
      </dsp:nvSpPr>
      <dsp:spPr>
        <a:xfrm>
          <a:off x="0" y="11314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C13002-4DD7-48D7-9EB4-B70138EACEAD}">
      <dsp:nvSpPr>
        <dsp:cNvPr id="0" name=""/>
        <dsp:cNvSpPr/>
      </dsp:nvSpPr>
      <dsp:spPr>
        <a:xfrm>
          <a:off x="0" y="113149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t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b="0" kern="1200"/>
            <a:t>Editor Eclipse</a:t>
          </a:r>
          <a:endParaRPr lang="en-US" sz="5200" kern="1200"/>
        </a:p>
      </dsp:txBody>
      <dsp:txXfrm>
        <a:off x="0" y="1131490"/>
        <a:ext cx="8229600" cy="1131490"/>
      </dsp:txXfrm>
    </dsp:sp>
    <dsp:sp modelId="{9284BBD0-4BCA-464D-B5DC-34AF8F9C4BE4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E1F32A-0842-48C5-8FB9-F938F1C5A78D}">
      <dsp:nvSpPr>
        <dsp:cNvPr id="0" name=""/>
        <dsp:cNvSpPr/>
      </dsp:nvSpPr>
      <dsp:spPr>
        <a:xfrm>
          <a:off x="0" y="2262981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t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b="0" kern="1200"/>
            <a:t>Bloc de notas</a:t>
          </a:r>
          <a:endParaRPr lang="en-US" sz="5200" kern="1200"/>
        </a:p>
      </dsp:txBody>
      <dsp:txXfrm>
        <a:off x="0" y="2262981"/>
        <a:ext cx="8229600" cy="1131490"/>
      </dsp:txXfrm>
    </dsp:sp>
    <dsp:sp modelId="{E8FE3A91-E2BE-4DB8-8E96-6C0BBBAFC286}">
      <dsp:nvSpPr>
        <dsp:cNvPr id="0" name=""/>
        <dsp:cNvSpPr/>
      </dsp:nvSpPr>
      <dsp:spPr>
        <a:xfrm>
          <a:off x="0" y="33944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D65FFA-8617-402E-B707-3E0EDB36B6B2}">
      <dsp:nvSpPr>
        <dsp:cNvPr id="0" name=""/>
        <dsp:cNvSpPr/>
      </dsp:nvSpPr>
      <dsp:spPr>
        <a:xfrm>
          <a:off x="0" y="3394472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t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b="0" kern="1200"/>
            <a:t>Servidor MySQL</a:t>
          </a:r>
          <a:endParaRPr lang="en-US" sz="5200" kern="1200"/>
        </a:p>
      </dsp:txBody>
      <dsp:txXfrm>
        <a:off x="0" y="3394472"/>
        <a:ext cx="8229600" cy="11314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ídeo 4" descr="Gráfico de barras del mercado de valores">
            <a:extLst>
              <a:ext uri="{FF2B5EF4-FFF2-40B4-BE49-F238E27FC236}">
                <a16:creationId xmlns:a16="http://schemas.microsoft.com/office/drawing/2014/main" id="{5CC547BD-0F6E-15DE-8C74-C1C63EA76EB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24786" b="-1"/>
          <a:stretch>
            <a:fillRect/>
          </a:stretch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325550"/>
            <a:ext cx="75438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defRPr sz="4400" b="1">
                <a:latin typeface="Calibri"/>
              </a:defRPr>
            </a:pPr>
            <a:r>
              <a:rPr lang="es-ES" sz="4500">
                <a:solidFill>
                  <a:srgbClr val="FFFFFF"/>
                </a:solidFill>
              </a:rPr>
              <a:t>Programación de Procesos en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072043"/>
            <a:ext cx="75438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defRPr sz="2800" b="0">
                <a:latin typeface="Calibri"/>
              </a:defRPr>
            </a:pPr>
            <a:r>
              <a:rPr lang="es-ES">
                <a:solidFill>
                  <a:srgbClr val="FFFFFF"/>
                </a:solidFill>
              </a:rPr>
              <a:t>Programación de Servicios y Procesos</a:t>
            </a:r>
          </a:p>
          <a:p>
            <a:r>
              <a:rPr lang="es-ES">
                <a:solidFill>
                  <a:srgbClr val="FFFFFF"/>
                </a:solidFill>
              </a:rPr>
              <a:t>CFGS DAM / DAW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oques de madera apilados para crear un gráfico de barras">
            <a:extLst>
              <a:ext uri="{FF2B5EF4-FFF2-40B4-BE49-F238E27FC236}">
                <a16:creationId xmlns:a16="http://schemas.microsoft.com/office/drawing/2014/main" id="{864BD24D-BA28-F1AC-6E38-548BC084D7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99" r="258" b="1"/>
          <a:stretch>
            <a:fillRect/>
          </a:stretch>
        </p:blipFill>
        <p:spPr>
          <a:xfrm>
            <a:off x="-2585" y="-1"/>
            <a:ext cx="9146585" cy="687974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064451" y="791834"/>
            <a:ext cx="3020876" cy="9154947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567EA8-C72D-4B9B-D23F-6B2E9F9C9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584" y="0"/>
            <a:ext cx="2132551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FBFA78-9360-1E01-5448-6D5AE0A32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779028" y="21736"/>
            <a:ext cx="2364646" cy="6858008"/>
          </a:xfrm>
          <a:prstGeom prst="rect">
            <a:avLst/>
          </a:prstGeom>
          <a:gradFill flip="none" rotWithShape="1">
            <a:gsLst>
              <a:gs pos="5000">
                <a:schemeClr val="accent5">
                  <a:alpha val="48000"/>
                </a:schemeClr>
              </a:gs>
              <a:gs pos="42000">
                <a:schemeClr val="accent5">
                  <a:alpha val="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40453C-744F-DB3A-47EC-15EACE1DC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585" y="5288433"/>
            <a:ext cx="9149779" cy="1591311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9000">
                <a:schemeClr val="accent2">
                  <a:alpha val="0"/>
                </a:schemeClr>
              </a:gs>
            </a:gsLst>
            <a:lin ang="588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924B03-77BD-EAE3-2854-43363FF8E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5100" y="2905286"/>
            <a:ext cx="3866773" cy="4082144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4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271" y="4121944"/>
            <a:ext cx="5945838" cy="16206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>
                <a:solidFill>
                  <a:srgbClr val="FFFFFF"/>
                </a:solidFill>
              </a:rPr>
              <a:t>Bloque 1: Conceptos básicos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4271" y="5737867"/>
            <a:ext cx="5956785" cy="618479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1700">
                <a:solidFill>
                  <a:srgbClr val="FFFFFF"/>
                </a:solidFill>
              </a:rPr>
              <a:t>Fundamentos de procesos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pPr>
              <a:defRPr sz="3600" b="1">
                <a:latin typeface="Calibri"/>
              </a:defRPr>
            </a:pPr>
            <a:r>
              <a:rPr lang="es-ES" sz="3500"/>
              <a:t>¿Qué es un proceso?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EC3C75-2044-3818-5470-6E572CD827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8855972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Ejemplos reales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BB6142-5350-4E03-128C-B67B21DFD67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Programa vs Proceso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Programa → archivo almacenado.</a:t>
            </a:r>
          </a:p>
          <a:p>
            <a:pPr>
              <a:defRPr sz="2600" b="0">
                <a:latin typeface="Calibri"/>
              </a:defRPr>
            </a:pPr>
            <a:r>
              <a:t>Proceso → programa ejecutándose.</a:t>
            </a:r>
          </a:p>
          <a:p>
            <a:pPr>
              <a:defRPr sz="2600" b="0">
                <a:latin typeface="Calibri"/>
              </a:defRPr>
            </a:pPr>
            <a:r>
              <a:t>Un programa puede generar varios procesos.</a:t>
            </a:r>
          </a:p>
          <a:p>
            <a:pPr>
              <a:defRPr sz="2600" b="0">
                <a:latin typeface="Calibri"/>
              </a:defRPr>
            </a:pPr>
            <a:r>
              <a:t>Ejemplo: abrir varias ventanas de Chrome.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Estados de un proceso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Nuevo</a:t>
            </a:r>
          </a:p>
          <a:p>
            <a:pPr>
              <a:defRPr sz="2600" b="0">
                <a:latin typeface="Calibri"/>
              </a:defRPr>
            </a:pPr>
            <a:r>
              <a:t>En ejecución</a:t>
            </a:r>
          </a:p>
          <a:p>
            <a:pPr>
              <a:defRPr sz="2600" b="0">
                <a:latin typeface="Calibri"/>
              </a:defRPr>
            </a:pPr>
            <a:r>
              <a:t>En espera</a:t>
            </a:r>
          </a:p>
          <a:p>
            <a:pPr>
              <a:defRPr sz="2600" b="0">
                <a:latin typeface="Calibri"/>
              </a:defRPr>
            </a:pPr>
            <a:r>
              <a:t>Finalizado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E2BA2BD9-7B54-4190-8F06-3EF3658A0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84F9D61-9303-40B4-9F7E-66A9B4EDC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ubos conectados con una línea roja">
            <a:extLst>
              <a:ext uri="{FF2B5EF4-FFF2-40B4-BE49-F238E27FC236}">
                <a16:creationId xmlns:a16="http://schemas.microsoft.com/office/drawing/2014/main" id="{C77B2DEC-7A04-898B-FF6D-BB71AB127A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65" r="-1" b="-1"/>
          <a:stretch>
            <a:fillRect/>
          </a:stretch>
        </p:blipFill>
        <p:spPr>
          <a:xfrm>
            <a:off x="20" y="-1"/>
            <a:ext cx="8562289" cy="6858001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Overlay">
            <a:extLst>
              <a:ext uri="{FF2B5EF4-FFF2-40B4-BE49-F238E27FC236}">
                <a16:creationId xmlns:a16="http://schemas.microsoft.com/office/drawing/2014/main" id="{648D746A-0359-4EAE-8CF9-062E28169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051286" y="1051286"/>
            <a:ext cx="6858000" cy="4755427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68" y="1948171"/>
            <a:ext cx="3375793" cy="266131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200">
                <a:solidFill>
                  <a:srgbClr val="FFFFFF"/>
                </a:solidFill>
              </a:rPr>
              <a:t>Bloque 2: Procesos en Java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168" y="4814201"/>
            <a:ext cx="3375792" cy="1306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rgbClr val="FFFFFF"/>
                </a:solidFill>
              </a:rPr>
              <a:t>Uso de ProcessBuilder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Java y los procesos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Java permite crear procesos.</a:t>
            </a:r>
          </a:p>
          <a:p>
            <a:pPr>
              <a:defRPr sz="2600" b="0">
                <a:latin typeface="Calibri"/>
              </a:defRPr>
            </a:pPr>
            <a:r>
              <a:t>Permite controlar procesos.</a:t>
            </a:r>
          </a:p>
          <a:p>
            <a:pPr>
              <a:defRPr sz="2600" b="0">
                <a:latin typeface="Calibri"/>
              </a:defRPr>
            </a:pPr>
            <a:r>
              <a:t>Permite ejecutar programas externos.</a:t>
            </a:r>
          </a:p>
          <a:p>
            <a:pPr>
              <a:defRPr sz="2600" b="0">
                <a:latin typeface="Calibri"/>
              </a:defRPr>
            </a:pPr>
            <a:r>
              <a:t>Se utiliza ProcessBuilder.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Clase ProcessBuilder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Crea procesos.</a:t>
            </a:r>
          </a:p>
          <a:p>
            <a:pPr>
              <a:defRPr sz="2600" b="0">
                <a:latin typeface="Calibri"/>
              </a:defRPr>
            </a:pPr>
            <a:r>
              <a:t>Ejecuta comandos.</a:t>
            </a:r>
          </a:p>
          <a:p>
            <a:pPr>
              <a:defRPr sz="2600" b="0">
                <a:latin typeface="Calibri"/>
              </a:defRPr>
            </a:pPr>
            <a:r>
              <a:t>Permite configurar opciones.</a:t>
            </a:r>
          </a:p>
          <a:p>
            <a:pPr>
              <a:defRPr sz="2600" b="0">
                <a:latin typeface="Calibri"/>
              </a:defRPr>
            </a:pPr>
            <a:r>
              <a:t>Es la clase principal.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Ejemplo: abrir bloc de notas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ProcessBuilder pb = new ProcessBuilder("notepad.exe");</a:t>
            </a:r>
          </a:p>
          <a:p>
            <a:pPr>
              <a:defRPr sz="2600" b="0">
                <a:latin typeface="Calibri"/>
              </a:defRPr>
            </a:pPr>
            <a:r>
              <a:t>pb.start();</a:t>
            </a:r>
          </a:p>
          <a:p>
            <a:pPr>
              <a:defRPr sz="2600" b="0">
                <a:latin typeface="Calibri"/>
              </a:defRPr>
            </a:pPr>
            <a:r>
              <a:t>Java ejecuta el programa.</a:t>
            </a:r>
          </a:p>
          <a:p>
            <a:pPr>
              <a:defRPr sz="2600" b="0">
                <a:latin typeface="Calibri"/>
              </a:defRPr>
            </a:pPr>
            <a:r>
              <a:t>Se crea un proceso nuevo.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Ejemplo: ejecutar comando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rPr dirty="0" err="1"/>
              <a:t>ProcessBuilder</a:t>
            </a:r>
            <a:r>
              <a:rPr dirty="0"/>
              <a:t> pb = new </a:t>
            </a:r>
            <a:r>
              <a:rPr dirty="0" err="1"/>
              <a:t>ProcessBuilder</a:t>
            </a:r>
            <a:r>
              <a:rPr dirty="0"/>
              <a:t>("</a:t>
            </a:r>
            <a:r>
              <a:rPr dirty="0" err="1"/>
              <a:t>cmd</a:t>
            </a:r>
            <a:r>
              <a:rPr dirty="0"/>
              <a:t>","/c","</a:t>
            </a:r>
            <a:r>
              <a:rPr dirty="0" err="1"/>
              <a:t>dir</a:t>
            </a:r>
            <a:r>
              <a:rPr dirty="0"/>
              <a:t>");</a:t>
            </a:r>
            <a:endParaRPr lang="es-ES" dirty="0"/>
          </a:p>
          <a:p>
            <a:pPr>
              <a:defRPr sz="2600" b="0">
                <a:latin typeface="Calibri"/>
              </a:defRPr>
            </a:pPr>
            <a:r>
              <a:rPr lang="es-ES" sz="2600" dirty="0" err="1"/>
              <a:t>pb.inheritIO</a:t>
            </a:r>
            <a:r>
              <a:rPr lang="es-ES" sz="2600" dirty="0"/>
              <a:t>(); </a:t>
            </a:r>
            <a:endParaRPr dirty="0"/>
          </a:p>
          <a:p>
            <a:pPr>
              <a:defRPr sz="2600" b="0">
                <a:latin typeface="Calibri"/>
              </a:defRPr>
            </a:pPr>
            <a:r>
              <a:rPr dirty="0" err="1"/>
              <a:t>pb.start</a:t>
            </a:r>
            <a:r>
              <a:rPr dirty="0"/>
              <a:t>();</a:t>
            </a:r>
          </a:p>
          <a:p>
            <a:pPr>
              <a:defRPr sz="2600" b="0">
                <a:latin typeface="Calibri"/>
              </a:defRPr>
            </a:pPr>
            <a:r>
              <a:rPr dirty="0" err="1"/>
              <a:t>Ejecuta</a:t>
            </a:r>
            <a:r>
              <a:rPr dirty="0"/>
              <a:t> </a:t>
            </a:r>
            <a:r>
              <a:rPr dirty="0" err="1"/>
              <a:t>comando</a:t>
            </a:r>
            <a:r>
              <a:rPr dirty="0"/>
              <a:t> del </a:t>
            </a:r>
            <a:r>
              <a:rPr dirty="0" err="1"/>
              <a:t>sistema</a:t>
            </a:r>
            <a:r>
              <a:rPr dirty="0"/>
              <a:t>.</a:t>
            </a:r>
          </a:p>
          <a:p>
            <a:pPr>
              <a:defRPr sz="2600" b="0">
                <a:latin typeface="Calibri"/>
              </a:defRPr>
            </a:pPr>
            <a:r>
              <a:rPr dirty="0" err="1"/>
              <a:t>Muestra</a:t>
            </a:r>
            <a:r>
              <a:rPr dirty="0"/>
              <a:t> </a:t>
            </a:r>
            <a:r>
              <a:rPr dirty="0" err="1"/>
              <a:t>archivos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E2BA2BD9-7B54-4190-8F06-3EF3658A0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84F9D61-9303-40B4-9F7E-66A9B4EDC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Vista superior de cubos conectados con líneas negras">
            <a:extLst>
              <a:ext uri="{FF2B5EF4-FFF2-40B4-BE49-F238E27FC236}">
                <a16:creationId xmlns:a16="http://schemas.microsoft.com/office/drawing/2014/main" id="{06C04D1D-04A4-4D84-CBFE-6375ABF816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62"/>
          <a:stretch>
            <a:fillRect/>
          </a:stretch>
        </p:blipFill>
        <p:spPr>
          <a:xfrm>
            <a:off x="20" y="-1"/>
            <a:ext cx="8562289" cy="6858001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Overlay">
            <a:extLst>
              <a:ext uri="{FF2B5EF4-FFF2-40B4-BE49-F238E27FC236}">
                <a16:creationId xmlns:a16="http://schemas.microsoft.com/office/drawing/2014/main" id="{648D746A-0359-4EAE-8CF9-062E28169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051286" y="1051286"/>
            <a:ext cx="6858000" cy="4755427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68" y="1948171"/>
            <a:ext cx="3375793" cy="266131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200">
                <a:solidFill>
                  <a:srgbClr val="FFFFFF"/>
                </a:solidFill>
              </a:rPr>
              <a:t>Bloque 3: Control de procesos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168" y="4814201"/>
            <a:ext cx="3375792" cy="1306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rgbClr val="FFFFFF"/>
                </a:solidFill>
              </a:rPr>
              <a:t>Gestión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Clase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Representa el proceso.</a:t>
            </a:r>
          </a:p>
          <a:p>
            <a:pPr>
              <a:defRPr sz="2600" b="0">
                <a:latin typeface="Calibri"/>
              </a:defRPr>
            </a:pPr>
            <a:r>
              <a:t>Permite controlarlo.</a:t>
            </a:r>
          </a:p>
          <a:p>
            <a:pPr>
              <a:defRPr sz="2600" b="0">
                <a:latin typeface="Calibri"/>
              </a:defRPr>
            </a:pPr>
            <a:r>
              <a:t>Permite esperar.</a:t>
            </a:r>
          </a:p>
          <a:p>
            <a:pPr>
              <a:defRPr sz="2600" b="0">
                <a:latin typeface="Calibri"/>
              </a:defRPr>
            </a:pPr>
            <a:r>
              <a:t>Permite finalizar.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waitFor()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Espera a que termine.</a:t>
            </a:r>
          </a:p>
          <a:p>
            <a:pPr>
              <a:defRPr sz="2600" b="0">
                <a:latin typeface="Calibri"/>
              </a:defRPr>
            </a:pPr>
            <a:r>
              <a:t>Bloquea el programa.</a:t>
            </a:r>
          </a:p>
          <a:p>
            <a:pPr>
              <a:defRPr sz="2600" b="0">
                <a:latin typeface="Calibri"/>
              </a:defRPr>
            </a:pPr>
            <a:r>
              <a:t>Ejemplo:</a:t>
            </a:r>
          </a:p>
          <a:p>
            <a:pPr>
              <a:defRPr sz="2600" b="0">
                <a:latin typeface="Calibri"/>
              </a:defRPr>
            </a:pPr>
            <a:r>
              <a:t>p.waitFor();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Finalizar proceso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destroy()</a:t>
            </a:r>
          </a:p>
          <a:p>
            <a:pPr>
              <a:defRPr sz="2600" b="0">
                <a:latin typeface="Calibri"/>
              </a:defRPr>
            </a:pPr>
            <a:r>
              <a:t>Finaliza proceso.</a:t>
            </a:r>
          </a:p>
          <a:p>
            <a:pPr>
              <a:defRPr sz="2600" b="0">
                <a:latin typeface="Calibri"/>
              </a:defRPr>
            </a:pPr>
            <a:r>
              <a:t>Ejemplo:</a:t>
            </a:r>
          </a:p>
          <a:p>
            <a:pPr>
              <a:defRPr sz="2600" b="0">
                <a:latin typeface="Calibri"/>
              </a:defRPr>
            </a:pPr>
            <a:r>
              <a:t>p.destroy();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945" y="590062"/>
            <a:ext cx="4057242" cy="28389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9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Bloque 4: Leer salida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1533" y="4698614"/>
            <a:ext cx="3816487" cy="1198120"/>
          </a:xfrm>
        </p:spPr>
        <p:txBody>
          <a:bodyPr vert="horz" lIns="91440" tIns="45720" rIns="91440" bIns="45720" rtlCol="0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Captura de información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3201" y="2744546"/>
            <a:ext cx="104279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2285" y="29738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1546" y="3198265"/>
            <a:ext cx="95785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75946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Capturar salida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Usar InputStream</a:t>
            </a:r>
          </a:p>
          <a:p>
            <a:pPr>
              <a:defRPr sz="2600" b="0">
                <a:latin typeface="Calibri"/>
              </a:defRPr>
            </a:pPr>
            <a:r>
              <a:t>Leer datos</a:t>
            </a:r>
          </a:p>
          <a:p>
            <a:pPr>
              <a:defRPr sz="2600" b="0">
                <a:latin typeface="Calibri"/>
              </a:defRPr>
            </a:pPr>
            <a:r>
              <a:t>Mostrar resultados</a:t>
            </a:r>
          </a:p>
          <a:p>
            <a:pPr>
              <a:defRPr sz="2600" b="0">
                <a:latin typeface="Calibri"/>
              </a:defRPr>
            </a:pPr>
            <a:r>
              <a:t>Permite automatización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Ejemplo práctico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Leer resultado dir</a:t>
            </a:r>
          </a:p>
          <a:p>
            <a:pPr>
              <a:defRPr sz="2600" b="0">
                <a:latin typeface="Calibri"/>
              </a:defRPr>
            </a:pPr>
            <a:r>
              <a:t>Mostrar en consola</a:t>
            </a:r>
          </a:p>
          <a:p>
            <a:pPr>
              <a:defRPr sz="2600" b="0">
                <a:latin typeface="Calibri"/>
              </a:defRPr>
            </a:pPr>
            <a:r>
              <a:t>Procesar datos</a:t>
            </a:r>
          </a:p>
          <a:p>
            <a:pPr>
              <a:defRPr sz="2600" b="0">
                <a:latin typeface="Calibri"/>
              </a:defRPr>
            </a:pPr>
            <a:r>
              <a:t>Guardar resultados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Bloque 5: Ejercicios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Actividades prácticas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Ejercicio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Crear programa que abra calculadora</a:t>
            </a:r>
          </a:p>
          <a:p>
            <a:pPr>
              <a:defRPr sz="2600" b="0">
                <a:latin typeface="Calibri"/>
              </a:defRPr>
            </a:pPr>
            <a:r>
              <a:t>Usar ProcessBuilder</a:t>
            </a:r>
          </a:p>
          <a:p>
            <a:pPr>
              <a:defRPr sz="2600" b="0">
                <a:latin typeface="Calibri"/>
              </a:defRPr>
            </a:pPr>
            <a:r>
              <a:t>Comprobar funcionamiento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Ejercicio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Ejecutar comando ipconfig</a:t>
            </a:r>
          </a:p>
          <a:p>
            <a:pPr>
              <a:defRPr sz="2600" b="0">
                <a:latin typeface="Calibri"/>
              </a:defRPr>
            </a:pPr>
            <a:r>
              <a:t>Mostrar resultado</a:t>
            </a:r>
          </a:p>
          <a:p>
            <a:pPr>
              <a:defRPr sz="2600" b="0">
                <a:latin typeface="Calibri"/>
              </a:defRPr>
            </a:pPr>
            <a:r>
              <a:t>Analizar resultado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Ejercicio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Abrir bloc de notas</a:t>
            </a:r>
          </a:p>
          <a:p>
            <a:pPr>
              <a:defRPr sz="2600" b="0">
                <a:latin typeface="Calibri"/>
              </a:defRPr>
            </a:pPr>
            <a:r>
              <a:t>Esperar cierre</a:t>
            </a:r>
          </a:p>
          <a:p>
            <a:pPr>
              <a:defRPr sz="2600" b="0">
                <a:latin typeface="Calibri"/>
              </a:defRPr>
            </a:pPr>
            <a:r>
              <a:t>Mostrar mensaje final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Ejercicio 4 (Examen)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Abrir navegador</a:t>
            </a:r>
          </a:p>
          <a:p>
            <a:pPr>
              <a:defRPr sz="2600" b="0">
                <a:latin typeface="Calibri"/>
              </a:defRPr>
            </a:pPr>
            <a:r>
              <a:t>Esperar</a:t>
            </a:r>
          </a:p>
          <a:p>
            <a:pPr>
              <a:defRPr sz="2600" b="0">
                <a:latin typeface="Calibri"/>
              </a:defRPr>
            </a:pPr>
            <a:r>
              <a:t>Mostrar mensaje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945" y="590062"/>
            <a:ext cx="4057242" cy="28389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9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Bloque 6: Caso real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1533" y="4698614"/>
            <a:ext cx="3816487" cy="1198120"/>
          </a:xfrm>
        </p:spPr>
        <p:txBody>
          <a:bodyPr vert="horz" lIns="91440" tIns="45720" rIns="91440" bIns="45720" rtlCol="0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Aplicación real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3201" y="2744546"/>
            <a:ext cx="104279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2285" y="29738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1546" y="3198265"/>
            <a:ext cx="95785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75946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Caso real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Administrador sistema</a:t>
            </a:r>
          </a:p>
          <a:p>
            <a:pPr>
              <a:defRPr sz="2600" b="0">
                <a:latin typeface="Calibri"/>
              </a:defRPr>
            </a:pPr>
            <a:r>
              <a:t>Ejecutar comandos</a:t>
            </a:r>
          </a:p>
          <a:p>
            <a:pPr>
              <a:defRPr sz="2600" b="0">
                <a:latin typeface="Calibri"/>
              </a:defRPr>
            </a:pPr>
            <a:r>
              <a:t>Automatizar tareas</a:t>
            </a:r>
          </a:p>
          <a:p>
            <a:pPr>
              <a:defRPr sz="2600" b="0">
                <a:latin typeface="Calibri"/>
              </a:defRPr>
            </a:pPr>
            <a:r>
              <a:t>Supervisar sistema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Ejemplo administrador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Ejecutar ping</a:t>
            </a:r>
          </a:p>
          <a:p>
            <a:pPr>
              <a:defRPr sz="2600" b="0">
                <a:latin typeface="Calibri"/>
              </a:defRPr>
            </a:pPr>
            <a:r>
              <a:t>Analizar resultado</a:t>
            </a:r>
          </a:p>
          <a:p>
            <a:pPr>
              <a:defRPr sz="2600" b="0">
                <a:latin typeface="Calibri"/>
              </a:defRPr>
            </a:pPr>
            <a:r>
              <a:t>Mostrar estado</a:t>
            </a:r>
          </a:p>
          <a:p>
            <a:pPr>
              <a:defRPr sz="2600" b="0">
                <a:latin typeface="Calibri"/>
              </a:defRPr>
            </a:pPr>
            <a:r>
              <a:t>Guardar log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945" y="590062"/>
            <a:ext cx="4057242" cy="28389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9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Resumen final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1533" y="4698614"/>
            <a:ext cx="3816487" cy="1198120"/>
          </a:xfrm>
        </p:spPr>
        <p:txBody>
          <a:bodyPr vert="horz" lIns="91440" tIns="45720" rIns="91440" bIns="45720" rtlCol="0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Conclusión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3201" y="2744546"/>
            <a:ext cx="104279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2285" y="29738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1546" y="3198265"/>
            <a:ext cx="95785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75946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Resumen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Java puede crear procesos</a:t>
            </a:r>
          </a:p>
          <a:p>
            <a:pPr>
              <a:defRPr sz="2600" b="0">
                <a:latin typeface="Calibri"/>
              </a:defRPr>
            </a:pPr>
            <a:r>
              <a:t>Se usa ProcessBuilder</a:t>
            </a:r>
          </a:p>
          <a:p>
            <a:pPr>
              <a:defRPr sz="2600" b="0">
                <a:latin typeface="Calibri"/>
              </a:defRPr>
            </a:pPr>
            <a:r>
              <a:t>Se pueden controlar</a:t>
            </a:r>
          </a:p>
          <a:p>
            <a:pPr>
              <a:defRPr sz="2600" b="0">
                <a:latin typeface="Calibri"/>
              </a:defRPr>
            </a:pPr>
            <a:r>
              <a:t>Uso profesional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Fin presentación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latin typeface="Calibri"/>
              </a:defRPr>
            </a:pPr>
            <a:r>
              <a:t>Preguntas</a:t>
            </a:r>
          </a:p>
          <a:p>
            <a:pPr>
              <a:defRPr sz="2600" b="0">
                <a:latin typeface="Calibri"/>
              </a:defRPr>
            </a:pPr>
            <a:r>
              <a:t>Práctica</a:t>
            </a:r>
          </a:p>
          <a:p>
            <a:pPr>
              <a:defRPr sz="2600" b="0">
                <a:latin typeface="Calibri"/>
              </a:defRPr>
            </a:pPr>
            <a:r>
              <a:t>Ejercicios</a:t>
            </a:r>
          </a:p>
          <a:p>
            <a:pPr>
              <a:defRPr sz="2600" b="0">
                <a:latin typeface="Calibri"/>
              </a:defRPr>
            </a:pPr>
            <a:r>
              <a:t>Proyecto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Words>393</Words>
  <Application>Microsoft Office PowerPoint</Application>
  <PresentationFormat>Presentación en pantalla (4:3)</PresentationFormat>
  <Paragraphs>119</Paragraphs>
  <Slides>29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Programación de Procesos en Java</vt:lpstr>
      <vt:lpstr>Bloque 1: Conceptos básicos</vt:lpstr>
      <vt:lpstr>¿Qué es un proceso?</vt:lpstr>
      <vt:lpstr>Ejemplos reales</vt:lpstr>
      <vt:lpstr>Programa vs Proceso</vt:lpstr>
      <vt:lpstr>Estados de un proceso</vt:lpstr>
      <vt:lpstr>Bloque 2: Procesos en Java</vt:lpstr>
      <vt:lpstr>Java y los procesos</vt:lpstr>
      <vt:lpstr>Clase ProcessBuilder</vt:lpstr>
      <vt:lpstr>Ejemplo: abrir bloc de notas</vt:lpstr>
      <vt:lpstr>Ejemplo: ejecutar comando</vt:lpstr>
      <vt:lpstr>Bloque 3: Control de procesos</vt:lpstr>
      <vt:lpstr>Clase Process</vt:lpstr>
      <vt:lpstr>waitFor()</vt:lpstr>
      <vt:lpstr>Finalizar proceso</vt:lpstr>
      <vt:lpstr>Bloque 4: Leer salida</vt:lpstr>
      <vt:lpstr>Capturar salida</vt:lpstr>
      <vt:lpstr>Ejemplo práctico</vt:lpstr>
      <vt:lpstr>Bloque 5: Ejercicios</vt:lpstr>
      <vt:lpstr>Ejercicio 1</vt:lpstr>
      <vt:lpstr>Ejercicio 2</vt:lpstr>
      <vt:lpstr>Ejercicio 3</vt:lpstr>
      <vt:lpstr>Ejercicio 4 (Examen)</vt:lpstr>
      <vt:lpstr>Bloque 6: Caso real</vt:lpstr>
      <vt:lpstr>Caso real</vt:lpstr>
      <vt:lpstr>Ejemplo administrador</vt:lpstr>
      <vt:lpstr>Resumen final</vt:lpstr>
      <vt:lpstr>Resumen</vt:lpstr>
      <vt:lpstr>Fin presentación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3</cp:revision>
  <dcterms:created xsi:type="dcterms:W3CDTF">2013-01-27T09:14:16Z</dcterms:created>
  <dcterms:modified xsi:type="dcterms:W3CDTF">2026-02-25T08:43:28Z</dcterms:modified>
  <cp:category/>
</cp:coreProperties>
</file>