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57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1142844E-D398-4839-8BA1-021B2BF2F449}"/>
    <pc:docChg chg="undo custSel addSld delSld modSld">
      <pc:chgData name="Alberto Ruiz" userId="47fa91d207cfb014" providerId="LiveId" clId="{1142844E-D398-4839-8BA1-021B2BF2F449}" dt="2024-08-08T11:52:59.149" v="431" actId="26606"/>
      <pc:docMkLst>
        <pc:docMk/>
      </pc:docMkLst>
      <pc:sldChg chg="addSp modSp new mod setBg">
        <pc:chgData name="Alberto Ruiz" userId="47fa91d207cfb014" providerId="LiveId" clId="{1142844E-D398-4839-8BA1-021B2BF2F449}" dt="2024-08-08T11:27:25.777" v="58" actId="26606"/>
        <pc:sldMkLst>
          <pc:docMk/>
          <pc:sldMk cId="3221956812" sldId="256"/>
        </pc:sldMkLst>
      </pc:sldChg>
      <pc:sldChg chg="modSp new mod">
        <pc:chgData name="Alberto Ruiz" userId="47fa91d207cfb014" providerId="LiveId" clId="{1142844E-D398-4839-8BA1-021B2BF2F449}" dt="2024-08-08T11:23:22.097" v="17"/>
        <pc:sldMkLst>
          <pc:docMk/>
          <pc:sldMk cId="3962143771" sldId="257"/>
        </pc:sldMkLst>
      </pc:sldChg>
      <pc:sldChg chg="addSp delSp modSp new mod setBg">
        <pc:chgData name="Alberto Ruiz" userId="47fa91d207cfb014" providerId="LiveId" clId="{1142844E-D398-4839-8BA1-021B2BF2F449}" dt="2024-08-08T11:27:30.803" v="59" actId="26606"/>
        <pc:sldMkLst>
          <pc:docMk/>
          <pc:sldMk cId="2709303056" sldId="258"/>
        </pc:sldMkLst>
      </pc:sldChg>
      <pc:sldChg chg="addSp modSp new mod setBg">
        <pc:chgData name="Alberto Ruiz" userId="47fa91d207cfb014" providerId="LiveId" clId="{1142844E-D398-4839-8BA1-021B2BF2F449}" dt="2024-08-08T11:27:35.972" v="60" actId="26606"/>
        <pc:sldMkLst>
          <pc:docMk/>
          <pc:sldMk cId="1829564787" sldId="259"/>
        </pc:sldMkLst>
      </pc:sldChg>
      <pc:sldChg chg="addSp delSp modSp new mod setBg">
        <pc:chgData name="Alberto Ruiz" userId="47fa91d207cfb014" providerId="LiveId" clId="{1142844E-D398-4839-8BA1-021B2BF2F449}" dt="2024-08-08T11:27:40.811" v="61" actId="26606"/>
        <pc:sldMkLst>
          <pc:docMk/>
          <pc:sldMk cId="3887372116" sldId="260"/>
        </pc:sldMkLst>
      </pc:sldChg>
      <pc:sldChg chg="addSp modSp new">
        <pc:chgData name="Alberto Ruiz" userId="47fa91d207cfb014" providerId="LiveId" clId="{1142844E-D398-4839-8BA1-021B2BF2F449}" dt="2024-08-08T11:24:32.313" v="29"/>
        <pc:sldMkLst>
          <pc:docMk/>
          <pc:sldMk cId="611996243" sldId="261"/>
        </pc:sldMkLst>
      </pc:sldChg>
      <pc:sldChg chg="addSp delSp modSp new del mod">
        <pc:chgData name="Alberto Ruiz" userId="47fa91d207cfb014" providerId="LiveId" clId="{1142844E-D398-4839-8BA1-021B2BF2F449}" dt="2024-08-08T11:26:05.186" v="46" actId="47"/>
        <pc:sldMkLst>
          <pc:docMk/>
          <pc:sldMk cId="1581868263" sldId="262"/>
        </pc:sldMkLst>
      </pc:sldChg>
      <pc:sldChg chg="addSp delSp modSp new mod setBg">
        <pc:chgData name="Alberto Ruiz" userId="47fa91d207cfb014" providerId="LiveId" clId="{1142844E-D398-4839-8BA1-021B2BF2F449}" dt="2024-08-08T11:31:14.109" v="110" actId="403"/>
        <pc:sldMkLst>
          <pc:docMk/>
          <pc:sldMk cId="3425767887" sldId="263"/>
        </pc:sldMkLst>
      </pc:sldChg>
      <pc:sldChg chg="addSp delSp modSp new mod setBg">
        <pc:chgData name="Alberto Ruiz" userId="47fa91d207cfb014" providerId="LiveId" clId="{1142844E-D398-4839-8BA1-021B2BF2F449}" dt="2024-08-08T11:31:36.566" v="120" actId="403"/>
        <pc:sldMkLst>
          <pc:docMk/>
          <pc:sldMk cId="513082205" sldId="264"/>
        </pc:sldMkLst>
      </pc:sldChg>
      <pc:sldChg chg="addSp delSp modSp new mod setBg">
        <pc:chgData name="Alberto Ruiz" userId="47fa91d207cfb014" providerId="LiveId" clId="{1142844E-D398-4839-8BA1-021B2BF2F449}" dt="2024-08-08T11:32:00.245" v="130" actId="403"/>
        <pc:sldMkLst>
          <pc:docMk/>
          <pc:sldMk cId="830277038" sldId="265"/>
        </pc:sldMkLst>
      </pc:sldChg>
      <pc:sldChg chg="addSp modSp new mod setBg">
        <pc:chgData name="Alberto Ruiz" userId="47fa91d207cfb014" providerId="LiveId" clId="{1142844E-D398-4839-8BA1-021B2BF2F449}" dt="2024-08-08T11:48:24.479" v="335" actId="26606"/>
        <pc:sldMkLst>
          <pc:docMk/>
          <pc:sldMk cId="228400177" sldId="266"/>
        </pc:sldMkLst>
      </pc:sldChg>
      <pc:sldChg chg="addSp delSp modSp new mod setBg">
        <pc:chgData name="Alberto Ruiz" userId="47fa91d207cfb014" providerId="LiveId" clId="{1142844E-D398-4839-8BA1-021B2BF2F449}" dt="2024-08-08T11:48:29.441" v="336" actId="26606"/>
        <pc:sldMkLst>
          <pc:docMk/>
          <pc:sldMk cId="1351739744" sldId="267"/>
        </pc:sldMkLst>
      </pc:sldChg>
      <pc:sldChg chg="addSp delSp modSp new del mod">
        <pc:chgData name="Alberto Ruiz" userId="47fa91d207cfb014" providerId="LiveId" clId="{1142844E-D398-4839-8BA1-021B2BF2F449}" dt="2024-08-08T11:39:58.573" v="214" actId="47"/>
        <pc:sldMkLst>
          <pc:docMk/>
          <pc:sldMk cId="995300031" sldId="268"/>
        </pc:sldMkLst>
      </pc:sldChg>
      <pc:sldChg chg="addSp delSp modSp new mod setBg">
        <pc:chgData name="Alberto Ruiz" userId="47fa91d207cfb014" providerId="LiveId" clId="{1142844E-D398-4839-8BA1-021B2BF2F449}" dt="2024-08-08T11:48:41.967" v="339" actId="26606"/>
        <pc:sldMkLst>
          <pc:docMk/>
          <pc:sldMk cId="3890084842" sldId="268"/>
        </pc:sldMkLst>
      </pc:sldChg>
      <pc:sldChg chg="addSp delSp modSp new mod setBg">
        <pc:chgData name="Alberto Ruiz" userId="47fa91d207cfb014" providerId="LiveId" clId="{1142844E-D398-4839-8BA1-021B2BF2F449}" dt="2024-08-08T11:48:45.585" v="340" actId="26606"/>
        <pc:sldMkLst>
          <pc:docMk/>
          <pc:sldMk cId="1577276776" sldId="269"/>
        </pc:sldMkLst>
      </pc:sldChg>
      <pc:sldChg chg="addSp modSp new mod setBg">
        <pc:chgData name="Alberto Ruiz" userId="47fa91d207cfb014" providerId="LiveId" clId="{1142844E-D398-4839-8BA1-021B2BF2F449}" dt="2024-08-08T11:49:50.725" v="377" actId="20577"/>
        <pc:sldMkLst>
          <pc:docMk/>
          <pc:sldMk cId="2265064926" sldId="270"/>
        </pc:sldMkLst>
      </pc:sldChg>
      <pc:sldChg chg="addSp delSp modSp new mod">
        <pc:chgData name="Alberto Ruiz" userId="47fa91d207cfb014" providerId="LiveId" clId="{1142844E-D398-4839-8BA1-021B2BF2F449}" dt="2024-08-08T11:52:05.988" v="418"/>
        <pc:sldMkLst>
          <pc:docMk/>
          <pc:sldMk cId="506623747" sldId="271"/>
        </pc:sldMkLst>
      </pc:sldChg>
      <pc:sldChg chg="addSp modSp new mod setBg">
        <pc:chgData name="Alberto Ruiz" userId="47fa91d207cfb014" providerId="LiveId" clId="{1142844E-D398-4839-8BA1-021B2BF2F449}" dt="2024-08-08T11:52:42.926" v="429" actId="403"/>
        <pc:sldMkLst>
          <pc:docMk/>
          <pc:sldMk cId="4213533185" sldId="272"/>
        </pc:sldMkLst>
      </pc:sldChg>
      <pc:sldChg chg="addSp delSp modSp new mod setBg">
        <pc:chgData name="Alberto Ruiz" userId="47fa91d207cfb014" providerId="LiveId" clId="{1142844E-D398-4839-8BA1-021B2BF2F449}" dt="2024-08-08T11:52:48.755" v="430" actId="26606"/>
        <pc:sldMkLst>
          <pc:docMk/>
          <pc:sldMk cId="237529047" sldId="273"/>
        </pc:sldMkLst>
      </pc:sldChg>
      <pc:sldChg chg="addSp modSp new mod setBg">
        <pc:chgData name="Alberto Ruiz" userId="47fa91d207cfb014" providerId="LiveId" clId="{1142844E-D398-4839-8BA1-021B2BF2F449}" dt="2024-08-08T11:52:59.149" v="431" actId="26606"/>
        <pc:sldMkLst>
          <pc:docMk/>
          <pc:sldMk cId="2215261974" sldId="274"/>
        </pc:sldMkLst>
      </pc:sldChg>
    </pc:docChg>
  </pc:docChgLst>
  <pc:docChgLst>
    <pc:chgData name="Alberto Ruiz" userId="47fa91d207cfb014" providerId="LiveId" clId="{A65441F1-4410-4905-8515-9EB9F3E46739}"/>
    <pc:docChg chg="modSld">
      <pc:chgData name="Alberto Ruiz" userId="47fa91d207cfb014" providerId="LiveId" clId="{A65441F1-4410-4905-8515-9EB9F3E46739}" dt="2025-03-11T09:12:53.729" v="5" actId="14100"/>
      <pc:docMkLst>
        <pc:docMk/>
      </pc:docMkLst>
      <pc:sldChg chg="modSp mod">
        <pc:chgData name="Alberto Ruiz" userId="47fa91d207cfb014" providerId="LiveId" clId="{A65441F1-4410-4905-8515-9EB9F3E46739}" dt="2025-03-11T09:12:53.729" v="5" actId="14100"/>
        <pc:sldMkLst>
          <pc:docMk/>
          <pc:sldMk cId="3887372116" sldId="260"/>
        </pc:sldMkLst>
        <pc:graphicFrameChg chg="mod">
          <ac:chgData name="Alberto Ruiz" userId="47fa91d207cfb014" providerId="LiveId" clId="{A65441F1-4410-4905-8515-9EB9F3E46739}" dt="2025-03-11T09:12:53.729" v="5" actId="14100"/>
          <ac:graphicFrameMkLst>
            <pc:docMk/>
            <pc:sldMk cId="3887372116" sldId="260"/>
            <ac:graphicFrameMk id="5" creationId="{AC13ECD2-FC80-B9CB-5040-E28E00C0FC69}"/>
          </ac:graphicFrameMkLst>
        </pc:graphicFrameChg>
      </pc:sldChg>
      <pc:sldChg chg="modSp mod">
        <pc:chgData name="Alberto Ruiz" userId="47fa91d207cfb014" providerId="LiveId" clId="{A65441F1-4410-4905-8515-9EB9F3E46739}" dt="2025-03-11T09:12:44.292" v="3" actId="14100"/>
        <pc:sldMkLst>
          <pc:docMk/>
          <pc:sldMk cId="3425767887" sldId="263"/>
        </pc:sldMkLst>
        <pc:graphicFrameChg chg="mod">
          <ac:chgData name="Alberto Ruiz" userId="47fa91d207cfb014" providerId="LiveId" clId="{A65441F1-4410-4905-8515-9EB9F3E46739}" dt="2025-03-11T09:12:44.292" v="3" actId="14100"/>
          <ac:graphicFrameMkLst>
            <pc:docMk/>
            <pc:sldMk cId="3425767887" sldId="263"/>
            <ac:graphicFrameMk id="25" creationId="{8EC4E411-E5A8-8B2F-1EA3-B0F17BD36F73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6D692B-45DD-4D8C-98F6-55B35B86D8A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9B3DC90-DE4C-420D-ABDB-AFE4F72CD29A}">
      <dgm:prSet/>
      <dgm:spPr/>
      <dgm:t>
        <a:bodyPr/>
        <a:lstStyle/>
        <a:p>
          <a:r>
            <a:rPr lang="es-ES"/>
            <a:t>Los </a:t>
          </a:r>
          <a:r>
            <a:rPr lang="es-ES" b="1"/>
            <a:t>patrones de diseño</a:t>
          </a:r>
          <a:r>
            <a:rPr lang="es-ES"/>
            <a:t> son soluciones habituales a problemas que ocurren con frecuencia en el diseño de software. Son como planos prefabricados que se pueden personalizar para resolver un problema de diseño recurrente en tu código.</a:t>
          </a:r>
          <a:endParaRPr lang="en-US"/>
        </a:p>
      </dgm:t>
    </dgm:pt>
    <dgm:pt modelId="{19334648-C4AA-4D98-BCAA-9F83FCB5C71D}" type="parTrans" cxnId="{1AEBF798-D2BC-4861-A4F1-33C63934BAF1}">
      <dgm:prSet/>
      <dgm:spPr/>
      <dgm:t>
        <a:bodyPr/>
        <a:lstStyle/>
        <a:p>
          <a:endParaRPr lang="en-US"/>
        </a:p>
      </dgm:t>
    </dgm:pt>
    <dgm:pt modelId="{B5A1DD7E-2392-4E1C-B4E0-3FA27A28A683}" type="sibTrans" cxnId="{1AEBF798-D2BC-4861-A4F1-33C63934BAF1}">
      <dgm:prSet/>
      <dgm:spPr/>
      <dgm:t>
        <a:bodyPr/>
        <a:lstStyle/>
        <a:p>
          <a:endParaRPr lang="en-US"/>
        </a:p>
      </dgm:t>
    </dgm:pt>
    <dgm:pt modelId="{1CBCFF69-851B-4066-831B-17B8A39472AC}">
      <dgm:prSet/>
      <dgm:spPr/>
      <dgm:t>
        <a:bodyPr/>
        <a:lstStyle/>
        <a:p>
          <a:r>
            <a:rPr lang="es-ES"/>
            <a:t>No se puede elegir un patrón y copiarlo en el programa como si se tratara de funciones o bibliotecas ya preparadas. El patrón no es una porción específica de código, sino un concepto general para resolver un problema particular. Puedes seguir los detalles del patrón e implementar una solución que encaje con las realidades de tu propio programa.</a:t>
          </a:r>
          <a:endParaRPr lang="en-US"/>
        </a:p>
      </dgm:t>
    </dgm:pt>
    <dgm:pt modelId="{F5BAF4BD-1308-4BF4-8A38-F741F9E99BA8}" type="parTrans" cxnId="{4C67CBA6-1FFE-4851-AB75-D79FF9309388}">
      <dgm:prSet/>
      <dgm:spPr/>
      <dgm:t>
        <a:bodyPr/>
        <a:lstStyle/>
        <a:p>
          <a:endParaRPr lang="en-US"/>
        </a:p>
      </dgm:t>
    </dgm:pt>
    <dgm:pt modelId="{BFF9AF10-7846-4840-8512-27DD540F0269}" type="sibTrans" cxnId="{4C67CBA6-1FFE-4851-AB75-D79FF9309388}">
      <dgm:prSet/>
      <dgm:spPr/>
      <dgm:t>
        <a:bodyPr/>
        <a:lstStyle/>
        <a:p>
          <a:endParaRPr lang="en-US"/>
        </a:p>
      </dgm:t>
    </dgm:pt>
    <dgm:pt modelId="{FAE04F89-6071-4779-A906-2AB1D60F4D4E}" type="pres">
      <dgm:prSet presAssocID="{CC6D692B-45DD-4D8C-98F6-55B35B86D8A0}" presName="linear" presStyleCnt="0">
        <dgm:presLayoutVars>
          <dgm:animLvl val="lvl"/>
          <dgm:resizeHandles val="exact"/>
        </dgm:presLayoutVars>
      </dgm:prSet>
      <dgm:spPr/>
    </dgm:pt>
    <dgm:pt modelId="{BDCFB291-CC24-4E19-95D7-350E75CEA9EE}" type="pres">
      <dgm:prSet presAssocID="{A9B3DC90-DE4C-420D-ABDB-AFE4F72CD2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8E34527-141E-4EB6-8D63-FEA4E50938C6}" type="pres">
      <dgm:prSet presAssocID="{B5A1DD7E-2392-4E1C-B4E0-3FA27A28A683}" presName="spacer" presStyleCnt="0"/>
      <dgm:spPr/>
    </dgm:pt>
    <dgm:pt modelId="{A682B5AC-2EAB-46E9-B625-95CF52F487A8}" type="pres">
      <dgm:prSet presAssocID="{1CBCFF69-851B-4066-831B-17B8A39472A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3D40672-BDC6-4464-B5B3-DC30E938D816}" type="presOf" srcId="{1CBCFF69-851B-4066-831B-17B8A39472AC}" destId="{A682B5AC-2EAB-46E9-B625-95CF52F487A8}" srcOrd="0" destOrd="0" presId="urn:microsoft.com/office/officeart/2005/8/layout/vList2"/>
    <dgm:cxn modelId="{D043C552-9071-4B32-BA75-4E751AB05B0C}" type="presOf" srcId="{A9B3DC90-DE4C-420D-ABDB-AFE4F72CD29A}" destId="{BDCFB291-CC24-4E19-95D7-350E75CEA9EE}" srcOrd="0" destOrd="0" presId="urn:microsoft.com/office/officeart/2005/8/layout/vList2"/>
    <dgm:cxn modelId="{1AEBF798-D2BC-4861-A4F1-33C63934BAF1}" srcId="{CC6D692B-45DD-4D8C-98F6-55B35B86D8A0}" destId="{A9B3DC90-DE4C-420D-ABDB-AFE4F72CD29A}" srcOrd="0" destOrd="0" parTransId="{19334648-C4AA-4D98-BCAA-9F83FCB5C71D}" sibTransId="{B5A1DD7E-2392-4E1C-B4E0-3FA27A28A683}"/>
    <dgm:cxn modelId="{4C67CBA6-1FFE-4851-AB75-D79FF9309388}" srcId="{CC6D692B-45DD-4D8C-98F6-55B35B86D8A0}" destId="{1CBCFF69-851B-4066-831B-17B8A39472AC}" srcOrd="1" destOrd="0" parTransId="{F5BAF4BD-1308-4BF4-8A38-F741F9E99BA8}" sibTransId="{BFF9AF10-7846-4840-8512-27DD540F0269}"/>
    <dgm:cxn modelId="{1C80D7FD-6895-4AFE-B12C-D6B49447B34F}" type="presOf" srcId="{CC6D692B-45DD-4D8C-98F6-55B35B86D8A0}" destId="{FAE04F89-6071-4779-A906-2AB1D60F4D4E}" srcOrd="0" destOrd="0" presId="urn:microsoft.com/office/officeart/2005/8/layout/vList2"/>
    <dgm:cxn modelId="{A817BC2D-44D2-4645-8006-98E648CB81C6}" type="presParOf" srcId="{FAE04F89-6071-4779-A906-2AB1D60F4D4E}" destId="{BDCFB291-CC24-4E19-95D7-350E75CEA9EE}" srcOrd="0" destOrd="0" presId="urn:microsoft.com/office/officeart/2005/8/layout/vList2"/>
    <dgm:cxn modelId="{91FD329A-4CD7-4014-9A9C-F9BADE4FEB11}" type="presParOf" srcId="{FAE04F89-6071-4779-A906-2AB1D60F4D4E}" destId="{A8E34527-141E-4EB6-8D63-FEA4E50938C6}" srcOrd="1" destOrd="0" presId="urn:microsoft.com/office/officeart/2005/8/layout/vList2"/>
    <dgm:cxn modelId="{9AE3C81D-38E0-4F09-A0BF-81CDC3C7C38F}" type="presParOf" srcId="{FAE04F89-6071-4779-A906-2AB1D60F4D4E}" destId="{A682B5AC-2EAB-46E9-B625-95CF52F487A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29C137-0728-4D30-97B4-65CADC0896E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029917-6105-421E-A64B-36EE45B102C2}">
      <dgm:prSet/>
      <dgm:spPr/>
      <dgm:t>
        <a:bodyPr/>
        <a:lstStyle/>
        <a:p>
          <a:r>
            <a:rPr lang="es-ES"/>
            <a:t>Los </a:t>
          </a:r>
          <a:r>
            <a:rPr lang="es-ES" b="1"/>
            <a:t>patrones creacionales</a:t>
          </a:r>
          <a:r>
            <a:rPr lang="es-ES"/>
            <a:t> proporcionan mecanismos de creación de objetos que incrementan la flexibilidad y la reutilización de código existente.</a:t>
          </a:r>
          <a:endParaRPr lang="en-US" dirty="0"/>
        </a:p>
      </dgm:t>
    </dgm:pt>
    <dgm:pt modelId="{1068ABE7-095A-48DD-9637-DDEE6D49836F}" type="parTrans" cxnId="{C58B9A57-82BF-4B59-9226-600DE619889D}">
      <dgm:prSet/>
      <dgm:spPr/>
      <dgm:t>
        <a:bodyPr/>
        <a:lstStyle/>
        <a:p>
          <a:endParaRPr lang="en-US"/>
        </a:p>
      </dgm:t>
    </dgm:pt>
    <dgm:pt modelId="{DADD808B-FF65-4659-B2DC-7083EAA881D7}" type="sibTrans" cxnId="{C58B9A57-82BF-4B59-9226-600DE619889D}">
      <dgm:prSet/>
      <dgm:spPr/>
      <dgm:t>
        <a:bodyPr/>
        <a:lstStyle/>
        <a:p>
          <a:endParaRPr lang="en-US"/>
        </a:p>
      </dgm:t>
    </dgm:pt>
    <dgm:pt modelId="{634351EA-4B6E-48A8-8574-E9EBF608807E}">
      <dgm:prSet/>
      <dgm:spPr/>
      <dgm:t>
        <a:bodyPr/>
        <a:lstStyle/>
        <a:p>
          <a:r>
            <a:rPr lang="es-ES"/>
            <a:t>Los </a:t>
          </a:r>
          <a:r>
            <a:rPr lang="es-ES" b="1"/>
            <a:t>patrones estructurales</a:t>
          </a:r>
          <a:r>
            <a:rPr lang="es-ES"/>
            <a:t> explican cómo ensamblar objetos y clases en estructuras más grandes a la vez que se mantiene la flexibilidad y eficiencia de la estructura.</a:t>
          </a:r>
          <a:endParaRPr lang="en-US"/>
        </a:p>
      </dgm:t>
    </dgm:pt>
    <dgm:pt modelId="{509366AA-6AAD-48CE-9C99-6DB8539BB57F}" type="parTrans" cxnId="{E8BAC107-3696-4CCA-AD9A-AED2A2736F25}">
      <dgm:prSet/>
      <dgm:spPr/>
      <dgm:t>
        <a:bodyPr/>
        <a:lstStyle/>
        <a:p>
          <a:endParaRPr lang="en-US"/>
        </a:p>
      </dgm:t>
    </dgm:pt>
    <dgm:pt modelId="{231E66B9-9276-411A-BF52-5D4754286510}" type="sibTrans" cxnId="{E8BAC107-3696-4CCA-AD9A-AED2A2736F25}">
      <dgm:prSet/>
      <dgm:spPr/>
      <dgm:t>
        <a:bodyPr/>
        <a:lstStyle/>
        <a:p>
          <a:endParaRPr lang="en-US"/>
        </a:p>
      </dgm:t>
    </dgm:pt>
    <dgm:pt modelId="{516D4045-8A98-445A-967A-3DD5770BDA58}">
      <dgm:prSet/>
      <dgm:spPr/>
      <dgm:t>
        <a:bodyPr/>
        <a:lstStyle/>
        <a:p>
          <a:r>
            <a:rPr lang="es-ES"/>
            <a:t>Los </a:t>
          </a:r>
          <a:r>
            <a:rPr lang="es-ES" b="1"/>
            <a:t>patrones de comportamiento</a:t>
          </a:r>
          <a:r>
            <a:rPr lang="es-ES"/>
            <a:t> se encargan de una comunicación efectiva y la asignación de responsabilidades entre objetos.</a:t>
          </a:r>
          <a:endParaRPr lang="en-US"/>
        </a:p>
      </dgm:t>
    </dgm:pt>
    <dgm:pt modelId="{468E7F26-FF75-4A7C-BBEA-A63E35C652C7}" type="parTrans" cxnId="{87E16B01-DC64-4C67-8CC6-A2E19055793B}">
      <dgm:prSet/>
      <dgm:spPr/>
      <dgm:t>
        <a:bodyPr/>
        <a:lstStyle/>
        <a:p>
          <a:endParaRPr lang="en-US"/>
        </a:p>
      </dgm:t>
    </dgm:pt>
    <dgm:pt modelId="{7D447DA3-1EAE-44A0-8193-1C1A19CD9719}" type="sibTrans" cxnId="{87E16B01-DC64-4C67-8CC6-A2E19055793B}">
      <dgm:prSet/>
      <dgm:spPr/>
      <dgm:t>
        <a:bodyPr/>
        <a:lstStyle/>
        <a:p>
          <a:endParaRPr lang="en-US"/>
        </a:p>
      </dgm:t>
    </dgm:pt>
    <dgm:pt modelId="{C44D59AE-EC33-4884-8675-C4211BD47F3E}" type="pres">
      <dgm:prSet presAssocID="{8429C137-0728-4D30-97B4-65CADC0896EA}" presName="linear" presStyleCnt="0">
        <dgm:presLayoutVars>
          <dgm:animLvl val="lvl"/>
          <dgm:resizeHandles val="exact"/>
        </dgm:presLayoutVars>
      </dgm:prSet>
      <dgm:spPr/>
    </dgm:pt>
    <dgm:pt modelId="{AB85F8BD-B499-4674-96D8-830451130811}" type="pres">
      <dgm:prSet presAssocID="{15029917-6105-421E-A64B-36EE45B102C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3FABE7-571C-4FE9-BCD3-4B7F3177F11C}" type="pres">
      <dgm:prSet presAssocID="{DADD808B-FF65-4659-B2DC-7083EAA881D7}" presName="spacer" presStyleCnt="0"/>
      <dgm:spPr/>
    </dgm:pt>
    <dgm:pt modelId="{A0CDF437-4D92-4FF5-ADCA-58285FA3B76D}" type="pres">
      <dgm:prSet presAssocID="{634351EA-4B6E-48A8-8574-E9EBF60880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6F263C4-D0B3-4796-8A72-227E09F53C41}" type="pres">
      <dgm:prSet presAssocID="{231E66B9-9276-411A-BF52-5D4754286510}" presName="spacer" presStyleCnt="0"/>
      <dgm:spPr/>
    </dgm:pt>
    <dgm:pt modelId="{3FE0A925-3B98-48F8-8A38-24D77EEAF84E}" type="pres">
      <dgm:prSet presAssocID="{516D4045-8A98-445A-967A-3DD5770BDA5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7E16B01-DC64-4C67-8CC6-A2E19055793B}" srcId="{8429C137-0728-4D30-97B4-65CADC0896EA}" destId="{516D4045-8A98-445A-967A-3DD5770BDA58}" srcOrd="2" destOrd="0" parTransId="{468E7F26-FF75-4A7C-BBEA-A63E35C652C7}" sibTransId="{7D447DA3-1EAE-44A0-8193-1C1A19CD9719}"/>
    <dgm:cxn modelId="{E8BAC107-3696-4CCA-AD9A-AED2A2736F25}" srcId="{8429C137-0728-4D30-97B4-65CADC0896EA}" destId="{634351EA-4B6E-48A8-8574-E9EBF608807E}" srcOrd="1" destOrd="0" parTransId="{509366AA-6AAD-48CE-9C99-6DB8539BB57F}" sibTransId="{231E66B9-9276-411A-BF52-5D4754286510}"/>
    <dgm:cxn modelId="{C58B9A57-82BF-4B59-9226-600DE619889D}" srcId="{8429C137-0728-4D30-97B4-65CADC0896EA}" destId="{15029917-6105-421E-A64B-36EE45B102C2}" srcOrd="0" destOrd="0" parTransId="{1068ABE7-095A-48DD-9637-DDEE6D49836F}" sibTransId="{DADD808B-FF65-4659-B2DC-7083EAA881D7}"/>
    <dgm:cxn modelId="{94EF89C4-07D3-482E-BC8B-2C6CB69D1F0E}" type="presOf" srcId="{15029917-6105-421E-A64B-36EE45B102C2}" destId="{AB85F8BD-B499-4674-96D8-830451130811}" srcOrd="0" destOrd="0" presId="urn:microsoft.com/office/officeart/2005/8/layout/vList2"/>
    <dgm:cxn modelId="{A15C0DC5-ABF8-451D-B81C-41A755AEE43D}" type="presOf" srcId="{8429C137-0728-4D30-97B4-65CADC0896EA}" destId="{C44D59AE-EC33-4884-8675-C4211BD47F3E}" srcOrd="0" destOrd="0" presId="urn:microsoft.com/office/officeart/2005/8/layout/vList2"/>
    <dgm:cxn modelId="{B6EC3DCC-0C53-4BDA-BC29-F5DE372D19D2}" type="presOf" srcId="{634351EA-4B6E-48A8-8574-E9EBF608807E}" destId="{A0CDF437-4D92-4FF5-ADCA-58285FA3B76D}" srcOrd="0" destOrd="0" presId="urn:microsoft.com/office/officeart/2005/8/layout/vList2"/>
    <dgm:cxn modelId="{B96DE9EC-3ACD-4709-8F17-D216628C60BA}" type="presOf" srcId="{516D4045-8A98-445A-967A-3DD5770BDA58}" destId="{3FE0A925-3B98-48F8-8A38-24D77EEAF84E}" srcOrd="0" destOrd="0" presId="urn:microsoft.com/office/officeart/2005/8/layout/vList2"/>
    <dgm:cxn modelId="{42500298-4D5A-48C5-9FF3-F56A866C89BA}" type="presParOf" srcId="{C44D59AE-EC33-4884-8675-C4211BD47F3E}" destId="{AB85F8BD-B499-4674-96D8-830451130811}" srcOrd="0" destOrd="0" presId="urn:microsoft.com/office/officeart/2005/8/layout/vList2"/>
    <dgm:cxn modelId="{25091750-0A07-4882-8C4D-EB711E45534B}" type="presParOf" srcId="{C44D59AE-EC33-4884-8675-C4211BD47F3E}" destId="{F93FABE7-571C-4FE9-BCD3-4B7F3177F11C}" srcOrd="1" destOrd="0" presId="urn:microsoft.com/office/officeart/2005/8/layout/vList2"/>
    <dgm:cxn modelId="{9EB52E0C-C103-4254-9387-035C258B2ADC}" type="presParOf" srcId="{C44D59AE-EC33-4884-8675-C4211BD47F3E}" destId="{A0CDF437-4D92-4FF5-ADCA-58285FA3B76D}" srcOrd="2" destOrd="0" presId="urn:microsoft.com/office/officeart/2005/8/layout/vList2"/>
    <dgm:cxn modelId="{2E21D2C3-6C9D-410B-8D4D-BE8FE10372A7}" type="presParOf" srcId="{C44D59AE-EC33-4884-8675-C4211BD47F3E}" destId="{56F263C4-D0B3-4796-8A72-227E09F53C41}" srcOrd="3" destOrd="0" presId="urn:microsoft.com/office/officeart/2005/8/layout/vList2"/>
    <dgm:cxn modelId="{F48C6F31-8613-4506-9B0A-F2C4359CC0E2}" type="presParOf" srcId="{C44D59AE-EC33-4884-8675-C4211BD47F3E}" destId="{3FE0A925-3B98-48F8-8A38-24D77EEAF84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CEE9A3-9742-4CC1-AAE9-4E38A6DC1E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F824781-3A92-4CD2-BDFB-5A812D37ED63}">
      <dgm:prSet custT="1"/>
      <dgm:spPr/>
      <dgm:t>
        <a:bodyPr/>
        <a:lstStyle/>
        <a:p>
          <a:r>
            <a:rPr lang="es-ES" sz="2400" b="1" dirty="0" err="1"/>
            <a:t>Singleton</a:t>
          </a:r>
          <a:r>
            <a:rPr lang="es-ES" sz="2400" b="1" dirty="0"/>
            <a:t>:</a:t>
          </a:r>
          <a:r>
            <a:rPr lang="es-ES" sz="2000" dirty="0"/>
            <a:t> </a:t>
          </a:r>
          <a:r>
            <a:rPr lang="es-ES" sz="1900" dirty="0"/>
            <a:t>Garantiza que una clase tenga solo una instancia y proporciona un punto de acceso global a ella.</a:t>
          </a:r>
          <a:endParaRPr lang="en-US" sz="1900" dirty="0"/>
        </a:p>
      </dgm:t>
    </dgm:pt>
    <dgm:pt modelId="{07841828-994B-45B8-9645-599E308D6330}" type="parTrans" cxnId="{8B2A3A92-EF2D-42AC-B901-5B4D262B9AF7}">
      <dgm:prSet/>
      <dgm:spPr/>
      <dgm:t>
        <a:bodyPr/>
        <a:lstStyle/>
        <a:p>
          <a:endParaRPr lang="en-US"/>
        </a:p>
      </dgm:t>
    </dgm:pt>
    <dgm:pt modelId="{B9F0AC2A-FD26-4D6F-BC94-3ECC37450228}" type="sibTrans" cxnId="{8B2A3A92-EF2D-42AC-B901-5B4D262B9AF7}">
      <dgm:prSet/>
      <dgm:spPr/>
      <dgm:t>
        <a:bodyPr/>
        <a:lstStyle/>
        <a:p>
          <a:endParaRPr lang="en-US"/>
        </a:p>
      </dgm:t>
    </dgm:pt>
    <dgm:pt modelId="{5B27AC3E-1920-4BF6-8D77-7690AACC4DBB}">
      <dgm:prSet custT="1"/>
      <dgm:spPr/>
      <dgm:t>
        <a:bodyPr/>
        <a:lstStyle/>
        <a:p>
          <a:r>
            <a:rPr lang="es-ES" sz="2400" b="1" dirty="0"/>
            <a:t>Factory </a:t>
          </a:r>
          <a:r>
            <a:rPr lang="es-ES" sz="2400" b="1" dirty="0" err="1"/>
            <a:t>Method</a:t>
          </a:r>
          <a:r>
            <a:rPr lang="es-ES" sz="2400" b="1" dirty="0"/>
            <a:t>: </a:t>
          </a:r>
          <a:r>
            <a:rPr lang="es-ES" sz="1900" dirty="0"/>
            <a:t>Define una interfaz para crear un objeto, pero deja que las subclases decidan qué clase instanciar.   </a:t>
          </a:r>
          <a:endParaRPr lang="en-US" sz="1900" dirty="0"/>
        </a:p>
      </dgm:t>
    </dgm:pt>
    <dgm:pt modelId="{58AA0386-55C3-472B-AC11-35200FF185D0}" type="parTrans" cxnId="{DCD4C8A6-A230-49B6-8924-7F2B663D8498}">
      <dgm:prSet/>
      <dgm:spPr/>
      <dgm:t>
        <a:bodyPr/>
        <a:lstStyle/>
        <a:p>
          <a:endParaRPr lang="en-US"/>
        </a:p>
      </dgm:t>
    </dgm:pt>
    <dgm:pt modelId="{0758B1F4-CDEA-4C5C-A1C5-B1825AE6D1F7}" type="sibTrans" cxnId="{DCD4C8A6-A230-49B6-8924-7F2B663D8498}">
      <dgm:prSet/>
      <dgm:spPr/>
      <dgm:t>
        <a:bodyPr/>
        <a:lstStyle/>
        <a:p>
          <a:endParaRPr lang="en-US"/>
        </a:p>
      </dgm:t>
    </dgm:pt>
    <dgm:pt modelId="{09D3E0A2-944E-48ED-819B-2F5952716F1B}">
      <dgm:prSet custT="1"/>
      <dgm:spPr/>
      <dgm:t>
        <a:bodyPr/>
        <a:lstStyle/>
        <a:p>
          <a:r>
            <a:rPr lang="es-ES" sz="2400" b="1" dirty="0" err="1"/>
            <a:t>Abstract</a:t>
          </a:r>
          <a:r>
            <a:rPr lang="es-ES" sz="2400" b="1" dirty="0"/>
            <a:t> Factory: </a:t>
          </a:r>
          <a:r>
            <a:rPr lang="es-ES" sz="1900" dirty="0"/>
            <a:t>Proporciona una interfaz para crear familias de objetos relacionados o dependientes sin especificar sus clases concretas.</a:t>
          </a:r>
          <a:endParaRPr lang="en-US" sz="1900" dirty="0"/>
        </a:p>
      </dgm:t>
    </dgm:pt>
    <dgm:pt modelId="{DC314267-969C-4CCB-A5E0-A771C3EDEEA3}" type="parTrans" cxnId="{11940CCF-7F95-4125-9273-3D28A5DF2485}">
      <dgm:prSet/>
      <dgm:spPr/>
      <dgm:t>
        <a:bodyPr/>
        <a:lstStyle/>
        <a:p>
          <a:endParaRPr lang="en-US"/>
        </a:p>
      </dgm:t>
    </dgm:pt>
    <dgm:pt modelId="{F8A96960-B5D0-42A2-9191-2E1B60F9F5BD}" type="sibTrans" cxnId="{11940CCF-7F95-4125-9273-3D28A5DF2485}">
      <dgm:prSet/>
      <dgm:spPr/>
      <dgm:t>
        <a:bodyPr/>
        <a:lstStyle/>
        <a:p>
          <a:endParaRPr lang="en-US"/>
        </a:p>
      </dgm:t>
    </dgm:pt>
    <dgm:pt modelId="{BA0B54CB-0138-41C1-8573-E36EB05BA33A}">
      <dgm:prSet custT="1"/>
      <dgm:spPr/>
      <dgm:t>
        <a:bodyPr/>
        <a:lstStyle/>
        <a:p>
          <a:r>
            <a:rPr lang="es-ES" sz="2400" b="1" dirty="0" err="1"/>
            <a:t>Builder</a:t>
          </a:r>
          <a:r>
            <a:rPr lang="es-ES" sz="2400" b="1" dirty="0"/>
            <a:t>:</a:t>
          </a:r>
          <a:r>
            <a:rPr lang="es-ES" sz="1900" dirty="0"/>
            <a:t> Separa la construcción de un objeto complejo de su representación, lo que permite crear diferentes representaciones con el mismo constructor.   </a:t>
          </a:r>
          <a:endParaRPr lang="en-US" sz="1900" dirty="0"/>
        </a:p>
      </dgm:t>
    </dgm:pt>
    <dgm:pt modelId="{FA5B2FCE-99BF-4C93-9889-4709D93DDA0D}" type="parTrans" cxnId="{3BEF9C21-CEA7-4694-A0EF-E2BFE2E7625D}">
      <dgm:prSet/>
      <dgm:spPr/>
      <dgm:t>
        <a:bodyPr/>
        <a:lstStyle/>
        <a:p>
          <a:endParaRPr lang="en-US"/>
        </a:p>
      </dgm:t>
    </dgm:pt>
    <dgm:pt modelId="{3A5BE758-AF39-4D0F-80D5-1887468BA10A}" type="sibTrans" cxnId="{3BEF9C21-CEA7-4694-A0EF-E2BFE2E7625D}">
      <dgm:prSet/>
      <dgm:spPr/>
      <dgm:t>
        <a:bodyPr/>
        <a:lstStyle/>
        <a:p>
          <a:endParaRPr lang="en-US"/>
        </a:p>
      </dgm:t>
    </dgm:pt>
    <dgm:pt modelId="{D6272DB7-8231-4A3A-AE62-885A24F21FB9}">
      <dgm:prSet custT="1"/>
      <dgm:spPr/>
      <dgm:t>
        <a:bodyPr/>
        <a:lstStyle/>
        <a:p>
          <a:r>
            <a:rPr lang="es-ES" sz="2400" b="1" dirty="0" err="1"/>
            <a:t>Prototype</a:t>
          </a:r>
          <a:r>
            <a:rPr lang="es-ES" sz="2400" b="1" dirty="0"/>
            <a:t>:</a:t>
          </a:r>
          <a:r>
            <a:rPr lang="es-ES" sz="1900" dirty="0"/>
            <a:t> Crea nuevos objetos clonando un objeto existente.</a:t>
          </a:r>
          <a:endParaRPr lang="en-US" sz="1900" dirty="0"/>
        </a:p>
      </dgm:t>
    </dgm:pt>
    <dgm:pt modelId="{70E040F3-BB4E-4391-9BC4-6454C8095A6D}" type="parTrans" cxnId="{3ED19507-0928-4949-9F75-3DB7D5CBD288}">
      <dgm:prSet/>
      <dgm:spPr/>
      <dgm:t>
        <a:bodyPr/>
        <a:lstStyle/>
        <a:p>
          <a:endParaRPr lang="en-US"/>
        </a:p>
      </dgm:t>
    </dgm:pt>
    <dgm:pt modelId="{3501C43F-D705-4820-AA89-511FCA96ED7A}" type="sibTrans" cxnId="{3ED19507-0928-4949-9F75-3DB7D5CBD288}">
      <dgm:prSet/>
      <dgm:spPr/>
      <dgm:t>
        <a:bodyPr/>
        <a:lstStyle/>
        <a:p>
          <a:endParaRPr lang="en-US"/>
        </a:p>
      </dgm:t>
    </dgm:pt>
    <dgm:pt modelId="{1EE5119B-A6D1-457C-93C2-CAFA62D57D37}" type="pres">
      <dgm:prSet presAssocID="{AFCEE9A3-9742-4CC1-AAE9-4E38A6DC1E04}" presName="root" presStyleCnt="0">
        <dgm:presLayoutVars>
          <dgm:dir/>
          <dgm:resizeHandles val="exact"/>
        </dgm:presLayoutVars>
      </dgm:prSet>
      <dgm:spPr/>
    </dgm:pt>
    <dgm:pt modelId="{901083D2-4EEF-49A0-A4ED-4C59BFDF1710}" type="pres">
      <dgm:prSet presAssocID="{5F824781-3A92-4CD2-BDFB-5A812D37ED63}" presName="compNode" presStyleCnt="0"/>
      <dgm:spPr/>
    </dgm:pt>
    <dgm:pt modelId="{070CDC79-3809-407C-B2B3-195169D07E6C}" type="pres">
      <dgm:prSet presAssocID="{5F824781-3A92-4CD2-BDFB-5A812D37ED63}" presName="bgRect" presStyleLbl="bgShp" presStyleIdx="0" presStyleCnt="5"/>
      <dgm:spPr/>
    </dgm:pt>
    <dgm:pt modelId="{24C1F597-E4A0-47B5-84E1-8B24EAEBE662}" type="pres">
      <dgm:prSet presAssocID="{5F824781-3A92-4CD2-BDFB-5A812D37ED6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6197CC47-094A-4B7A-8075-F35936F5E8A4}" type="pres">
      <dgm:prSet presAssocID="{5F824781-3A92-4CD2-BDFB-5A812D37ED63}" presName="spaceRect" presStyleCnt="0"/>
      <dgm:spPr/>
    </dgm:pt>
    <dgm:pt modelId="{05628626-BFF4-40B9-AAB8-9226B680BFF1}" type="pres">
      <dgm:prSet presAssocID="{5F824781-3A92-4CD2-BDFB-5A812D37ED63}" presName="parTx" presStyleLbl="revTx" presStyleIdx="0" presStyleCnt="5">
        <dgm:presLayoutVars>
          <dgm:chMax val="0"/>
          <dgm:chPref val="0"/>
        </dgm:presLayoutVars>
      </dgm:prSet>
      <dgm:spPr/>
    </dgm:pt>
    <dgm:pt modelId="{5052FACD-BDAC-47EE-9911-89A82F85610C}" type="pres">
      <dgm:prSet presAssocID="{B9F0AC2A-FD26-4D6F-BC94-3ECC37450228}" presName="sibTrans" presStyleCnt="0"/>
      <dgm:spPr/>
    </dgm:pt>
    <dgm:pt modelId="{B9893703-674F-4350-BF67-57DD3069D327}" type="pres">
      <dgm:prSet presAssocID="{5B27AC3E-1920-4BF6-8D77-7690AACC4DBB}" presName="compNode" presStyleCnt="0"/>
      <dgm:spPr/>
    </dgm:pt>
    <dgm:pt modelId="{F4AB3E9C-0B73-4254-AB41-F4788175F6CE}" type="pres">
      <dgm:prSet presAssocID="{5B27AC3E-1920-4BF6-8D77-7690AACC4DBB}" presName="bgRect" presStyleLbl="bgShp" presStyleIdx="1" presStyleCnt="5"/>
      <dgm:spPr/>
    </dgm:pt>
    <dgm:pt modelId="{217C3253-BD4E-4D47-A36D-76826DE88266}" type="pres">
      <dgm:prSet presAssocID="{5B27AC3E-1920-4BF6-8D77-7690AACC4DB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7D2350F6-B80F-4E26-9328-E99F662579C2}" type="pres">
      <dgm:prSet presAssocID="{5B27AC3E-1920-4BF6-8D77-7690AACC4DBB}" presName="spaceRect" presStyleCnt="0"/>
      <dgm:spPr/>
    </dgm:pt>
    <dgm:pt modelId="{E63E2FCF-1655-48E4-926C-E2F0A28E4C47}" type="pres">
      <dgm:prSet presAssocID="{5B27AC3E-1920-4BF6-8D77-7690AACC4DBB}" presName="parTx" presStyleLbl="revTx" presStyleIdx="1" presStyleCnt="5">
        <dgm:presLayoutVars>
          <dgm:chMax val="0"/>
          <dgm:chPref val="0"/>
        </dgm:presLayoutVars>
      </dgm:prSet>
      <dgm:spPr/>
    </dgm:pt>
    <dgm:pt modelId="{3FFF7630-2E79-4CF6-8B8E-6F27D91EE9C5}" type="pres">
      <dgm:prSet presAssocID="{0758B1F4-CDEA-4C5C-A1C5-B1825AE6D1F7}" presName="sibTrans" presStyleCnt="0"/>
      <dgm:spPr/>
    </dgm:pt>
    <dgm:pt modelId="{0AB493C1-4683-451D-9213-52897330AAD8}" type="pres">
      <dgm:prSet presAssocID="{09D3E0A2-944E-48ED-819B-2F5952716F1B}" presName="compNode" presStyleCnt="0"/>
      <dgm:spPr/>
    </dgm:pt>
    <dgm:pt modelId="{02DBE188-5480-47D5-8819-DA3F5CFA3254}" type="pres">
      <dgm:prSet presAssocID="{09D3E0A2-944E-48ED-819B-2F5952716F1B}" presName="bgRect" presStyleLbl="bgShp" presStyleIdx="2" presStyleCnt="5"/>
      <dgm:spPr/>
    </dgm:pt>
    <dgm:pt modelId="{E6ACDC4F-E8C8-4EEB-ADFC-11B67EFBF855}" type="pres">
      <dgm:prSet presAssocID="{09D3E0A2-944E-48ED-819B-2F5952716F1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DF5A26E8-6E8A-46F1-9A61-823F9AD0A757}" type="pres">
      <dgm:prSet presAssocID="{09D3E0A2-944E-48ED-819B-2F5952716F1B}" presName="spaceRect" presStyleCnt="0"/>
      <dgm:spPr/>
    </dgm:pt>
    <dgm:pt modelId="{CEDEEAC3-16F2-44F7-A1A5-5D4E4A8FDAFC}" type="pres">
      <dgm:prSet presAssocID="{09D3E0A2-944E-48ED-819B-2F5952716F1B}" presName="parTx" presStyleLbl="revTx" presStyleIdx="2" presStyleCnt="5">
        <dgm:presLayoutVars>
          <dgm:chMax val="0"/>
          <dgm:chPref val="0"/>
        </dgm:presLayoutVars>
      </dgm:prSet>
      <dgm:spPr/>
    </dgm:pt>
    <dgm:pt modelId="{B146883C-5604-4AB8-8480-D6948788218B}" type="pres">
      <dgm:prSet presAssocID="{F8A96960-B5D0-42A2-9191-2E1B60F9F5BD}" presName="sibTrans" presStyleCnt="0"/>
      <dgm:spPr/>
    </dgm:pt>
    <dgm:pt modelId="{E6E26612-5EFA-427F-B3BC-222AF642D5E9}" type="pres">
      <dgm:prSet presAssocID="{BA0B54CB-0138-41C1-8573-E36EB05BA33A}" presName="compNode" presStyleCnt="0"/>
      <dgm:spPr/>
    </dgm:pt>
    <dgm:pt modelId="{51093D58-6171-4651-8401-C6A7A9E9DD06}" type="pres">
      <dgm:prSet presAssocID="{BA0B54CB-0138-41C1-8573-E36EB05BA33A}" presName="bgRect" presStyleLbl="bgShp" presStyleIdx="3" presStyleCnt="5"/>
      <dgm:spPr/>
    </dgm:pt>
    <dgm:pt modelId="{F97D457E-BDD8-460D-AF4D-CEE651D0EB67}" type="pres">
      <dgm:prSet presAssocID="{BA0B54CB-0138-41C1-8573-E36EB05BA33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a"/>
        </a:ext>
      </dgm:extLst>
    </dgm:pt>
    <dgm:pt modelId="{7D935A19-7AFF-4091-B076-F83FEC6211DD}" type="pres">
      <dgm:prSet presAssocID="{BA0B54CB-0138-41C1-8573-E36EB05BA33A}" presName="spaceRect" presStyleCnt="0"/>
      <dgm:spPr/>
    </dgm:pt>
    <dgm:pt modelId="{FD43A2B7-5B2F-4E3D-9088-3A99CA7A8935}" type="pres">
      <dgm:prSet presAssocID="{BA0B54CB-0138-41C1-8573-E36EB05BA33A}" presName="parTx" presStyleLbl="revTx" presStyleIdx="3" presStyleCnt="5">
        <dgm:presLayoutVars>
          <dgm:chMax val="0"/>
          <dgm:chPref val="0"/>
        </dgm:presLayoutVars>
      </dgm:prSet>
      <dgm:spPr/>
    </dgm:pt>
    <dgm:pt modelId="{7DEE69CC-969C-4063-B3C3-633862AE8D73}" type="pres">
      <dgm:prSet presAssocID="{3A5BE758-AF39-4D0F-80D5-1887468BA10A}" presName="sibTrans" presStyleCnt="0"/>
      <dgm:spPr/>
    </dgm:pt>
    <dgm:pt modelId="{23FA4DB1-CF05-4A08-A666-AA17D6B26D25}" type="pres">
      <dgm:prSet presAssocID="{D6272DB7-8231-4A3A-AE62-885A24F21FB9}" presName="compNode" presStyleCnt="0"/>
      <dgm:spPr/>
    </dgm:pt>
    <dgm:pt modelId="{4C0176E8-D485-491A-BE18-5D246D8713AD}" type="pres">
      <dgm:prSet presAssocID="{D6272DB7-8231-4A3A-AE62-885A24F21FB9}" presName="bgRect" presStyleLbl="bgShp" presStyleIdx="4" presStyleCnt="5"/>
      <dgm:spPr/>
    </dgm:pt>
    <dgm:pt modelId="{C200CEE7-C823-495C-9D5B-05870B4540A7}" type="pres">
      <dgm:prSet presAssocID="{D6272DB7-8231-4A3A-AE62-885A24F21FB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31DC2FA3-EA0E-4D59-B739-2FAFE5DE7FD3}" type="pres">
      <dgm:prSet presAssocID="{D6272DB7-8231-4A3A-AE62-885A24F21FB9}" presName="spaceRect" presStyleCnt="0"/>
      <dgm:spPr/>
    </dgm:pt>
    <dgm:pt modelId="{213A428A-C6FF-46E2-A40F-90F25269FC21}" type="pres">
      <dgm:prSet presAssocID="{D6272DB7-8231-4A3A-AE62-885A24F21FB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ED19507-0928-4949-9F75-3DB7D5CBD288}" srcId="{AFCEE9A3-9742-4CC1-AAE9-4E38A6DC1E04}" destId="{D6272DB7-8231-4A3A-AE62-885A24F21FB9}" srcOrd="4" destOrd="0" parTransId="{70E040F3-BB4E-4391-9BC4-6454C8095A6D}" sibTransId="{3501C43F-D705-4820-AA89-511FCA96ED7A}"/>
    <dgm:cxn modelId="{2473A21D-8624-4519-B41F-08E9440DA991}" type="presOf" srcId="{D6272DB7-8231-4A3A-AE62-885A24F21FB9}" destId="{213A428A-C6FF-46E2-A40F-90F25269FC21}" srcOrd="0" destOrd="0" presId="urn:microsoft.com/office/officeart/2018/2/layout/IconVerticalSolidList"/>
    <dgm:cxn modelId="{3BEF9C21-CEA7-4694-A0EF-E2BFE2E7625D}" srcId="{AFCEE9A3-9742-4CC1-AAE9-4E38A6DC1E04}" destId="{BA0B54CB-0138-41C1-8573-E36EB05BA33A}" srcOrd="3" destOrd="0" parTransId="{FA5B2FCE-99BF-4C93-9889-4709D93DDA0D}" sibTransId="{3A5BE758-AF39-4D0F-80D5-1887468BA10A}"/>
    <dgm:cxn modelId="{A166E42B-7F9D-4126-8253-0FE4D82670E5}" type="presOf" srcId="{5F824781-3A92-4CD2-BDFB-5A812D37ED63}" destId="{05628626-BFF4-40B9-AAB8-9226B680BFF1}" srcOrd="0" destOrd="0" presId="urn:microsoft.com/office/officeart/2018/2/layout/IconVerticalSolidList"/>
    <dgm:cxn modelId="{103F855C-3334-4D18-BAE0-1BEF5DCA7005}" type="presOf" srcId="{09D3E0A2-944E-48ED-819B-2F5952716F1B}" destId="{CEDEEAC3-16F2-44F7-A1A5-5D4E4A8FDAFC}" srcOrd="0" destOrd="0" presId="urn:microsoft.com/office/officeart/2018/2/layout/IconVerticalSolidList"/>
    <dgm:cxn modelId="{54111483-E690-43FB-8CEB-CB58E360BF64}" type="presOf" srcId="{5B27AC3E-1920-4BF6-8D77-7690AACC4DBB}" destId="{E63E2FCF-1655-48E4-926C-E2F0A28E4C47}" srcOrd="0" destOrd="0" presId="urn:microsoft.com/office/officeart/2018/2/layout/IconVerticalSolidList"/>
    <dgm:cxn modelId="{8B2A3A92-EF2D-42AC-B901-5B4D262B9AF7}" srcId="{AFCEE9A3-9742-4CC1-AAE9-4E38A6DC1E04}" destId="{5F824781-3A92-4CD2-BDFB-5A812D37ED63}" srcOrd="0" destOrd="0" parTransId="{07841828-994B-45B8-9645-599E308D6330}" sibTransId="{B9F0AC2A-FD26-4D6F-BC94-3ECC37450228}"/>
    <dgm:cxn modelId="{B8A88AA2-305C-417B-91D2-AEA14B883DB2}" type="presOf" srcId="{BA0B54CB-0138-41C1-8573-E36EB05BA33A}" destId="{FD43A2B7-5B2F-4E3D-9088-3A99CA7A8935}" srcOrd="0" destOrd="0" presId="urn:microsoft.com/office/officeart/2018/2/layout/IconVerticalSolidList"/>
    <dgm:cxn modelId="{DCD4C8A6-A230-49B6-8924-7F2B663D8498}" srcId="{AFCEE9A3-9742-4CC1-AAE9-4E38A6DC1E04}" destId="{5B27AC3E-1920-4BF6-8D77-7690AACC4DBB}" srcOrd="1" destOrd="0" parTransId="{58AA0386-55C3-472B-AC11-35200FF185D0}" sibTransId="{0758B1F4-CDEA-4C5C-A1C5-B1825AE6D1F7}"/>
    <dgm:cxn modelId="{11940CCF-7F95-4125-9273-3D28A5DF2485}" srcId="{AFCEE9A3-9742-4CC1-AAE9-4E38A6DC1E04}" destId="{09D3E0A2-944E-48ED-819B-2F5952716F1B}" srcOrd="2" destOrd="0" parTransId="{DC314267-969C-4CCB-A5E0-A771C3EDEEA3}" sibTransId="{F8A96960-B5D0-42A2-9191-2E1B60F9F5BD}"/>
    <dgm:cxn modelId="{D3B6ABE1-F82A-48EA-94AC-D6791D9ED52F}" type="presOf" srcId="{AFCEE9A3-9742-4CC1-AAE9-4E38A6DC1E04}" destId="{1EE5119B-A6D1-457C-93C2-CAFA62D57D37}" srcOrd="0" destOrd="0" presId="urn:microsoft.com/office/officeart/2018/2/layout/IconVerticalSolidList"/>
    <dgm:cxn modelId="{E1EB07DD-3817-4ACF-8976-842A044E141F}" type="presParOf" srcId="{1EE5119B-A6D1-457C-93C2-CAFA62D57D37}" destId="{901083D2-4EEF-49A0-A4ED-4C59BFDF1710}" srcOrd="0" destOrd="0" presId="urn:microsoft.com/office/officeart/2018/2/layout/IconVerticalSolidList"/>
    <dgm:cxn modelId="{82D7EFA3-E967-48F8-8198-2752AB39B776}" type="presParOf" srcId="{901083D2-4EEF-49A0-A4ED-4C59BFDF1710}" destId="{070CDC79-3809-407C-B2B3-195169D07E6C}" srcOrd="0" destOrd="0" presId="urn:microsoft.com/office/officeart/2018/2/layout/IconVerticalSolidList"/>
    <dgm:cxn modelId="{80CDBCE9-6895-4D2F-A209-8BEA699B75C4}" type="presParOf" srcId="{901083D2-4EEF-49A0-A4ED-4C59BFDF1710}" destId="{24C1F597-E4A0-47B5-84E1-8B24EAEBE662}" srcOrd="1" destOrd="0" presId="urn:microsoft.com/office/officeart/2018/2/layout/IconVerticalSolidList"/>
    <dgm:cxn modelId="{E76003A3-FDF9-4610-B78C-BC8DE8F117FC}" type="presParOf" srcId="{901083D2-4EEF-49A0-A4ED-4C59BFDF1710}" destId="{6197CC47-094A-4B7A-8075-F35936F5E8A4}" srcOrd="2" destOrd="0" presId="urn:microsoft.com/office/officeart/2018/2/layout/IconVerticalSolidList"/>
    <dgm:cxn modelId="{312B51D9-399E-4283-9BC7-4E2A8824004B}" type="presParOf" srcId="{901083D2-4EEF-49A0-A4ED-4C59BFDF1710}" destId="{05628626-BFF4-40B9-AAB8-9226B680BFF1}" srcOrd="3" destOrd="0" presId="urn:microsoft.com/office/officeart/2018/2/layout/IconVerticalSolidList"/>
    <dgm:cxn modelId="{9513730E-9D72-4F95-8369-14E4E9EB335D}" type="presParOf" srcId="{1EE5119B-A6D1-457C-93C2-CAFA62D57D37}" destId="{5052FACD-BDAC-47EE-9911-89A82F85610C}" srcOrd="1" destOrd="0" presId="urn:microsoft.com/office/officeart/2018/2/layout/IconVerticalSolidList"/>
    <dgm:cxn modelId="{DA731835-4E64-41E5-9EDF-919447FA3116}" type="presParOf" srcId="{1EE5119B-A6D1-457C-93C2-CAFA62D57D37}" destId="{B9893703-674F-4350-BF67-57DD3069D327}" srcOrd="2" destOrd="0" presId="urn:microsoft.com/office/officeart/2018/2/layout/IconVerticalSolidList"/>
    <dgm:cxn modelId="{70FEFA8B-DFB9-45D7-9146-66B7379B27B7}" type="presParOf" srcId="{B9893703-674F-4350-BF67-57DD3069D327}" destId="{F4AB3E9C-0B73-4254-AB41-F4788175F6CE}" srcOrd="0" destOrd="0" presId="urn:microsoft.com/office/officeart/2018/2/layout/IconVerticalSolidList"/>
    <dgm:cxn modelId="{BE510457-A9E2-43DD-9486-F09DF84F2D9F}" type="presParOf" srcId="{B9893703-674F-4350-BF67-57DD3069D327}" destId="{217C3253-BD4E-4D47-A36D-76826DE88266}" srcOrd="1" destOrd="0" presId="urn:microsoft.com/office/officeart/2018/2/layout/IconVerticalSolidList"/>
    <dgm:cxn modelId="{045A83F3-A6CF-47F4-A95A-F1E8120E82B7}" type="presParOf" srcId="{B9893703-674F-4350-BF67-57DD3069D327}" destId="{7D2350F6-B80F-4E26-9328-E99F662579C2}" srcOrd="2" destOrd="0" presId="urn:microsoft.com/office/officeart/2018/2/layout/IconVerticalSolidList"/>
    <dgm:cxn modelId="{CF87E418-A8D5-474E-BDD9-B1D124AE6F51}" type="presParOf" srcId="{B9893703-674F-4350-BF67-57DD3069D327}" destId="{E63E2FCF-1655-48E4-926C-E2F0A28E4C47}" srcOrd="3" destOrd="0" presId="urn:microsoft.com/office/officeart/2018/2/layout/IconVerticalSolidList"/>
    <dgm:cxn modelId="{A1F1D102-3069-4431-8600-140BA507EAC9}" type="presParOf" srcId="{1EE5119B-A6D1-457C-93C2-CAFA62D57D37}" destId="{3FFF7630-2E79-4CF6-8B8E-6F27D91EE9C5}" srcOrd="3" destOrd="0" presId="urn:microsoft.com/office/officeart/2018/2/layout/IconVerticalSolidList"/>
    <dgm:cxn modelId="{61292403-74C1-4906-A7A9-39C7A48AD9C4}" type="presParOf" srcId="{1EE5119B-A6D1-457C-93C2-CAFA62D57D37}" destId="{0AB493C1-4683-451D-9213-52897330AAD8}" srcOrd="4" destOrd="0" presId="urn:microsoft.com/office/officeart/2018/2/layout/IconVerticalSolidList"/>
    <dgm:cxn modelId="{98C8D52F-C88B-4E23-AD3D-6C245F57C8B1}" type="presParOf" srcId="{0AB493C1-4683-451D-9213-52897330AAD8}" destId="{02DBE188-5480-47D5-8819-DA3F5CFA3254}" srcOrd="0" destOrd="0" presId="urn:microsoft.com/office/officeart/2018/2/layout/IconVerticalSolidList"/>
    <dgm:cxn modelId="{CBA4E796-514A-48B2-84E6-1DA96DEA5784}" type="presParOf" srcId="{0AB493C1-4683-451D-9213-52897330AAD8}" destId="{E6ACDC4F-E8C8-4EEB-ADFC-11B67EFBF855}" srcOrd="1" destOrd="0" presId="urn:microsoft.com/office/officeart/2018/2/layout/IconVerticalSolidList"/>
    <dgm:cxn modelId="{BFA0A892-9FAD-4813-BB0F-589CF5DE964C}" type="presParOf" srcId="{0AB493C1-4683-451D-9213-52897330AAD8}" destId="{DF5A26E8-6E8A-46F1-9A61-823F9AD0A757}" srcOrd="2" destOrd="0" presId="urn:microsoft.com/office/officeart/2018/2/layout/IconVerticalSolidList"/>
    <dgm:cxn modelId="{56A914AE-76EB-4F3C-823E-9C485B5F44FD}" type="presParOf" srcId="{0AB493C1-4683-451D-9213-52897330AAD8}" destId="{CEDEEAC3-16F2-44F7-A1A5-5D4E4A8FDAFC}" srcOrd="3" destOrd="0" presId="urn:microsoft.com/office/officeart/2018/2/layout/IconVerticalSolidList"/>
    <dgm:cxn modelId="{DA7B2974-6D16-44D6-B825-0E74FF29E6FD}" type="presParOf" srcId="{1EE5119B-A6D1-457C-93C2-CAFA62D57D37}" destId="{B146883C-5604-4AB8-8480-D6948788218B}" srcOrd="5" destOrd="0" presId="urn:microsoft.com/office/officeart/2018/2/layout/IconVerticalSolidList"/>
    <dgm:cxn modelId="{D6AE54EC-2E0F-413B-96F6-A6AF83BC316F}" type="presParOf" srcId="{1EE5119B-A6D1-457C-93C2-CAFA62D57D37}" destId="{E6E26612-5EFA-427F-B3BC-222AF642D5E9}" srcOrd="6" destOrd="0" presId="urn:microsoft.com/office/officeart/2018/2/layout/IconVerticalSolidList"/>
    <dgm:cxn modelId="{D471D5D0-C39E-4D6D-8E81-82E2301184CA}" type="presParOf" srcId="{E6E26612-5EFA-427F-B3BC-222AF642D5E9}" destId="{51093D58-6171-4651-8401-C6A7A9E9DD06}" srcOrd="0" destOrd="0" presId="urn:microsoft.com/office/officeart/2018/2/layout/IconVerticalSolidList"/>
    <dgm:cxn modelId="{208AD52B-5129-4D13-8111-DF3010E95F7D}" type="presParOf" srcId="{E6E26612-5EFA-427F-B3BC-222AF642D5E9}" destId="{F97D457E-BDD8-460D-AF4D-CEE651D0EB67}" srcOrd="1" destOrd="0" presId="urn:microsoft.com/office/officeart/2018/2/layout/IconVerticalSolidList"/>
    <dgm:cxn modelId="{3211B2FC-01CB-448F-9EFE-7B340DE1B96F}" type="presParOf" srcId="{E6E26612-5EFA-427F-B3BC-222AF642D5E9}" destId="{7D935A19-7AFF-4091-B076-F83FEC6211DD}" srcOrd="2" destOrd="0" presId="urn:microsoft.com/office/officeart/2018/2/layout/IconVerticalSolidList"/>
    <dgm:cxn modelId="{E8E46EFF-B986-4ACF-923E-6C485AC8BDE1}" type="presParOf" srcId="{E6E26612-5EFA-427F-B3BC-222AF642D5E9}" destId="{FD43A2B7-5B2F-4E3D-9088-3A99CA7A8935}" srcOrd="3" destOrd="0" presId="urn:microsoft.com/office/officeart/2018/2/layout/IconVerticalSolidList"/>
    <dgm:cxn modelId="{6777338B-D9B1-4A79-8FAC-7C6F16C7E7BD}" type="presParOf" srcId="{1EE5119B-A6D1-457C-93C2-CAFA62D57D37}" destId="{7DEE69CC-969C-4063-B3C3-633862AE8D73}" srcOrd="7" destOrd="0" presId="urn:microsoft.com/office/officeart/2018/2/layout/IconVerticalSolidList"/>
    <dgm:cxn modelId="{5065BB57-3273-4E43-BDCB-E7B6AF9D6537}" type="presParOf" srcId="{1EE5119B-A6D1-457C-93C2-CAFA62D57D37}" destId="{23FA4DB1-CF05-4A08-A666-AA17D6B26D25}" srcOrd="8" destOrd="0" presId="urn:microsoft.com/office/officeart/2018/2/layout/IconVerticalSolidList"/>
    <dgm:cxn modelId="{50AFF7B1-C5DA-4470-8A0C-0BF3E28C6055}" type="presParOf" srcId="{23FA4DB1-CF05-4A08-A666-AA17D6B26D25}" destId="{4C0176E8-D485-491A-BE18-5D246D8713AD}" srcOrd="0" destOrd="0" presId="urn:microsoft.com/office/officeart/2018/2/layout/IconVerticalSolidList"/>
    <dgm:cxn modelId="{5D1D4AD0-7EC6-4810-9106-C5833EBCC6E6}" type="presParOf" srcId="{23FA4DB1-CF05-4A08-A666-AA17D6B26D25}" destId="{C200CEE7-C823-495C-9D5B-05870B4540A7}" srcOrd="1" destOrd="0" presId="urn:microsoft.com/office/officeart/2018/2/layout/IconVerticalSolidList"/>
    <dgm:cxn modelId="{3A52E3CD-8B53-4929-B6AB-811CED612763}" type="presParOf" srcId="{23FA4DB1-CF05-4A08-A666-AA17D6B26D25}" destId="{31DC2FA3-EA0E-4D59-B739-2FAFE5DE7FD3}" srcOrd="2" destOrd="0" presId="urn:microsoft.com/office/officeart/2018/2/layout/IconVerticalSolidList"/>
    <dgm:cxn modelId="{46694293-5C63-48B3-A623-DEB8FF38B9C2}" type="presParOf" srcId="{23FA4DB1-CF05-4A08-A666-AA17D6B26D25}" destId="{213A428A-C6FF-46E2-A40F-90F25269FC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19086F-942E-487E-9A7A-E0A0D3233964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54A0AD6-5274-4239-94A5-4FFD4122B588}">
      <dgm:prSet/>
      <dgm:spPr/>
      <dgm:t>
        <a:bodyPr/>
        <a:lstStyle/>
        <a:p>
          <a:r>
            <a:rPr lang="es-ES"/>
            <a:t>Estos patrones se ocupan de cómo las clases y objetos se combinan para formar estructuras más grandes. Algunos ejemplos son:</a:t>
          </a:r>
          <a:endParaRPr lang="en-US"/>
        </a:p>
      </dgm:t>
    </dgm:pt>
    <dgm:pt modelId="{422E00C3-8273-4C42-9A86-D7258A9CB29A}" type="parTrans" cxnId="{69A84BEE-F7D0-4630-821F-DA01B2A729DD}">
      <dgm:prSet/>
      <dgm:spPr/>
      <dgm:t>
        <a:bodyPr/>
        <a:lstStyle/>
        <a:p>
          <a:endParaRPr lang="en-US"/>
        </a:p>
      </dgm:t>
    </dgm:pt>
    <dgm:pt modelId="{0C1083D1-E6FD-4D71-9679-501014FF113D}" type="sibTrans" cxnId="{69A84BEE-F7D0-4630-821F-DA01B2A729DD}">
      <dgm:prSet/>
      <dgm:spPr/>
      <dgm:t>
        <a:bodyPr/>
        <a:lstStyle/>
        <a:p>
          <a:endParaRPr lang="en-US"/>
        </a:p>
      </dgm:t>
    </dgm:pt>
    <dgm:pt modelId="{43D21742-8912-457F-B9E8-AF1AC7AD1C9B}">
      <dgm:prSet custT="1"/>
      <dgm:spPr/>
      <dgm:t>
        <a:bodyPr/>
        <a:lstStyle/>
        <a:p>
          <a:r>
            <a:rPr lang="es-ES" sz="2400" b="1" dirty="0" err="1"/>
            <a:t>Adapter</a:t>
          </a:r>
          <a:r>
            <a:rPr lang="es-ES" sz="2400" dirty="0"/>
            <a:t>: </a:t>
          </a:r>
        </a:p>
        <a:p>
          <a:r>
            <a:rPr lang="es-ES" sz="1800" dirty="0"/>
            <a:t>Convierte la interfaz de una clase en otra que el cliente espera.</a:t>
          </a:r>
          <a:endParaRPr lang="en-US" sz="1800" dirty="0"/>
        </a:p>
      </dgm:t>
    </dgm:pt>
    <dgm:pt modelId="{1A53B1B8-97CA-40C2-BD41-962AB86BB72C}" type="parTrans" cxnId="{6B12F214-CAD8-4041-8380-9623673045D4}">
      <dgm:prSet/>
      <dgm:spPr/>
      <dgm:t>
        <a:bodyPr/>
        <a:lstStyle/>
        <a:p>
          <a:endParaRPr lang="en-US"/>
        </a:p>
      </dgm:t>
    </dgm:pt>
    <dgm:pt modelId="{B2591469-656C-47FD-A2D6-59F9AB26F9D4}" type="sibTrans" cxnId="{6B12F214-CAD8-4041-8380-9623673045D4}">
      <dgm:prSet/>
      <dgm:spPr/>
      <dgm:t>
        <a:bodyPr/>
        <a:lstStyle/>
        <a:p>
          <a:endParaRPr lang="en-US"/>
        </a:p>
      </dgm:t>
    </dgm:pt>
    <dgm:pt modelId="{5E9C8887-7C89-4C3F-8FD8-5A0B5EB572F2}">
      <dgm:prSet custT="1"/>
      <dgm:spPr/>
      <dgm:t>
        <a:bodyPr/>
        <a:lstStyle/>
        <a:p>
          <a:r>
            <a:rPr lang="es-ES" sz="2400" b="1" dirty="0" err="1"/>
            <a:t>Decorator</a:t>
          </a:r>
          <a:r>
            <a:rPr lang="es-ES" sz="2400" b="1" dirty="0"/>
            <a:t>: </a:t>
          </a:r>
        </a:p>
        <a:p>
          <a:r>
            <a:rPr lang="es-ES" sz="1800" dirty="0"/>
            <a:t>Añade responsabilidades adicionales a un objeto de forma dinámica.</a:t>
          </a:r>
          <a:endParaRPr lang="en-US" sz="1800" dirty="0"/>
        </a:p>
      </dgm:t>
    </dgm:pt>
    <dgm:pt modelId="{38B36248-AE2D-4FDD-90E4-FC974E0C756B}" type="parTrans" cxnId="{591E0241-ACC9-44EA-A068-61C4207B05D9}">
      <dgm:prSet/>
      <dgm:spPr/>
      <dgm:t>
        <a:bodyPr/>
        <a:lstStyle/>
        <a:p>
          <a:endParaRPr lang="en-US"/>
        </a:p>
      </dgm:t>
    </dgm:pt>
    <dgm:pt modelId="{1021E257-8610-472B-821B-2CD18836D981}" type="sibTrans" cxnId="{591E0241-ACC9-44EA-A068-61C4207B05D9}">
      <dgm:prSet/>
      <dgm:spPr/>
      <dgm:t>
        <a:bodyPr/>
        <a:lstStyle/>
        <a:p>
          <a:endParaRPr lang="en-US"/>
        </a:p>
      </dgm:t>
    </dgm:pt>
    <dgm:pt modelId="{40105C75-D840-4E9A-A6C8-66EBD8C48FD6}">
      <dgm:prSet custT="1"/>
      <dgm:spPr/>
      <dgm:t>
        <a:bodyPr/>
        <a:lstStyle/>
        <a:p>
          <a:r>
            <a:rPr lang="es-ES" sz="2400" b="1" dirty="0" err="1"/>
            <a:t>Facade</a:t>
          </a:r>
          <a:r>
            <a:rPr lang="es-ES" sz="2400" b="1" dirty="0"/>
            <a:t>:</a:t>
          </a:r>
          <a:r>
            <a:rPr lang="es-ES" sz="2400" dirty="0"/>
            <a:t> </a:t>
          </a:r>
        </a:p>
        <a:p>
          <a:r>
            <a:rPr lang="es-ES" sz="1800" dirty="0"/>
            <a:t>Proporciona una interfaz unificada a un conjunto de interfaces en un subsistema.</a:t>
          </a:r>
          <a:endParaRPr lang="en-US" sz="1800" dirty="0"/>
        </a:p>
      </dgm:t>
    </dgm:pt>
    <dgm:pt modelId="{BC4522AF-0143-4F0D-BEAE-6FA800B3D5D7}" type="parTrans" cxnId="{7164E18B-EC7F-46CA-B31C-347A482630FB}">
      <dgm:prSet/>
      <dgm:spPr/>
      <dgm:t>
        <a:bodyPr/>
        <a:lstStyle/>
        <a:p>
          <a:endParaRPr lang="en-US"/>
        </a:p>
      </dgm:t>
    </dgm:pt>
    <dgm:pt modelId="{328BC008-FD2F-4521-BA27-3BE5D0CA3DBB}" type="sibTrans" cxnId="{7164E18B-EC7F-46CA-B31C-347A482630FB}">
      <dgm:prSet/>
      <dgm:spPr/>
      <dgm:t>
        <a:bodyPr/>
        <a:lstStyle/>
        <a:p>
          <a:endParaRPr lang="en-US"/>
        </a:p>
      </dgm:t>
    </dgm:pt>
    <dgm:pt modelId="{E8D57991-ED59-40A1-B2E2-8780AA097910}">
      <dgm:prSet custT="1"/>
      <dgm:spPr/>
      <dgm:t>
        <a:bodyPr/>
        <a:lstStyle/>
        <a:p>
          <a:r>
            <a:rPr lang="es-ES" sz="2400" b="1" dirty="0"/>
            <a:t>Composite: </a:t>
          </a:r>
        </a:p>
        <a:p>
          <a:r>
            <a:rPr lang="es-ES" sz="1800" dirty="0"/>
            <a:t>Compone objetos en estructuras de árbol para representar jerarquías parte-todo.</a:t>
          </a:r>
          <a:endParaRPr lang="en-US" sz="1800" dirty="0"/>
        </a:p>
      </dgm:t>
    </dgm:pt>
    <dgm:pt modelId="{A4F23669-975C-4DB5-9098-29B4025B4024}" type="parTrans" cxnId="{BDD248B0-C9C6-4976-8869-7A41552357AF}">
      <dgm:prSet/>
      <dgm:spPr/>
      <dgm:t>
        <a:bodyPr/>
        <a:lstStyle/>
        <a:p>
          <a:endParaRPr lang="en-US"/>
        </a:p>
      </dgm:t>
    </dgm:pt>
    <dgm:pt modelId="{E2266E75-CF6A-4B5E-8CE4-32504ADD3D9F}" type="sibTrans" cxnId="{BDD248B0-C9C6-4976-8869-7A41552357AF}">
      <dgm:prSet/>
      <dgm:spPr/>
      <dgm:t>
        <a:bodyPr/>
        <a:lstStyle/>
        <a:p>
          <a:endParaRPr lang="en-US"/>
        </a:p>
      </dgm:t>
    </dgm:pt>
    <dgm:pt modelId="{B6154970-26AE-4284-8F7B-7D12AF98A7DD}">
      <dgm:prSet custT="1"/>
      <dgm:spPr/>
      <dgm:t>
        <a:bodyPr/>
        <a:lstStyle/>
        <a:p>
          <a:r>
            <a:rPr lang="es-ES" sz="2400" b="1" dirty="0"/>
            <a:t>Proxy:</a:t>
          </a:r>
          <a:r>
            <a:rPr lang="es-ES" sz="2400" dirty="0"/>
            <a:t> </a:t>
          </a:r>
        </a:p>
        <a:p>
          <a:r>
            <a:rPr lang="es-ES" sz="1800" dirty="0"/>
            <a:t>Funciona como sustituto de otro objeto para controlar el acceso a él.</a:t>
          </a:r>
          <a:endParaRPr lang="en-US" sz="1800" dirty="0"/>
        </a:p>
      </dgm:t>
    </dgm:pt>
    <dgm:pt modelId="{6042CEEB-F470-47DE-A3F0-6692844A0969}" type="parTrans" cxnId="{51AC9F76-7C66-4C88-A388-B334A5917C60}">
      <dgm:prSet/>
      <dgm:spPr/>
      <dgm:t>
        <a:bodyPr/>
        <a:lstStyle/>
        <a:p>
          <a:endParaRPr lang="en-US"/>
        </a:p>
      </dgm:t>
    </dgm:pt>
    <dgm:pt modelId="{3DE2F06A-4731-485E-8325-869AF1AAC2CB}" type="sibTrans" cxnId="{51AC9F76-7C66-4C88-A388-B334A5917C60}">
      <dgm:prSet/>
      <dgm:spPr/>
      <dgm:t>
        <a:bodyPr/>
        <a:lstStyle/>
        <a:p>
          <a:endParaRPr lang="en-US"/>
        </a:p>
      </dgm:t>
    </dgm:pt>
    <dgm:pt modelId="{851A9B36-F1C8-4AEE-B689-2CB30DEAF748}" type="pres">
      <dgm:prSet presAssocID="{6019086F-942E-487E-9A7A-E0A0D3233964}" presName="Name0" presStyleCnt="0">
        <dgm:presLayoutVars>
          <dgm:dir/>
          <dgm:resizeHandles val="exact"/>
        </dgm:presLayoutVars>
      </dgm:prSet>
      <dgm:spPr/>
    </dgm:pt>
    <dgm:pt modelId="{2515EC1B-B36C-45A1-AA55-823AE75E24FA}" type="pres">
      <dgm:prSet presAssocID="{554A0AD6-5274-4239-94A5-4FFD4122B588}" presName="node" presStyleLbl="node1" presStyleIdx="0" presStyleCnt="6">
        <dgm:presLayoutVars>
          <dgm:bulletEnabled val="1"/>
        </dgm:presLayoutVars>
      </dgm:prSet>
      <dgm:spPr/>
    </dgm:pt>
    <dgm:pt modelId="{6300B104-F7ED-42C0-834E-71B9F1F01C41}" type="pres">
      <dgm:prSet presAssocID="{0C1083D1-E6FD-4D71-9679-501014FF113D}" presName="sibTrans" presStyleLbl="sibTrans1D1" presStyleIdx="0" presStyleCnt="5"/>
      <dgm:spPr/>
    </dgm:pt>
    <dgm:pt modelId="{2EC81DC5-98D9-4B79-8C39-3740DA111761}" type="pres">
      <dgm:prSet presAssocID="{0C1083D1-E6FD-4D71-9679-501014FF113D}" presName="connectorText" presStyleLbl="sibTrans1D1" presStyleIdx="0" presStyleCnt="5"/>
      <dgm:spPr/>
    </dgm:pt>
    <dgm:pt modelId="{56CF17A9-CBE3-4AAA-81B6-E5ADB7CE1BCA}" type="pres">
      <dgm:prSet presAssocID="{43D21742-8912-457F-B9E8-AF1AC7AD1C9B}" presName="node" presStyleLbl="node1" presStyleIdx="1" presStyleCnt="6">
        <dgm:presLayoutVars>
          <dgm:bulletEnabled val="1"/>
        </dgm:presLayoutVars>
      </dgm:prSet>
      <dgm:spPr/>
    </dgm:pt>
    <dgm:pt modelId="{4CED0853-C189-414C-9280-76FCB403B537}" type="pres">
      <dgm:prSet presAssocID="{B2591469-656C-47FD-A2D6-59F9AB26F9D4}" presName="sibTrans" presStyleLbl="sibTrans1D1" presStyleIdx="1" presStyleCnt="5"/>
      <dgm:spPr/>
    </dgm:pt>
    <dgm:pt modelId="{B9352C38-A58B-48A4-9F7D-3B8D5718CEC9}" type="pres">
      <dgm:prSet presAssocID="{B2591469-656C-47FD-A2D6-59F9AB26F9D4}" presName="connectorText" presStyleLbl="sibTrans1D1" presStyleIdx="1" presStyleCnt="5"/>
      <dgm:spPr/>
    </dgm:pt>
    <dgm:pt modelId="{CFE89A93-3C37-461A-B100-297BB40B6634}" type="pres">
      <dgm:prSet presAssocID="{5E9C8887-7C89-4C3F-8FD8-5A0B5EB572F2}" presName="node" presStyleLbl="node1" presStyleIdx="2" presStyleCnt="6">
        <dgm:presLayoutVars>
          <dgm:bulletEnabled val="1"/>
        </dgm:presLayoutVars>
      </dgm:prSet>
      <dgm:spPr/>
    </dgm:pt>
    <dgm:pt modelId="{C3524A50-ED69-4285-BDFD-49F015C7F352}" type="pres">
      <dgm:prSet presAssocID="{1021E257-8610-472B-821B-2CD18836D981}" presName="sibTrans" presStyleLbl="sibTrans1D1" presStyleIdx="2" presStyleCnt="5"/>
      <dgm:spPr/>
    </dgm:pt>
    <dgm:pt modelId="{F202B62A-D6F3-400D-8D0E-F1A6AE54B246}" type="pres">
      <dgm:prSet presAssocID="{1021E257-8610-472B-821B-2CD18836D981}" presName="connectorText" presStyleLbl="sibTrans1D1" presStyleIdx="2" presStyleCnt="5"/>
      <dgm:spPr/>
    </dgm:pt>
    <dgm:pt modelId="{AC552444-961A-4F87-89D2-04FDBB672653}" type="pres">
      <dgm:prSet presAssocID="{40105C75-D840-4E9A-A6C8-66EBD8C48FD6}" presName="node" presStyleLbl="node1" presStyleIdx="3" presStyleCnt="6">
        <dgm:presLayoutVars>
          <dgm:bulletEnabled val="1"/>
        </dgm:presLayoutVars>
      </dgm:prSet>
      <dgm:spPr/>
    </dgm:pt>
    <dgm:pt modelId="{87592354-C9C1-487A-BF51-05ACD7B9890A}" type="pres">
      <dgm:prSet presAssocID="{328BC008-FD2F-4521-BA27-3BE5D0CA3DBB}" presName="sibTrans" presStyleLbl="sibTrans1D1" presStyleIdx="3" presStyleCnt="5"/>
      <dgm:spPr/>
    </dgm:pt>
    <dgm:pt modelId="{8E67D113-B6C3-42D6-896E-744D166D22CC}" type="pres">
      <dgm:prSet presAssocID="{328BC008-FD2F-4521-BA27-3BE5D0CA3DBB}" presName="connectorText" presStyleLbl="sibTrans1D1" presStyleIdx="3" presStyleCnt="5"/>
      <dgm:spPr/>
    </dgm:pt>
    <dgm:pt modelId="{7B789A49-3770-4CE3-827E-E13E21CFA4D1}" type="pres">
      <dgm:prSet presAssocID="{E8D57991-ED59-40A1-B2E2-8780AA097910}" presName="node" presStyleLbl="node1" presStyleIdx="4" presStyleCnt="6">
        <dgm:presLayoutVars>
          <dgm:bulletEnabled val="1"/>
        </dgm:presLayoutVars>
      </dgm:prSet>
      <dgm:spPr/>
    </dgm:pt>
    <dgm:pt modelId="{24018B57-E488-4F71-8253-A298C924B3F9}" type="pres">
      <dgm:prSet presAssocID="{E2266E75-CF6A-4B5E-8CE4-32504ADD3D9F}" presName="sibTrans" presStyleLbl="sibTrans1D1" presStyleIdx="4" presStyleCnt="5"/>
      <dgm:spPr/>
    </dgm:pt>
    <dgm:pt modelId="{307C7E26-56F1-4D71-BE71-B906E70E1F90}" type="pres">
      <dgm:prSet presAssocID="{E2266E75-CF6A-4B5E-8CE4-32504ADD3D9F}" presName="connectorText" presStyleLbl="sibTrans1D1" presStyleIdx="4" presStyleCnt="5"/>
      <dgm:spPr/>
    </dgm:pt>
    <dgm:pt modelId="{DF266190-9998-48DB-9A32-CB1AC1BC97F2}" type="pres">
      <dgm:prSet presAssocID="{B6154970-26AE-4284-8F7B-7D12AF98A7DD}" presName="node" presStyleLbl="node1" presStyleIdx="5" presStyleCnt="6">
        <dgm:presLayoutVars>
          <dgm:bulletEnabled val="1"/>
        </dgm:presLayoutVars>
      </dgm:prSet>
      <dgm:spPr/>
    </dgm:pt>
  </dgm:ptLst>
  <dgm:cxnLst>
    <dgm:cxn modelId="{E4190105-A2EA-4B82-9502-5D41810E91D4}" type="presOf" srcId="{5E9C8887-7C89-4C3F-8FD8-5A0B5EB572F2}" destId="{CFE89A93-3C37-461A-B100-297BB40B6634}" srcOrd="0" destOrd="0" presId="urn:microsoft.com/office/officeart/2016/7/layout/RepeatingBendingProcessNew"/>
    <dgm:cxn modelId="{6B12F214-CAD8-4041-8380-9623673045D4}" srcId="{6019086F-942E-487E-9A7A-E0A0D3233964}" destId="{43D21742-8912-457F-B9E8-AF1AC7AD1C9B}" srcOrd="1" destOrd="0" parTransId="{1A53B1B8-97CA-40C2-BD41-962AB86BB72C}" sibTransId="{B2591469-656C-47FD-A2D6-59F9AB26F9D4}"/>
    <dgm:cxn modelId="{06F9CD18-6B34-43B0-85E8-9DD78437A381}" type="presOf" srcId="{0C1083D1-E6FD-4D71-9679-501014FF113D}" destId="{6300B104-F7ED-42C0-834E-71B9F1F01C41}" srcOrd="0" destOrd="0" presId="urn:microsoft.com/office/officeart/2016/7/layout/RepeatingBendingProcessNew"/>
    <dgm:cxn modelId="{66BE303E-133F-40CF-90C1-1FA615F4BE58}" type="presOf" srcId="{1021E257-8610-472B-821B-2CD18836D981}" destId="{F202B62A-D6F3-400D-8D0E-F1A6AE54B246}" srcOrd="1" destOrd="0" presId="urn:microsoft.com/office/officeart/2016/7/layout/RepeatingBendingProcessNew"/>
    <dgm:cxn modelId="{2E94673E-695A-4300-AC63-DC4ACC18DC03}" type="presOf" srcId="{40105C75-D840-4E9A-A6C8-66EBD8C48FD6}" destId="{AC552444-961A-4F87-89D2-04FDBB672653}" srcOrd="0" destOrd="0" presId="urn:microsoft.com/office/officeart/2016/7/layout/RepeatingBendingProcessNew"/>
    <dgm:cxn modelId="{591E0241-ACC9-44EA-A068-61C4207B05D9}" srcId="{6019086F-942E-487E-9A7A-E0A0D3233964}" destId="{5E9C8887-7C89-4C3F-8FD8-5A0B5EB572F2}" srcOrd="2" destOrd="0" parTransId="{38B36248-AE2D-4FDD-90E4-FC974E0C756B}" sibTransId="{1021E257-8610-472B-821B-2CD18836D981}"/>
    <dgm:cxn modelId="{40F1CE64-DBE1-489F-B105-D1AA77CDE9DC}" type="presOf" srcId="{B6154970-26AE-4284-8F7B-7D12AF98A7DD}" destId="{DF266190-9998-48DB-9A32-CB1AC1BC97F2}" srcOrd="0" destOrd="0" presId="urn:microsoft.com/office/officeart/2016/7/layout/RepeatingBendingProcessNew"/>
    <dgm:cxn modelId="{51AC9F76-7C66-4C88-A388-B334A5917C60}" srcId="{6019086F-942E-487E-9A7A-E0A0D3233964}" destId="{B6154970-26AE-4284-8F7B-7D12AF98A7DD}" srcOrd="5" destOrd="0" parTransId="{6042CEEB-F470-47DE-A3F0-6692844A0969}" sibTransId="{3DE2F06A-4731-485E-8325-869AF1AAC2CB}"/>
    <dgm:cxn modelId="{2E624478-E158-43E7-A920-2C8B02104252}" type="presOf" srcId="{E8D57991-ED59-40A1-B2E2-8780AA097910}" destId="{7B789A49-3770-4CE3-827E-E13E21CFA4D1}" srcOrd="0" destOrd="0" presId="urn:microsoft.com/office/officeart/2016/7/layout/RepeatingBendingProcessNew"/>
    <dgm:cxn modelId="{E1359E7C-30BE-4C82-9C4F-E415F5CCC5D7}" type="presOf" srcId="{43D21742-8912-457F-B9E8-AF1AC7AD1C9B}" destId="{56CF17A9-CBE3-4AAA-81B6-E5ADB7CE1BCA}" srcOrd="0" destOrd="0" presId="urn:microsoft.com/office/officeart/2016/7/layout/RepeatingBendingProcessNew"/>
    <dgm:cxn modelId="{C8C3F384-54E4-4B8C-A294-5DB4861087F8}" type="presOf" srcId="{B2591469-656C-47FD-A2D6-59F9AB26F9D4}" destId="{B9352C38-A58B-48A4-9F7D-3B8D5718CEC9}" srcOrd="1" destOrd="0" presId="urn:microsoft.com/office/officeart/2016/7/layout/RepeatingBendingProcessNew"/>
    <dgm:cxn modelId="{069E0687-A408-4E02-8052-987C2A9584C5}" type="presOf" srcId="{554A0AD6-5274-4239-94A5-4FFD4122B588}" destId="{2515EC1B-B36C-45A1-AA55-823AE75E24FA}" srcOrd="0" destOrd="0" presId="urn:microsoft.com/office/officeart/2016/7/layout/RepeatingBendingProcessNew"/>
    <dgm:cxn modelId="{7164E18B-EC7F-46CA-B31C-347A482630FB}" srcId="{6019086F-942E-487E-9A7A-E0A0D3233964}" destId="{40105C75-D840-4E9A-A6C8-66EBD8C48FD6}" srcOrd="3" destOrd="0" parTransId="{BC4522AF-0143-4F0D-BEAE-6FA800B3D5D7}" sibTransId="{328BC008-FD2F-4521-BA27-3BE5D0CA3DBB}"/>
    <dgm:cxn modelId="{7673158C-8BB5-47FB-9DAF-30DD728A8578}" type="presOf" srcId="{328BC008-FD2F-4521-BA27-3BE5D0CA3DBB}" destId="{8E67D113-B6C3-42D6-896E-744D166D22CC}" srcOrd="1" destOrd="0" presId="urn:microsoft.com/office/officeart/2016/7/layout/RepeatingBendingProcessNew"/>
    <dgm:cxn modelId="{6D788E9E-E1DF-4031-9EBF-8DF8E69651CE}" type="presOf" srcId="{328BC008-FD2F-4521-BA27-3BE5D0CA3DBB}" destId="{87592354-C9C1-487A-BF51-05ACD7B9890A}" srcOrd="0" destOrd="0" presId="urn:microsoft.com/office/officeart/2016/7/layout/RepeatingBendingProcessNew"/>
    <dgm:cxn modelId="{02F599A3-EC51-4BDE-99A9-6D493B3B3132}" type="presOf" srcId="{6019086F-942E-487E-9A7A-E0A0D3233964}" destId="{851A9B36-F1C8-4AEE-B689-2CB30DEAF748}" srcOrd="0" destOrd="0" presId="urn:microsoft.com/office/officeart/2016/7/layout/RepeatingBendingProcessNew"/>
    <dgm:cxn modelId="{C03884A4-621B-4F89-B53B-8F5AB179BB82}" type="presOf" srcId="{E2266E75-CF6A-4B5E-8CE4-32504ADD3D9F}" destId="{307C7E26-56F1-4D71-BE71-B906E70E1F90}" srcOrd="1" destOrd="0" presId="urn:microsoft.com/office/officeart/2016/7/layout/RepeatingBendingProcessNew"/>
    <dgm:cxn modelId="{BDD248B0-C9C6-4976-8869-7A41552357AF}" srcId="{6019086F-942E-487E-9A7A-E0A0D3233964}" destId="{E8D57991-ED59-40A1-B2E2-8780AA097910}" srcOrd="4" destOrd="0" parTransId="{A4F23669-975C-4DB5-9098-29B4025B4024}" sibTransId="{E2266E75-CF6A-4B5E-8CE4-32504ADD3D9F}"/>
    <dgm:cxn modelId="{F1B6CCBD-35C8-40B1-8AD6-1BE75927AB8F}" type="presOf" srcId="{E2266E75-CF6A-4B5E-8CE4-32504ADD3D9F}" destId="{24018B57-E488-4F71-8253-A298C924B3F9}" srcOrd="0" destOrd="0" presId="urn:microsoft.com/office/officeart/2016/7/layout/RepeatingBendingProcessNew"/>
    <dgm:cxn modelId="{EB1123CC-9A85-4123-949D-2405D271A48E}" type="presOf" srcId="{0C1083D1-E6FD-4D71-9679-501014FF113D}" destId="{2EC81DC5-98D9-4B79-8C39-3740DA111761}" srcOrd="1" destOrd="0" presId="urn:microsoft.com/office/officeart/2016/7/layout/RepeatingBendingProcessNew"/>
    <dgm:cxn modelId="{61C077DA-8E3F-4784-94EE-CB9787976BFE}" type="presOf" srcId="{B2591469-656C-47FD-A2D6-59F9AB26F9D4}" destId="{4CED0853-C189-414C-9280-76FCB403B537}" srcOrd="0" destOrd="0" presId="urn:microsoft.com/office/officeart/2016/7/layout/RepeatingBendingProcessNew"/>
    <dgm:cxn modelId="{69A84BEE-F7D0-4630-821F-DA01B2A729DD}" srcId="{6019086F-942E-487E-9A7A-E0A0D3233964}" destId="{554A0AD6-5274-4239-94A5-4FFD4122B588}" srcOrd="0" destOrd="0" parTransId="{422E00C3-8273-4C42-9A86-D7258A9CB29A}" sibTransId="{0C1083D1-E6FD-4D71-9679-501014FF113D}"/>
    <dgm:cxn modelId="{779146FE-8F74-4246-BF24-74DF3AF0EAF9}" type="presOf" srcId="{1021E257-8610-472B-821B-2CD18836D981}" destId="{C3524A50-ED69-4285-BDFD-49F015C7F352}" srcOrd="0" destOrd="0" presId="urn:microsoft.com/office/officeart/2016/7/layout/RepeatingBendingProcessNew"/>
    <dgm:cxn modelId="{AE0E3673-D1F8-41B1-8FB6-48784FA6888D}" type="presParOf" srcId="{851A9B36-F1C8-4AEE-B689-2CB30DEAF748}" destId="{2515EC1B-B36C-45A1-AA55-823AE75E24FA}" srcOrd="0" destOrd="0" presId="urn:microsoft.com/office/officeart/2016/7/layout/RepeatingBendingProcessNew"/>
    <dgm:cxn modelId="{284C906C-FD66-4CB6-AC7B-6709B4FDB461}" type="presParOf" srcId="{851A9B36-F1C8-4AEE-B689-2CB30DEAF748}" destId="{6300B104-F7ED-42C0-834E-71B9F1F01C41}" srcOrd="1" destOrd="0" presId="urn:microsoft.com/office/officeart/2016/7/layout/RepeatingBendingProcessNew"/>
    <dgm:cxn modelId="{70B386C3-05C3-4B81-9BB4-F5195F3F20F3}" type="presParOf" srcId="{6300B104-F7ED-42C0-834E-71B9F1F01C41}" destId="{2EC81DC5-98D9-4B79-8C39-3740DA111761}" srcOrd="0" destOrd="0" presId="urn:microsoft.com/office/officeart/2016/7/layout/RepeatingBendingProcessNew"/>
    <dgm:cxn modelId="{1DDD0CD7-ECA2-4C66-9D14-F5A5578DD1CF}" type="presParOf" srcId="{851A9B36-F1C8-4AEE-B689-2CB30DEAF748}" destId="{56CF17A9-CBE3-4AAA-81B6-E5ADB7CE1BCA}" srcOrd="2" destOrd="0" presId="urn:microsoft.com/office/officeart/2016/7/layout/RepeatingBendingProcessNew"/>
    <dgm:cxn modelId="{B2DA3C66-9CA2-4CEC-98FF-6DB8399B8FDF}" type="presParOf" srcId="{851A9B36-F1C8-4AEE-B689-2CB30DEAF748}" destId="{4CED0853-C189-414C-9280-76FCB403B537}" srcOrd="3" destOrd="0" presId="urn:microsoft.com/office/officeart/2016/7/layout/RepeatingBendingProcessNew"/>
    <dgm:cxn modelId="{DB7659AC-DC69-43C4-AAAF-90CC5E72ED21}" type="presParOf" srcId="{4CED0853-C189-414C-9280-76FCB403B537}" destId="{B9352C38-A58B-48A4-9F7D-3B8D5718CEC9}" srcOrd="0" destOrd="0" presId="urn:microsoft.com/office/officeart/2016/7/layout/RepeatingBendingProcessNew"/>
    <dgm:cxn modelId="{D8CE8567-F5CE-466F-A7F8-E2E505A1D94E}" type="presParOf" srcId="{851A9B36-F1C8-4AEE-B689-2CB30DEAF748}" destId="{CFE89A93-3C37-461A-B100-297BB40B6634}" srcOrd="4" destOrd="0" presId="urn:microsoft.com/office/officeart/2016/7/layout/RepeatingBendingProcessNew"/>
    <dgm:cxn modelId="{5024AA15-5C6A-41B3-8F9C-0030EC095577}" type="presParOf" srcId="{851A9B36-F1C8-4AEE-B689-2CB30DEAF748}" destId="{C3524A50-ED69-4285-BDFD-49F015C7F352}" srcOrd="5" destOrd="0" presId="urn:microsoft.com/office/officeart/2016/7/layout/RepeatingBendingProcessNew"/>
    <dgm:cxn modelId="{057357CE-0C9D-4EB6-A82E-3AA302DC633A}" type="presParOf" srcId="{C3524A50-ED69-4285-BDFD-49F015C7F352}" destId="{F202B62A-D6F3-400D-8D0E-F1A6AE54B246}" srcOrd="0" destOrd="0" presId="urn:microsoft.com/office/officeart/2016/7/layout/RepeatingBendingProcessNew"/>
    <dgm:cxn modelId="{ABB32A5C-93FD-4AE1-9643-22A4C82D2AF7}" type="presParOf" srcId="{851A9B36-F1C8-4AEE-B689-2CB30DEAF748}" destId="{AC552444-961A-4F87-89D2-04FDBB672653}" srcOrd="6" destOrd="0" presId="urn:microsoft.com/office/officeart/2016/7/layout/RepeatingBendingProcessNew"/>
    <dgm:cxn modelId="{4A80DE56-8E03-4C93-BE6B-E4CC9915F8D9}" type="presParOf" srcId="{851A9B36-F1C8-4AEE-B689-2CB30DEAF748}" destId="{87592354-C9C1-487A-BF51-05ACD7B9890A}" srcOrd="7" destOrd="0" presId="urn:microsoft.com/office/officeart/2016/7/layout/RepeatingBendingProcessNew"/>
    <dgm:cxn modelId="{A11C60FD-777D-45A3-B3FC-57363733E4A3}" type="presParOf" srcId="{87592354-C9C1-487A-BF51-05ACD7B9890A}" destId="{8E67D113-B6C3-42D6-896E-744D166D22CC}" srcOrd="0" destOrd="0" presId="urn:microsoft.com/office/officeart/2016/7/layout/RepeatingBendingProcessNew"/>
    <dgm:cxn modelId="{F6517B20-DA81-4B30-B55D-9C3051FD9E47}" type="presParOf" srcId="{851A9B36-F1C8-4AEE-B689-2CB30DEAF748}" destId="{7B789A49-3770-4CE3-827E-E13E21CFA4D1}" srcOrd="8" destOrd="0" presId="urn:microsoft.com/office/officeart/2016/7/layout/RepeatingBendingProcessNew"/>
    <dgm:cxn modelId="{6B310298-FEFA-4702-B8F7-46C84E5AD1D2}" type="presParOf" srcId="{851A9B36-F1C8-4AEE-B689-2CB30DEAF748}" destId="{24018B57-E488-4F71-8253-A298C924B3F9}" srcOrd="9" destOrd="0" presId="urn:microsoft.com/office/officeart/2016/7/layout/RepeatingBendingProcessNew"/>
    <dgm:cxn modelId="{AAE89BDF-3B61-472D-8E36-8D9178F85A63}" type="presParOf" srcId="{24018B57-E488-4F71-8253-A298C924B3F9}" destId="{307C7E26-56F1-4D71-BE71-B906E70E1F90}" srcOrd="0" destOrd="0" presId="urn:microsoft.com/office/officeart/2016/7/layout/RepeatingBendingProcessNew"/>
    <dgm:cxn modelId="{48CCAB0D-A252-42D8-ADB9-4DBBD54F5A4F}" type="presParOf" srcId="{851A9B36-F1C8-4AEE-B689-2CB30DEAF748}" destId="{DF266190-9998-48DB-9A32-CB1AC1BC97F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53D0CA-020D-40B9-8CAB-085D494D81B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A85E7B-DE8E-4187-B112-D31989D7DD2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Estos patrones se ocupan de la asignación de responsabilidades entre objetos y cómo los objetos se comunican entre sí. Algunos ejemplos son:</a:t>
          </a:r>
          <a:endParaRPr lang="en-US"/>
        </a:p>
      </dgm:t>
    </dgm:pt>
    <dgm:pt modelId="{BF70177F-C01F-49A0-BBAB-F79ED4445885}" type="parTrans" cxnId="{1581CE0E-1469-4DAC-8351-4C9DB204ADC3}">
      <dgm:prSet/>
      <dgm:spPr/>
      <dgm:t>
        <a:bodyPr/>
        <a:lstStyle/>
        <a:p>
          <a:endParaRPr lang="en-US"/>
        </a:p>
      </dgm:t>
    </dgm:pt>
    <dgm:pt modelId="{80432FDB-A587-4E2F-B287-2BE3FB7D9118}" type="sibTrans" cxnId="{1581CE0E-1469-4DAC-8351-4C9DB204AD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630724-5F36-47FA-992C-89E796E81BC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800" b="1" dirty="0" err="1"/>
            <a:t>Observer</a:t>
          </a:r>
          <a:r>
            <a:rPr lang="es-ES" sz="1800" b="1" dirty="0"/>
            <a:t>:</a:t>
          </a:r>
        </a:p>
        <a:p>
          <a:pPr>
            <a:lnSpc>
              <a:spcPct val="100000"/>
            </a:lnSpc>
          </a:pPr>
          <a:r>
            <a:rPr lang="es-ES" sz="1400" b="1" dirty="0"/>
            <a:t> </a:t>
          </a:r>
          <a:r>
            <a:rPr lang="es-ES" sz="1100" dirty="0"/>
            <a:t>Define una dependencia uno a muchos entre objetos de modo que cuando un objeto cambia de estado, todos sus dependientes son notificados y actualizados automáticamente.   </a:t>
          </a:r>
          <a:endParaRPr lang="en-US" sz="1100" dirty="0"/>
        </a:p>
      </dgm:t>
    </dgm:pt>
    <dgm:pt modelId="{AB498C89-7F56-4DFE-90EE-278F40B444C0}" type="parTrans" cxnId="{A5728CCA-98CC-4071-ADEC-77AE2045C093}">
      <dgm:prSet/>
      <dgm:spPr/>
      <dgm:t>
        <a:bodyPr/>
        <a:lstStyle/>
        <a:p>
          <a:endParaRPr lang="en-US"/>
        </a:p>
      </dgm:t>
    </dgm:pt>
    <dgm:pt modelId="{08F9F1C6-BD54-4CAB-B6CF-49B702968486}" type="sibTrans" cxnId="{A5728CCA-98CC-4071-ADEC-77AE2045C0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116BC9-1ACC-4462-B360-C1AB3AEA903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800" b="1" dirty="0" err="1"/>
            <a:t>Strategy</a:t>
          </a:r>
          <a:r>
            <a:rPr lang="es-ES" sz="1400" dirty="0"/>
            <a:t>: </a:t>
          </a:r>
        </a:p>
        <a:p>
          <a:pPr>
            <a:lnSpc>
              <a:spcPct val="100000"/>
            </a:lnSpc>
          </a:pPr>
          <a:r>
            <a:rPr lang="es-ES" sz="1100" dirty="0"/>
            <a:t>Define una familia de algoritmos, encapsula cada uno y los hace intercambiables.   </a:t>
          </a:r>
          <a:endParaRPr lang="en-US" sz="1100" dirty="0"/>
        </a:p>
      </dgm:t>
    </dgm:pt>
    <dgm:pt modelId="{07BDB8C6-97B6-4845-A83A-FC55B765EA20}" type="parTrans" cxnId="{224E1DBB-D1E0-46B4-9463-A7E485337030}">
      <dgm:prSet/>
      <dgm:spPr/>
      <dgm:t>
        <a:bodyPr/>
        <a:lstStyle/>
        <a:p>
          <a:endParaRPr lang="en-US"/>
        </a:p>
      </dgm:t>
    </dgm:pt>
    <dgm:pt modelId="{2DCF0162-7BB0-4D7F-8C31-2FD0FE91D12B}" type="sibTrans" cxnId="{224E1DBB-D1E0-46B4-9463-A7E4853370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52A090-A972-477F-829A-8EA64A5275B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800" b="1" dirty="0" err="1"/>
            <a:t>Command</a:t>
          </a:r>
          <a:r>
            <a:rPr lang="es-ES" sz="1800" b="1" dirty="0"/>
            <a:t>: </a:t>
          </a:r>
        </a:p>
        <a:p>
          <a:pPr>
            <a:lnSpc>
              <a:spcPct val="100000"/>
            </a:lnSpc>
          </a:pPr>
          <a:r>
            <a:rPr lang="es-ES" sz="1100" dirty="0"/>
            <a:t>Encapsula una solicitud como un objeto, permitiendo parametrizar clientes con diferentes solicitudes, colas o registros de solicitudes, y soportar operaciones que se deshacen.</a:t>
          </a:r>
          <a:endParaRPr lang="en-US" sz="1100" dirty="0"/>
        </a:p>
      </dgm:t>
    </dgm:pt>
    <dgm:pt modelId="{18A19B58-0E93-41D3-B4B7-00974D031A9E}" type="parTrans" cxnId="{FCA342CC-B1B2-41B8-9500-657D8E3F6098}">
      <dgm:prSet/>
      <dgm:spPr/>
      <dgm:t>
        <a:bodyPr/>
        <a:lstStyle/>
        <a:p>
          <a:endParaRPr lang="en-US"/>
        </a:p>
      </dgm:t>
    </dgm:pt>
    <dgm:pt modelId="{9C0EBB1E-E1B6-4494-8940-6F17A4449B68}" type="sibTrans" cxnId="{FCA342CC-B1B2-41B8-9500-657D8E3F609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D6772B-4C44-4F33-BFFE-ADB2D6A448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600" b="1" dirty="0" err="1"/>
            <a:t>State</a:t>
          </a:r>
          <a:r>
            <a:rPr lang="es-ES" sz="1600" dirty="0"/>
            <a:t>: </a:t>
          </a:r>
        </a:p>
        <a:p>
          <a:pPr>
            <a:lnSpc>
              <a:spcPct val="100000"/>
            </a:lnSpc>
          </a:pPr>
          <a:r>
            <a:rPr lang="es-ES" sz="1200" dirty="0"/>
            <a:t>Permite a un objeto modificar su comportamiento cuando su estado interno cambia. El objeto parece cambiar de clase.</a:t>
          </a:r>
          <a:endParaRPr lang="en-US" sz="1200" dirty="0"/>
        </a:p>
      </dgm:t>
    </dgm:pt>
    <dgm:pt modelId="{1A38DC26-FB95-4A46-942F-C2708B5E50A6}" type="parTrans" cxnId="{8F9E3D01-458D-476F-B24D-AA39F48E61E5}">
      <dgm:prSet/>
      <dgm:spPr/>
      <dgm:t>
        <a:bodyPr/>
        <a:lstStyle/>
        <a:p>
          <a:endParaRPr lang="en-US"/>
        </a:p>
      </dgm:t>
    </dgm:pt>
    <dgm:pt modelId="{C8428328-34F3-49C2-A33B-DD963284B818}" type="sibTrans" cxnId="{8F9E3D01-458D-476F-B24D-AA39F48E61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1F5976-5A0B-4B1F-B241-4597084CE9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600" b="1" dirty="0" err="1"/>
            <a:t>Template</a:t>
          </a:r>
          <a:r>
            <a:rPr lang="es-ES" sz="1600" b="1" dirty="0"/>
            <a:t> </a:t>
          </a:r>
          <a:r>
            <a:rPr lang="es-ES" sz="1600" b="1" dirty="0" err="1"/>
            <a:t>Method</a:t>
          </a:r>
          <a:r>
            <a:rPr lang="es-ES" sz="1600" dirty="0"/>
            <a:t>: </a:t>
          </a:r>
        </a:p>
        <a:p>
          <a:pPr>
            <a:lnSpc>
              <a:spcPct val="100000"/>
            </a:lnSpc>
          </a:pPr>
          <a:r>
            <a:rPr lang="es-ES" sz="1200" dirty="0"/>
            <a:t>Define el esqueleto de un algoritmo en un método, permitiendo a las subclases redefinir ciertos pasos del algoritmo sin cambiar su estructura.</a:t>
          </a:r>
          <a:endParaRPr lang="en-US" sz="1200" dirty="0"/>
        </a:p>
      </dgm:t>
    </dgm:pt>
    <dgm:pt modelId="{DBEEE0DB-E08F-42F4-A1F2-2CC8B8A19DDE}" type="parTrans" cxnId="{4A5E3774-319D-4606-BB9F-77CD5AFFC030}">
      <dgm:prSet/>
      <dgm:spPr/>
      <dgm:t>
        <a:bodyPr/>
        <a:lstStyle/>
        <a:p>
          <a:endParaRPr lang="en-US"/>
        </a:p>
      </dgm:t>
    </dgm:pt>
    <dgm:pt modelId="{5068DD0F-07F9-41C0-8A20-605C7889A5EC}" type="sibTrans" cxnId="{4A5E3774-319D-4606-BB9F-77CD5AFFC030}">
      <dgm:prSet/>
      <dgm:spPr/>
      <dgm:t>
        <a:bodyPr/>
        <a:lstStyle/>
        <a:p>
          <a:endParaRPr lang="en-US"/>
        </a:p>
      </dgm:t>
    </dgm:pt>
    <dgm:pt modelId="{F241FF4C-C381-49F5-A120-0472837DE4BA}" type="pres">
      <dgm:prSet presAssocID="{9353D0CA-020D-40B9-8CAB-085D494D81B5}" presName="root" presStyleCnt="0">
        <dgm:presLayoutVars>
          <dgm:dir/>
          <dgm:resizeHandles val="exact"/>
        </dgm:presLayoutVars>
      </dgm:prSet>
      <dgm:spPr/>
    </dgm:pt>
    <dgm:pt modelId="{033F9178-AF87-43C3-863D-27E4ACF51605}" type="pres">
      <dgm:prSet presAssocID="{9353D0CA-020D-40B9-8CAB-085D494D81B5}" presName="container" presStyleCnt="0">
        <dgm:presLayoutVars>
          <dgm:dir/>
          <dgm:resizeHandles val="exact"/>
        </dgm:presLayoutVars>
      </dgm:prSet>
      <dgm:spPr/>
    </dgm:pt>
    <dgm:pt modelId="{7AE3858D-DB32-49E5-83C0-5AD7D1A42ED7}" type="pres">
      <dgm:prSet presAssocID="{DFA85E7B-DE8E-4187-B112-D31989D7DD20}" presName="compNode" presStyleCnt="0"/>
      <dgm:spPr/>
    </dgm:pt>
    <dgm:pt modelId="{5CB4AD93-D6D6-4EC0-8D02-07FEEE473B88}" type="pres">
      <dgm:prSet presAssocID="{DFA85E7B-DE8E-4187-B112-D31989D7DD20}" presName="iconBgRect" presStyleLbl="bgShp" presStyleIdx="0" presStyleCnt="6"/>
      <dgm:spPr/>
    </dgm:pt>
    <dgm:pt modelId="{A2E08B9B-4BC3-492B-9EC2-2CC70FE1EDD9}" type="pres">
      <dgm:prSet presAssocID="{DFA85E7B-DE8E-4187-B112-D31989D7DD2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A915A9AD-DDD2-4123-84B4-13B454D6A402}" type="pres">
      <dgm:prSet presAssocID="{DFA85E7B-DE8E-4187-B112-D31989D7DD20}" presName="spaceRect" presStyleCnt="0"/>
      <dgm:spPr/>
    </dgm:pt>
    <dgm:pt modelId="{E67AA6BF-EFC6-4E0E-8014-5D56028DD83E}" type="pres">
      <dgm:prSet presAssocID="{DFA85E7B-DE8E-4187-B112-D31989D7DD20}" presName="textRect" presStyleLbl="revTx" presStyleIdx="0" presStyleCnt="6">
        <dgm:presLayoutVars>
          <dgm:chMax val="1"/>
          <dgm:chPref val="1"/>
        </dgm:presLayoutVars>
      </dgm:prSet>
      <dgm:spPr/>
    </dgm:pt>
    <dgm:pt modelId="{A3EF8DA3-738E-4CE6-907F-29290A3A9DA4}" type="pres">
      <dgm:prSet presAssocID="{80432FDB-A587-4E2F-B287-2BE3FB7D9118}" presName="sibTrans" presStyleLbl="sibTrans2D1" presStyleIdx="0" presStyleCnt="0"/>
      <dgm:spPr/>
    </dgm:pt>
    <dgm:pt modelId="{C86BBE02-D96A-40D9-8159-F47B8F0A29AD}" type="pres">
      <dgm:prSet presAssocID="{65630724-5F36-47FA-992C-89E796E81BC3}" presName="compNode" presStyleCnt="0"/>
      <dgm:spPr/>
    </dgm:pt>
    <dgm:pt modelId="{B0064972-6C3D-4F18-AD8E-490EEA998144}" type="pres">
      <dgm:prSet presAssocID="{65630724-5F36-47FA-992C-89E796E81BC3}" presName="iconBgRect" presStyleLbl="bgShp" presStyleIdx="1" presStyleCnt="6"/>
      <dgm:spPr/>
    </dgm:pt>
    <dgm:pt modelId="{6D0FAE7C-7B74-49EE-907B-CDDA504ACE60}" type="pres">
      <dgm:prSet presAssocID="{65630724-5F36-47FA-992C-89E796E81BC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81C2DF06-18A1-4671-938A-AF40006E8F09}" type="pres">
      <dgm:prSet presAssocID="{65630724-5F36-47FA-992C-89E796E81BC3}" presName="spaceRect" presStyleCnt="0"/>
      <dgm:spPr/>
    </dgm:pt>
    <dgm:pt modelId="{E2BE8CBB-1D65-4643-A6A5-6699F3B88CF5}" type="pres">
      <dgm:prSet presAssocID="{65630724-5F36-47FA-992C-89E796E81BC3}" presName="textRect" presStyleLbl="revTx" presStyleIdx="1" presStyleCnt="6">
        <dgm:presLayoutVars>
          <dgm:chMax val="1"/>
          <dgm:chPref val="1"/>
        </dgm:presLayoutVars>
      </dgm:prSet>
      <dgm:spPr/>
    </dgm:pt>
    <dgm:pt modelId="{E0251161-5DD4-4170-A310-8C71C6FBFFAD}" type="pres">
      <dgm:prSet presAssocID="{08F9F1C6-BD54-4CAB-B6CF-49B702968486}" presName="sibTrans" presStyleLbl="sibTrans2D1" presStyleIdx="0" presStyleCnt="0"/>
      <dgm:spPr/>
    </dgm:pt>
    <dgm:pt modelId="{FAD234A0-B827-4A9B-B504-88308EB69C75}" type="pres">
      <dgm:prSet presAssocID="{18116BC9-1ACC-4462-B360-C1AB3AEA9035}" presName="compNode" presStyleCnt="0"/>
      <dgm:spPr/>
    </dgm:pt>
    <dgm:pt modelId="{6D2DF99C-B93F-49F5-9BAE-2659B9D0F6B9}" type="pres">
      <dgm:prSet presAssocID="{18116BC9-1ACC-4462-B360-C1AB3AEA9035}" presName="iconBgRect" presStyleLbl="bgShp" presStyleIdx="2" presStyleCnt="6"/>
      <dgm:spPr/>
    </dgm:pt>
    <dgm:pt modelId="{8B9263A8-A1C7-4472-8BE0-8915A94962A5}" type="pres">
      <dgm:prSet presAssocID="{18116BC9-1ACC-4462-B360-C1AB3AEA903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E0405C74-17E6-4D1C-8219-E0D19FC23055}" type="pres">
      <dgm:prSet presAssocID="{18116BC9-1ACC-4462-B360-C1AB3AEA9035}" presName="spaceRect" presStyleCnt="0"/>
      <dgm:spPr/>
    </dgm:pt>
    <dgm:pt modelId="{5DB27790-C5CA-4CD9-9516-4B2709AB18BA}" type="pres">
      <dgm:prSet presAssocID="{18116BC9-1ACC-4462-B360-C1AB3AEA9035}" presName="textRect" presStyleLbl="revTx" presStyleIdx="2" presStyleCnt="6">
        <dgm:presLayoutVars>
          <dgm:chMax val="1"/>
          <dgm:chPref val="1"/>
        </dgm:presLayoutVars>
      </dgm:prSet>
      <dgm:spPr/>
    </dgm:pt>
    <dgm:pt modelId="{28E10B3D-583F-4393-99BE-15155238AA63}" type="pres">
      <dgm:prSet presAssocID="{2DCF0162-7BB0-4D7F-8C31-2FD0FE91D12B}" presName="sibTrans" presStyleLbl="sibTrans2D1" presStyleIdx="0" presStyleCnt="0"/>
      <dgm:spPr/>
    </dgm:pt>
    <dgm:pt modelId="{4B390919-865C-464B-9144-0F6D1EA6ADDD}" type="pres">
      <dgm:prSet presAssocID="{8B52A090-A972-477F-829A-8EA64A5275B0}" presName="compNode" presStyleCnt="0"/>
      <dgm:spPr/>
    </dgm:pt>
    <dgm:pt modelId="{ECE79D22-F7E5-4CD1-81B8-697961A4126B}" type="pres">
      <dgm:prSet presAssocID="{8B52A090-A972-477F-829A-8EA64A5275B0}" presName="iconBgRect" presStyleLbl="bgShp" presStyleIdx="3" presStyleCnt="6"/>
      <dgm:spPr/>
    </dgm:pt>
    <dgm:pt modelId="{3FA240DF-EF8C-4AA1-8FA3-3FB9FB228434}" type="pres">
      <dgm:prSet presAssocID="{8B52A090-A972-477F-829A-8EA64A5275B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81ED2359-6961-4BEC-8385-49F2F0D17B23}" type="pres">
      <dgm:prSet presAssocID="{8B52A090-A972-477F-829A-8EA64A5275B0}" presName="spaceRect" presStyleCnt="0"/>
      <dgm:spPr/>
    </dgm:pt>
    <dgm:pt modelId="{600E9C9B-182B-40C7-AE56-9A2D31549EEC}" type="pres">
      <dgm:prSet presAssocID="{8B52A090-A972-477F-829A-8EA64A5275B0}" presName="textRect" presStyleLbl="revTx" presStyleIdx="3" presStyleCnt="6">
        <dgm:presLayoutVars>
          <dgm:chMax val="1"/>
          <dgm:chPref val="1"/>
        </dgm:presLayoutVars>
      </dgm:prSet>
      <dgm:spPr/>
    </dgm:pt>
    <dgm:pt modelId="{F4B88132-9FF8-421C-9094-E3C92E0BFD3C}" type="pres">
      <dgm:prSet presAssocID="{9C0EBB1E-E1B6-4494-8940-6F17A4449B68}" presName="sibTrans" presStyleLbl="sibTrans2D1" presStyleIdx="0" presStyleCnt="0"/>
      <dgm:spPr/>
    </dgm:pt>
    <dgm:pt modelId="{C430ABB8-D548-47A4-ACE7-B29A725EF5A4}" type="pres">
      <dgm:prSet presAssocID="{08D6772B-4C44-4F33-BFFE-ADB2D6A448FC}" presName="compNode" presStyleCnt="0"/>
      <dgm:spPr/>
    </dgm:pt>
    <dgm:pt modelId="{26E5AB27-0B12-44EC-B9FE-B110C5F0830C}" type="pres">
      <dgm:prSet presAssocID="{08D6772B-4C44-4F33-BFFE-ADB2D6A448FC}" presName="iconBgRect" presStyleLbl="bgShp" presStyleIdx="4" presStyleCnt="6"/>
      <dgm:spPr/>
    </dgm:pt>
    <dgm:pt modelId="{E35C5C84-44AA-4D6B-8FD8-9537D6BFB89A}" type="pres">
      <dgm:prSet presAssocID="{08D6772B-4C44-4F33-BFFE-ADB2D6A448F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94E9603-A9F5-4595-984C-2CAD43B4551E}" type="pres">
      <dgm:prSet presAssocID="{08D6772B-4C44-4F33-BFFE-ADB2D6A448FC}" presName="spaceRect" presStyleCnt="0"/>
      <dgm:spPr/>
    </dgm:pt>
    <dgm:pt modelId="{3DA6BE9A-9B63-4AEE-99CC-D7B80AAABB0B}" type="pres">
      <dgm:prSet presAssocID="{08D6772B-4C44-4F33-BFFE-ADB2D6A448FC}" presName="textRect" presStyleLbl="revTx" presStyleIdx="4" presStyleCnt="6">
        <dgm:presLayoutVars>
          <dgm:chMax val="1"/>
          <dgm:chPref val="1"/>
        </dgm:presLayoutVars>
      </dgm:prSet>
      <dgm:spPr/>
    </dgm:pt>
    <dgm:pt modelId="{2E365D89-0543-4E84-BF6B-12771628783B}" type="pres">
      <dgm:prSet presAssocID="{C8428328-34F3-49C2-A33B-DD963284B818}" presName="sibTrans" presStyleLbl="sibTrans2D1" presStyleIdx="0" presStyleCnt="0"/>
      <dgm:spPr/>
    </dgm:pt>
    <dgm:pt modelId="{D307AAAB-18AB-4641-8221-1EF8C0D35140}" type="pres">
      <dgm:prSet presAssocID="{F91F5976-5A0B-4B1F-B241-4597084CE9E0}" presName="compNode" presStyleCnt="0"/>
      <dgm:spPr/>
    </dgm:pt>
    <dgm:pt modelId="{54BF5510-3E09-488B-9FE9-A245EFD97384}" type="pres">
      <dgm:prSet presAssocID="{F91F5976-5A0B-4B1F-B241-4597084CE9E0}" presName="iconBgRect" presStyleLbl="bgShp" presStyleIdx="5" presStyleCnt="6"/>
      <dgm:spPr/>
    </dgm:pt>
    <dgm:pt modelId="{AD4EE307-0DDD-4064-8C53-48EAE5ACFD53}" type="pres">
      <dgm:prSet presAssocID="{F91F5976-5A0B-4B1F-B241-4597084CE9E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8652B20F-C8C0-43DC-AC87-E0B8FF715925}" type="pres">
      <dgm:prSet presAssocID="{F91F5976-5A0B-4B1F-B241-4597084CE9E0}" presName="spaceRect" presStyleCnt="0"/>
      <dgm:spPr/>
    </dgm:pt>
    <dgm:pt modelId="{035B1C12-D12B-4A9F-9A9E-2F74FA1F63F1}" type="pres">
      <dgm:prSet presAssocID="{F91F5976-5A0B-4B1F-B241-4597084CE9E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F9E3D01-458D-476F-B24D-AA39F48E61E5}" srcId="{9353D0CA-020D-40B9-8CAB-085D494D81B5}" destId="{08D6772B-4C44-4F33-BFFE-ADB2D6A448FC}" srcOrd="4" destOrd="0" parTransId="{1A38DC26-FB95-4A46-942F-C2708B5E50A6}" sibTransId="{C8428328-34F3-49C2-A33B-DD963284B818}"/>
    <dgm:cxn modelId="{238BBA05-7CB3-4350-8B93-3AC9B15D90EF}" type="presOf" srcId="{08F9F1C6-BD54-4CAB-B6CF-49B702968486}" destId="{E0251161-5DD4-4170-A310-8C71C6FBFFAD}" srcOrd="0" destOrd="0" presId="urn:microsoft.com/office/officeart/2018/2/layout/IconCircleList"/>
    <dgm:cxn modelId="{1581CE0E-1469-4DAC-8351-4C9DB204ADC3}" srcId="{9353D0CA-020D-40B9-8CAB-085D494D81B5}" destId="{DFA85E7B-DE8E-4187-B112-D31989D7DD20}" srcOrd="0" destOrd="0" parTransId="{BF70177F-C01F-49A0-BBAB-F79ED4445885}" sibTransId="{80432FDB-A587-4E2F-B287-2BE3FB7D9118}"/>
    <dgm:cxn modelId="{675C2019-A48D-422C-AD20-025D16BCB0E4}" type="presOf" srcId="{2DCF0162-7BB0-4D7F-8C31-2FD0FE91D12B}" destId="{28E10B3D-583F-4393-99BE-15155238AA63}" srcOrd="0" destOrd="0" presId="urn:microsoft.com/office/officeart/2018/2/layout/IconCircleList"/>
    <dgm:cxn modelId="{5860193E-440B-48C9-87B6-6D01CA132719}" type="presOf" srcId="{08D6772B-4C44-4F33-BFFE-ADB2D6A448FC}" destId="{3DA6BE9A-9B63-4AEE-99CC-D7B80AAABB0B}" srcOrd="0" destOrd="0" presId="urn:microsoft.com/office/officeart/2018/2/layout/IconCircleList"/>
    <dgm:cxn modelId="{47D79A40-00AC-4D6B-9E9F-1B75145A0F34}" type="presOf" srcId="{80432FDB-A587-4E2F-B287-2BE3FB7D9118}" destId="{A3EF8DA3-738E-4CE6-907F-29290A3A9DA4}" srcOrd="0" destOrd="0" presId="urn:microsoft.com/office/officeart/2018/2/layout/IconCircleList"/>
    <dgm:cxn modelId="{AD2D3A65-2C4C-46BB-A8A0-7342876A741F}" type="presOf" srcId="{18116BC9-1ACC-4462-B360-C1AB3AEA9035}" destId="{5DB27790-C5CA-4CD9-9516-4B2709AB18BA}" srcOrd="0" destOrd="0" presId="urn:microsoft.com/office/officeart/2018/2/layout/IconCircleList"/>
    <dgm:cxn modelId="{82159A6D-A08E-47E5-9A98-AD9CC4CB4F53}" type="presOf" srcId="{65630724-5F36-47FA-992C-89E796E81BC3}" destId="{E2BE8CBB-1D65-4643-A6A5-6699F3B88CF5}" srcOrd="0" destOrd="0" presId="urn:microsoft.com/office/officeart/2018/2/layout/IconCircleList"/>
    <dgm:cxn modelId="{4A5E3774-319D-4606-BB9F-77CD5AFFC030}" srcId="{9353D0CA-020D-40B9-8CAB-085D494D81B5}" destId="{F91F5976-5A0B-4B1F-B241-4597084CE9E0}" srcOrd="5" destOrd="0" parTransId="{DBEEE0DB-E08F-42F4-A1F2-2CC8B8A19DDE}" sibTransId="{5068DD0F-07F9-41C0-8A20-605C7889A5EC}"/>
    <dgm:cxn modelId="{7B816876-EEF6-4EDA-B4E7-81754C4BD967}" type="presOf" srcId="{9C0EBB1E-E1B6-4494-8940-6F17A4449B68}" destId="{F4B88132-9FF8-421C-9094-E3C92E0BFD3C}" srcOrd="0" destOrd="0" presId="urn:microsoft.com/office/officeart/2018/2/layout/IconCircleList"/>
    <dgm:cxn modelId="{5DA4028E-EA0C-4785-BFAA-EE1CFA733BCF}" type="presOf" srcId="{C8428328-34F3-49C2-A33B-DD963284B818}" destId="{2E365D89-0543-4E84-BF6B-12771628783B}" srcOrd="0" destOrd="0" presId="urn:microsoft.com/office/officeart/2018/2/layout/IconCircleList"/>
    <dgm:cxn modelId="{5FDF0091-C694-4CD0-8ABE-BC055F6C9120}" type="presOf" srcId="{8B52A090-A972-477F-829A-8EA64A5275B0}" destId="{600E9C9B-182B-40C7-AE56-9A2D31549EEC}" srcOrd="0" destOrd="0" presId="urn:microsoft.com/office/officeart/2018/2/layout/IconCircleList"/>
    <dgm:cxn modelId="{224E1DBB-D1E0-46B4-9463-A7E485337030}" srcId="{9353D0CA-020D-40B9-8CAB-085D494D81B5}" destId="{18116BC9-1ACC-4462-B360-C1AB3AEA9035}" srcOrd="2" destOrd="0" parTransId="{07BDB8C6-97B6-4845-A83A-FC55B765EA20}" sibTransId="{2DCF0162-7BB0-4D7F-8C31-2FD0FE91D12B}"/>
    <dgm:cxn modelId="{D6A2DCC2-A0D9-4D9A-A03C-65C53752408A}" type="presOf" srcId="{DFA85E7B-DE8E-4187-B112-D31989D7DD20}" destId="{E67AA6BF-EFC6-4E0E-8014-5D56028DD83E}" srcOrd="0" destOrd="0" presId="urn:microsoft.com/office/officeart/2018/2/layout/IconCircleList"/>
    <dgm:cxn modelId="{A5728CCA-98CC-4071-ADEC-77AE2045C093}" srcId="{9353D0CA-020D-40B9-8CAB-085D494D81B5}" destId="{65630724-5F36-47FA-992C-89E796E81BC3}" srcOrd="1" destOrd="0" parTransId="{AB498C89-7F56-4DFE-90EE-278F40B444C0}" sibTransId="{08F9F1C6-BD54-4CAB-B6CF-49B702968486}"/>
    <dgm:cxn modelId="{FCA342CC-B1B2-41B8-9500-657D8E3F6098}" srcId="{9353D0CA-020D-40B9-8CAB-085D494D81B5}" destId="{8B52A090-A972-477F-829A-8EA64A5275B0}" srcOrd="3" destOrd="0" parTransId="{18A19B58-0E93-41D3-B4B7-00974D031A9E}" sibTransId="{9C0EBB1E-E1B6-4494-8940-6F17A4449B68}"/>
    <dgm:cxn modelId="{6B57C5E0-02D0-48B1-9ED0-BF6AB16D9919}" type="presOf" srcId="{9353D0CA-020D-40B9-8CAB-085D494D81B5}" destId="{F241FF4C-C381-49F5-A120-0472837DE4BA}" srcOrd="0" destOrd="0" presId="urn:microsoft.com/office/officeart/2018/2/layout/IconCircleList"/>
    <dgm:cxn modelId="{45340CF6-BC01-4AEE-AAB4-48A1BCB440E4}" type="presOf" srcId="{F91F5976-5A0B-4B1F-B241-4597084CE9E0}" destId="{035B1C12-D12B-4A9F-9A9E-2F74FA1F63F1}" srcOrd="0" destOrd="0" presId="urn:microsoft.com/office/officeart/2018/2/layout/IconCircleList"/>
    <dgm:cxn modelId="{FC72BFE7-95C7-460B-B271-DE85160468AB}" type="presParOf" srcId="{F241FF4C-C381-49F5-A120-0472837DE4BA}" destId="{033F9178-AF87-43C3-863D-27E4ACF51605}" srcOrd="0" destOrd="0" presId="urn:microsoft.com/office/officeart/2018/2/layout/IconCircleList"/>
    <dgm:cxn modelId="{33DBE4DC-FA6A-45CB-8F68-DAC643BFB7A0}" type="presParOf" srcId="{033F9178-AF87-43C3-863D-27E4ACF51605}" destId="{7AE3858D-DB32-49E5-83C0-5AD7D1A42ED7}" srcOrd="0" destOrd="0" presId="urn:microsoft.com/office/officeart/2018/2/layout/IconCircleList"/>
    <dgm:cxn modelId="{6B7607F9-E530-4C17-8F57-7D7718A43F34}" type="presParOf" srcId="{7AE3858D-DB32-49E5-83C0-5AD7D1A42ED7}" destId="{5CB4AD93-D6D6-4EC0-8D02-07FEEE473B88}" srcOrd="0" destOrd="0" presId="urn:microsoft.com/office/officeart/2018/2/layout/IconCircleList"/>
    <dgm:cxn modelId="{97D91DCF-B52D-4976-97C8-523E071D53FB}" type="presParOf" srcId="{7AE3858D-DB32-49E5-83C0-5AD7D1A42ED7}" destId="{A2E08B9B-4BC3-492B-9EC2-2CC70FE1EDD9}" srcOrd="1" destOrd="0" presId="urn:microsoft.com/office/officeart/2018/2/layout/IconCircleList"/>
    <dgm:cxn modelId="{C0337671-F61A-4291-9344-360C8AD17761}" type="presParOf" srcId="{7AE3858D-DB32-49E5-83C0-5AD7D1A42ED7}" destId="{A915A9AD-DDD2-4123-84B4-13B454D6A402}" srcOrd="2" destOrd="0" presId="urn:microsoft.com/office/officeart/2018/2/layout/IconCircleList"/>
    <dgm:cxn modelId="{EC2AF0B9-37AA-4538-B5AA-226C92DD582D}" type="presParOf" srcId="{7AE3858D-DB32-49E5-83C0-5AD7D1A42ED7}" destId="{E67AA6BF-EFC6-4E0E-8014-5D56028DD83E}" srcOrd="3" destOrd="0" presId="urn:microsoft.com/office/officeart/2018/2/layout/IconCircleList"/>
    <dgm:cxn modelId="{717E8926-0CA6-4612-A674-21A71B1FE5B0}" type="presParOf" srcId="{033F9178-AF87-43C3-863D-27E4ACF51605}" destId="{A3EF8DA3-738E-4CE6-907F-29290A3A9DA4}" srcOrd="1" destOrd="0" presId="urn:microsoft.com/office/officeart/2018/2/layout/IconCircleList"/>
    <dgm:cxn modelId="{1F4E0708-383A-468D-9F39-E28DC2A95D3C}" type="presParOf" srcId="{033F9178-AF87-43C3-863D-27E4ACF51605}" destId="{C86BBE02-D96A-40D9-8159-F47B8F0A29AD}" srcOrd="2" destOrd="0" presId="urn:microsoft.com/office/officeart/2018/2/layout/IconCircleList"/>
    <dgm:cxn modelId="{C861BD81-7592-4969-BBD1-38AD14722018}" type="presParOf" srcId="{C86BBE02-D96A-40D9-8159-F47B8F0A29AD}" destId="{B0064972-6C3D-4F18-AD8E-490EEA998144}" srcOrd="0" destOrd="0" presId="urn:microsoft.com/office/officeart/2018/2/layout/IconCircleList"/>
    <dgm:cxn modelId="{A838C4A3-D270-427C-9C44-9D0DC6C5F195}" type="presParOf" srcId="{C86BBE02-D96A-40D9-8159-F47B8F0A29AD}" destId="{6D0FAE7C-7B74-49EE-907B-CDDA504ACE60}" srcOrd="1" destOrd="0" presId="urn:microsoft.com/office/officeart/2018/2/layout/IconCircleList"/>
    <dgm:cxn modelId="{62313C85-2D41-43BD-A930-C5ED65E0E724}" type="presParOf" srcId="{C86BBE02-D96A-40D9-8159-F47B8F0A29AD}" destId="{81C2DF06-18A1-4671-938A-AF40006E8F09}" srcOrd="2" destOrd="0" presId="urn:microsoft.com/office/officeart/2018/2/layout/IconCircleList"/>
    <dgm:cxn modelId="{1FACDE9B-D6A6-4DEA-93F6-B815C8A16EFC}" type="presParOf" srcId="{C86BBE02-D96A-40D9-8159-F47B8F0A29AD}" destId="{E2BE8CBB-1D65-4643-A6A5-6699F3B88CF5}" srcOrd="3" destOrd="0" presId="urn:microsoft.com/office/officeart/2018/2/layout/IconCircleList"/>
    <dgm:cxn modelId="{47AD169B-9CE3-4169-8018-262E6DF9D6A2}" type="presParOf" srcId="{033F9178-AF87-43C3-863D-27E4ACF51605}" destId="{E0251161-5DD4-4170-A310-8C71C6FBFFAD}" srcOrd="3" destOrd="0" presId="urn:microsoft.com/office/officeart/2018/2/layout/IconCircleList"/>
    <dgm:cxn modelId="{F0BB5222-959B-46B9-808D-7E440B504B60}" type="presParOf" srcId="{033F9178-AF87-43C3-863D-27E4ACF51605}" destId="{FAD234A0-B827-4A9B-B504-88308EB69C75}" srcOrd="4" destOrd="0" presId="urn:microsoft.com/office/officeart/2018/2/layout/IconCircleList"/>
    <dgm:cxn modelId="{653432D4-B05B-4541-9A11-CF1B623598E6}" type="presParOf" srcId="{FAD234A0-B827-4A9B-B504-88308EB69C75}" destId="{6D2DF99C-B93F-49F5-9BAE-2659B9D0F6B9}" srcOrd="0" destOrd="0" presId="urn:microsoft.com/office/officeart/2018/2/layout/IconCircleList"/>
    <dgm:cxn modelId="{36AFCEC2-15BB-4869-B073-B23CD9E5E745}" type="presParOf" srcId="{FAD234A0-B827-4A9B-B504-88308EB69C75}" destId="{8B9263A8-A1C7-4472-8BE0-8915A94962A5}" srcOrd="1" destOrd="0" presId="urn:microsoft.com/office/officeart/2018/2/layout/IconCircleList"/>
    <dgm:cxn modelId="{F4B6FC18-1435-4234-AF53-FEE8A90C4226}" type="presParOf" srcId="{FAD234A0-B827-4A9B-B504-88308EB69C75}" destId="{E0405C74-17E6-4D1C-8219-E0D19FC23055}" srcOrd="2" destOrd="0" presId="urn:microsoft.com/office/officeart/2018/2/layout/IconCircleList"/>
    <dgm:cxn modelId="{0DEF9DA2-8128-4365-A0D1-E116B0575E9E}" type="presParOf" srcId="{FAD234A0-B827-4A9B-B504-88308EB69C75}" destId="{5DB27790-C5CA-4CD9-9516-4B2709AB18BA}" srcOrd="3" destOrd="0" presId="urn:microsoft.com/office/officeart/2018/2/layout/IconCircleList"/>
    <dgm:cxn modelId="{A8059A66-B8C4-487D-BABE-73216EBF9C3B}" type="presParOf" srcId="{033F9178-AF87-43C3-863D-27E4ACF51605}" destId="{28E10B3D-583F-4393-99BE-15155238AA63}" srcOrd="5" destOrd="0" presId="urn:microsoft.com/office/officeart/2018/2/layout/IconCircleList"/>
    <dgm:cxn modelId="{A58C19E8-90C0-4E2A-BF9B-151C191E9C2E}" type="presParOf" srcId="{033F9178-AF87-43C3-863D-27E4ACF51605}" destId="{4B390919-865C-464B-9144-0F6D1EA6ADDD}" srcOrd="6" destOrd="0" presId="urn:microsoft.com/office/officeart/2018/2/layout/IconCircleList"/>
    <dgm:cxn modelId="{9C87E5B6-55E0-48E1-A4DC-BF343F453BDE}" type="presParOf" srcId="{4B390919-865C-464B-9144-0F6D1EA6ADDD}" destId="{ECE79D22-F7E5-4CD1-81B8-697961A4126B}" srcOrd="0" destOrd="0" presId="urn:microsoft.com/office/officeart/2018/2/layout/IconCircleList"/>
    <dgm:cxn modelId="{D0EAE7D7-B5AA-4DAC-B1D0-10F2EC8C5B82}" type="presParOf" srcId="{4B390919-865C-464B-9144-0F6D1EA6ADDD}" destId="{3FA240DF-EF8C-4AA1-8FA3-3FB9FB228434}" srcOrd="1" destOrd="0" presId="urn:microsoft.com/office/officeart/2018/2/layout/IconCircleList"/>
    <dgm:cxn modelId="{5572166B-47FD-46F4-BA83-C71C2CBD8B94}" type="presParOf" srcId="{4B390919-865C-464B-9144-0F6D1EA6ADDD}" destId="{81ED2359-6961-4BEC-8385-49F2F0D17B23}" srcOrd="2" destOrd="0" presId="urn:microsoft.com/office/officeart/2018/2/layout/IconCircleList"/>
    <dgm:cxn modelId="{B56A8A2D-CEAB-4F0B-ACAE-6737563687C6}" type="presParOf" srcId="{4B390919-865C-464B-9144-0F6D1EA6ADDD}" destId="{600E9C9B-182B-40C7-AE56-9A2D31549EEC}" srcOrd="3" destOrd="0" presId="urn:microsoft.com/office/officeart/2018/2/layout/IconCircleList"/>
    <dgm:cxn modelId="{F74ED30A-D4EF-4383-84A5-8D53AAF55399}" type="presParOf" srcId="{033F9178-AF87-43C3-863D-27E4ACF51605}" destId="{F4B88132-9FF8-421C-9094-E3C92E0BFD3C}" srcOrd="7" destOrd="0" presId="urn:microsoft.com/office/officeart/2018/2/layout/IconCircleList"/>
    <dgm:cxn modelId="{56191DCF-38FB-4D22-B116-13D00162E8BB}" type="presParOf" srcId="{033F9178-AF87-43C3-863D-27E4ACF51605}" destId="{C430ABB8-D548-47A4-ACE7-B29A725EF5A4}" srcOrd="8" destOrd="0" presId="urn:microsoft.com/office/officeart/2018/2/layout/IconCircleList"/>
    <dgm:cxn modelId="{93405CFF-305D-4A25-9F84-A7400F78295F}" type="presParOf" srcId="{C430ABB8-D548-47A4-ACE7-B29A725EF5A4}" destId="{26E5AB27-0B12-44EC-B9FE-B110C5F0830C}" srcOrd="0" destOrd="0" presId="urn:microsoft.com/office/officeart/2018/2/layout/IconCircleList"/>
    <dgm:cxn modelId="{E90C8C92-03EA-4AD1-B978-314D1493E85A}" type="presParOf" srcId="{C430ABB8-D548-47A4-ACE7-B29A725EF5A4}" destId="{E35C5C84-44AA-4D6B-8FD8-9537D6BFB89A}" srcOrd="1" destOrd="0" presId="urn:microsoft.com/office/officeart/2018/2/layout/IconCircleList"/>
    <dgm:cxn modelId="{3F61C821-EAEB-45CF-8623-CDA409868C08}" type="presParOf" srcId="{C430ABB8-D548-47A4-ACE7-B29A725EF5A4}" destId="{994E9603-A9F5-4595-984C-2CAD43B4551E}" srcOrd="2" destOrd="0" presId="urn:microsoft.com/office/officeart/2018/2/layout/IconCircleList"/>
    <dgm:cxn modelId="{2A1D75E9-72B6-4DCB-A0AF-2323A41F3CBB}" type="presParOf" srcId="{C430ABB8-D548-47A4-ACE7-B29A725EF5A4}" destId="{3DA6BE9A-9B63-4AEE-99CC-D7B80AAABB0B}" srcOrd="3" destOrd="0" presId="urn:microsoft.com/office/officeart/2018/2/layout/IconCircleList"/>
    <dgm:cxn modelId="{D2F6ED58-9280-4D26-B475-2C7F24BCC7E6}" type="presParOf" srcId="{033F9178-AF87-43C3-863D-27E4ACF51605}" destId="{2E365D89-0543-4E84-BF6B-12771628783B}" srcOrd="9" destOrd="0" presId="urn:microsoft.com/office/officeart/2018/2/layout/IconCircleList"/>
    <dgm:cxn modelId="{2A8CEE5C-24A8-49E5-9BCE-ED80C0D8D3D9}" type="presParOf" srcId="{033F9178-AF87-43C3-863D-27E4ACF51605}" destId="{D307AAAB-18AB-4641-8221-1EF8C0D35140}" srcOrd="10" destOrd="0" presId="urn:microsoft.com/office/officeart/2018/2/layout/IconCircleList"/>
    <dgm:cxn modelId="{A546F42D-A4D0-46FC-AB1A-984FDB766B2C}" type="presParOf" srcId="{D307AAAB-18AB-4641-8221-1EF8C0D35140}" destId="{54BF5510-3E09-488B-9FE9-A245EFD97384}" srcOrd="0" destOrd="0" presId="urn:microsoft.com/office/officeart/2018/2/layout/IconCircleList"/>
    <dgm:cxn modelId="{2B88F34F-2547-45FA-B70F-A6D98824DC4D}" type="presParOf" srcId="{D307AAAB-18AB-4641-8221-1EF8C0D35140}" destId="{AD4EE307-0DDD-4064-8C53-48EAE5ACFD53}" srcOrd="1" destOrd="0" presId="urn:microsoft.com/office/officeart/2018/2/layout/IconCircleList"/>
    <dgm:cxn modelId="{096609A1-04B2-4735-98FF-720AE0EC3DB6}" type="presParOf" srcId="{D307AAAB-18AB-4641-8221-1EF8C0D35140}" destId="{8652B20F-C8C0-43DC-AC87-E0B8FF715925}" srcOrd="2" destOrd="0" presId="urn:microsoft.com/office/officeart/2018/2/layout/IconCircleList"/>
    <dgm:cxn modelId="{17D63003-FD0F-47D4-99AE-9E475FFD1786}" type="presParOf" srcId="{D307AAAB-18AB-4641-8221-1EF8C0D35140}" destId="{035B1C12-D12B-4A9F-9A9E-2F74FA1F63F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FD8AFC-09CD-459A-9AC7-F395233F81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96FE162-DE28-4A7F-A2E8-A0AB2EE7E98C}">
      <dgm:prSet/>
      <dgm:spPr/>
      <dgm:t>
        <a:bodyPr/>
        <a:lstStyle/>
        <a:p>
          <a:r>
            <a:rPr lang="es-ES"/>
            <a:t>Abstracción: Oculta la complejidad de la interacción con la base de datos, permitiendo que la lógica de negocio se concentre en las tareas principales.</a:t>
          </a:r>
          <a:endParaRPr lang="en-US"/>
        </a:p>
      </dgm:t>
    </dgm:pt>
    <dgm:pt modelId="{DEA2DA16-1EEB-458C-8953-2E7CE47568B7}" type="parTrans" cxnId="{43B450F7-0445-44EC-BF2F-80F84858451A}">
      <dgm:prSet/>
      <dgm:spPr/>
      <dgm:t>
        <a:bodyPr/>
        <a:lstStyle/>
        <a:p>
          <a:endParaRPr lang="en-US"/>
        </a:p>
      </dgm:t>
    </dgm:pt>
    <dgm:pt modelId="{B91CD253-B1D4-4990-968F-514D039B0A3F}" type="sibTrans" cxnId="{43B450F7-0445-44EC-BF2F-80F84858451A}">
      <dgm:prSet/>
      <dgm:spPr/>
      <dgm:t>
        <a:bodyPr/>
        <a:lstStyle/>
        <a:p>
          <a:endParaRPr lang="en-US"/>
        </a:p>
      </dgm:t>
    </dgm:pt>
    <dgm:pt modelId="{57F80EF8-A8CF-4D77-8A66-5809DC986A35}">
      <dgm:prSet/>
      <dgm:spPr/>
      <dgm:t>
        <a:bodyPr/>
        <a:lstStyle/>
        <a:p>
          <a:r>
            <a:rPr lang="es-ES"/>
            <a:t>Reutilización: Los DAOs pueden ser reutilizados en diferentes partes de la aplicación.</a:t>
          </a:r>
          <a:endParaRPr lang="en-US"/>
        </a:p>
      </dgm:t>
    </dgm:pt>
    <dgm:pt modelId="{293687B3-DCB6-4DFF-A399-8322F405CA74}" type="parTrans" cxnId="{3595E5D8-C491-4246-9A35-8159F7CE0891}">
      <dgm:prSet/>
      <dgm:spPr/>
      <dgm:t>
        <a:bodyPr/>
        <a:lstStyle/>
        <a:p>
          <a:endParaRPr lang="en-US"/>
        </a:p>
      </dgm:t>
    </dgm:pt>
    <dgm:pt modelId="{F4085F08-4691-4595-9EEB-1E0C45C36C9D}" type="sibTrans" cxnId="{3595E5D8-C491-4246-9A35-8159F7CE0891}">
      <dgm:prSet/>
      <dgm:spPr/>
      <dgm:t>
        <a:bodyPr/>
        <a:lstStyle/>
        <a:p>
          <a:endParaRPr lang="en-US"/>
        </a:p>
      </dgm:t>
    </dgm:pt>
    <dgm:pt modelId="{9AECB893-20BF-44D8-9C4C-04B380FEFA5B}">
      <dgm:prSet/>
      <dgm:spPr/>
      <dgm:t>
        <a:bodyPr/>
        <a:lstStyle/>
        <a:p>
          <a:r>
            <a:rPr lang="es-ES"/>
            <a:t>Facilidad de mantenimiento: Al separar las preocupaciones, es más fácil realizar cambios en la base de datos sin afectar la lógica de negocio.</a:t>
          </a:r>
          <a:endParaRPr lang="en-US"/>
        </a:p>
      </dgm:t>
    </dgm:pt>
    <dgm:pt modelId="{760E1BB0-A49B-494E-816D-E33F0DE619B7}" type="parTrans" cxnId="{553012CA-F151-4CA6-BA45-C575305FB468}">
      <dgm:prSet/>
      <dgm:spPr/>
      <dgm:t>
        <a:bodyPr/>
        <a:lstStyle/>
        <a:p>
          <a:endParaRPr lang="en-US"/>
        </a:p>
      </dgm:t>
    </dgm:pt>
    <dgm:pt modelId="{E6732B5D-45F9-4546-AAA9-16549F28A5B6}" type="sibTrans" cxnId="{553012CA-F151-4CA6-BA45-C575305FB468}">
      <dgm:prSet/>
      <dgm:spPr/>
      <dgm:t>
        <a:bodyPr/>
        <a:lstStyle/>
        <a:p>
          <a:endParaRPr lang="en-US"/>
        </a:p>
      </dgm:t>
    </dgm:pt>
    <dgm:pt modelId="{179D1942-C55D-4ED6-A934-FCA1184FA63C}">
      <dgm:prSet/>
      <dgm:spPr/>
      <dgm:t>
        <a:bodyPr/>
        <a:lstStyle/>
        <a:p>
          <a:r>
            <a:rPr lang="es-ES"/>
            <a:t>Testabilidad: Permite realizar pruebas unitarias de la lógica de negocio de forma aislada.</a:t>
          </a:r>
          <a:endParaRPr lang="en-US"/>
        </a:p>
      </dgm:t>
    </dgm:pt>
    <dgm:pt modelId="{629A365A-07F4-4C76-9299-46818C5D5087}" type="parTrans" cxnId="{E6A4A6E9-B088-4874-87D7-0B20D9980F82}">
      <dgm:prSet/>
      <dgm:spPr/>
      <dgm:t>
        <a:bodyPr/>
        <a:lstStyle/>
        <a:p>
          <a:endParaRPr lang="en-US"/>
        </a:p>
      </dgm:t>
    </dgm:pt>
    <dgm:pt modelId="{AE907A4D-AD2A-4C24-9261-9893D9E81720}" type="sibTrans" cxnId="{E6A4A6E9-B088-4874-87D7-0B20D9980F82}">
      <dgm:prSet/>
      <dgm:spPr/>
      <dgm:t>
        <a:bodyPr/>
        <a:lstStyle/>
        <a:p>
          <a:endParaRPr lang="en-US"/>
        </a:p>
      </dgm:t>
    </dgm:pt>
    <dgm:pt modelId="{7F2E14DB-087C-4C8D-9401-F2BF22737B84}" type="pres">
      <dgm:prSet presAssocID="{A6FD8AFC-09CD-459A-9AC7-F395233F819D}" presName="root" presStyleCnt="0">
        <dgm:presLayoutVars>
          <dgm:dir/>
          <dgm:resizeHandles val="exact"/>
        </dgm:presLayoutVars>
      </dgm:prSet>
      <dgm:spPr/>
    </dgm:pt>
    <dgm:pt modelId="{1604B448-7EA4-40D7-BDA0-4543F0A4DF08}" type="pres">
      <dgm:prSet presAssocID="{296FE162-DE28-4A7F-A2E8-A0AB2EE7E98C}" presName="compNode" presStyleCnt="0"/>
      <dgm:spPr/>
    </dgm:pt>
    <dgm:pt modelId="{68E6DEE8-514E-49E2-82F8-F18ED26D2E67}" type="pres">
      <dgm:prSet presAssocID="{296FE162-DE28-4A7F-A2E8-A0AB2EE7E98C}" presName="bgRect" presStyleLbl="bgShp" presStyleIdx="0" presStyleCnt="4"/>
      <dgm:spPr/>
    </dgm:pt>
    <dgm:pt modelId="{9492F4D7-3CD1-417A-834F-D0CEA91049C5}" type="pres">
      <dgm:prSet presAssocID="{296FE162-DE28-4A7F-A2E8-A0AB2EE7E9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rinto"/>
        </a:ext>
      </dgm:extLst>
    </dgm:pt>
    <dgm:pt modelId="{E342FB01-B611-4165-B749-D845CE812EFC}" type="pres">
      <dgm:prSet presAssocID="{296FE162-DE28-4A7F-A2E8-A0AB2EE7E98C}" presName="spaceRect" presStyleCnt="0"/>
      <dgm:spPr/>
    </dgm:pt>
    <dgm:pt modelId="{C792047D-564C-471D-A7F4-8AA4BD315791}" type="pres">
      <dgm:prSet presAssocID="{296FE162-DE28-4A7F-A2E8-A0AB2EE7E98C}" presName="parTx" presStyleLbl="revTx" presStyleIdx="0" presStyleCnt="4">
        <dgm:presLayoutVars>
          <dgm:chMax val="0"/>
          <dgm:chPref val="0"/>
        </dgm:presLayoutVars>
      </dgm:prSet>
      <dgm:spPr/>
    </dgm:pt>
    <dgm:pt modelId="{138F29D7-20C4-49C3-9BE7-FFBB4D5F7864}" type="pres">
      <dgm:prSet presAssocID="{B91CD253-B1D4-4990-968F-514D039B0A3F}" presName="sibTrans" presStyleCnt="0"/>
      <dgm:spPr/>
    </dgm:pt>
    <dgm:pt modelId="{A54AC4C4-46C5-449B-89B1-2515DB5B7509}" type="pres">
      <dgm:prSet presAssocID="{57F80EF8-A8CF-4D77-8A66-5809DC986A35}" presName="compNode" presStyleCnt="0"/>
      <dgm:spPr/>
    </dgm:pt>
    <dgm:pt modelId="{4741DF86-6DBD-4C32-8865-1A20AE262932}" type="pres">
      <dgm:prSet presAssocID="{57F80EF8-A8CF-4D77-8A66-5809DC986A35}" presName="bgRect" presStyleLbl="bgShp" presStyleIdx="1" presStyleCnt="4"/>
      <dgm:spPr/>
    </dgm:pt>
    <dgm:pt modelId="{DA467F84-7292-4CD4-85EE-9B0204F5A602}" type="pres">
      <dgm:prSet presAssocID="{57F80EF8-A8CF-4D77-8A66-5809DC986A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3AFE617D-9BE1-49BF-8C18-CC821C215EBF}" type="pres">
      <dgm:prSet presAssocID="{57F80EF8-A8CF-4D77-8A66-5809DC986A35}" presName="spaceRect" presStyleCnt="0"/>
      <dgm:spPr/>
    </dgm:pt>
    <dgm:pt modelId="{079117E6-1078-471A-A758-FCE66E294AAC}" type="pres">
      <dgm:prSet presAssocID="{57F80EF8-A8CF-4D77-8A66-5809DC986A35}" presName="parTx" presStyleLbl="revTx" presStyleIdx="1" presStyleCnt="4">
        <dgm:presLayoutVars>
          <dgm:chMax val="0"/>
          <dgm:chPref val="0"/>
        </dgm:presLayoutVars>
      </dgm:prSet>
      <dgm:spPr/>
    </dgm:pt>
    <dgm:pt modelId="{1FF69871-5EDE-4071-AFE5-D85BA67AB4B8}" type="pres">
      <dgm:prSet presAssocID="{F4085F08-4691-4595-9EEB-1E0C45C36C9D}" presName="sibTrans" presStyleCnt="0"/>
      <dgm:spPr/>
    </dgm:pt>
    <dgm:pt modelId="{1AC5F5BB-27ED-4A4A-8449-FAD15A852233}" type="pres">
      <dgm:prSet presAssocID="{9AECB893-20BF-44D8-9C4C-04B380FEFA5B}" presName="compNode" presStyleCnt="0"/>
      <dgm:spPr/>
    </dgm:pt>
    <dgm:pt modelId="{D95962BF-67D1-4213-814C-432715887CB8}" type="pres">
      <dgm:prSet presAssocID="{9AECB893-20BF-44D8-9C4C-04B380FEFA5B}" presName="bgRect" presStyleLbl="bgShp" presStyleIdx="2" presStyleCnt="4"/>
      <dgm:spPr/>
    </dgm:pt>
    <dgm:pt modelId="{189296FC-499D-4160-9F14-6D95981B89B7}" type="pres">
      <dgm:prSet presAssocID="{9AECB893-20BF-44D8-9C4C-04B380FEFA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B608B766-3C83-4738-9FB4-456B14C8C130}" type="pres">
      <dgm:prSet presAssocID="{9AECB893-20BF-44D8-9C4C-04B380FEFA5B}" presName="spaceRect" presStyleCnt="0"/>
      <dgm:spPr/>
    </dgm:pt>
    <dgm:pt modelId="{77FC4CFD-79E0-4736-AA23-7DC82575CB3A}" type="pres">
      <dgm:prSet presAssocID="{9AECB893-20BF-44D8-9C4C-04B380FEFA5B}" presName="parTx" presStyleLbl="revTx" presStyleIdx="2" presStyleCnt="4">
        <dgm:presLayoutVars>
          <dgm:chMax val="0"/>
          <dgm:chPref val="0"/>
        </dgm:presLayoutVars>
      </dgm:prSet>
      <dgm:spPr/>
    </dgm:pt>
    <dgm:pt modelId="{04546B07-F546-403D-B809-4BFEF4FCDC37}" type="pres">
      <dgm:prSet presAssocID="{E6732B5D-45F9-4546-AAA9-16549F28A5B6}" presName="sibTrans" presStyleCnt="0"/>
      <dgm:spPr/>
    </dgm:pt>
    <dgm:pt modelId="{F2452F00-8D63-4E1A-85C7-A7E8659B2DE4}" type="pres">
      <dgm:prSet presAssocID="{179D1942-C55D-4ED6-A934-FCA1184FA63C}" presName="compNode" presStyleCnt="0"/>
      <dgm:spPr/>
    </dgm:pt>
    <dgm:pt modelId="{B6E56735-0AD9-46BC-8BF0-30A3AB099E8E}" type="pres">
      <dgm:prSet presAssocID="{179D1942-C55D-4ED6-A934-FCA1184FA63C}" presName="bgRect" presStyleLbl="bgShp" presStyleIdx="3" presStyleCnt="4"/>
      <dgm:spPr/>
    </dgm:pt>
    <dgm:pt modelId="{E5B28FBC-6C07-4CE2-A3D9-115C0C2F268A}" type="pres">
      <dgm:prSet presAssocID="{179D1942-C55D-4ED6-A934-FCA1184FA6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AF91C80-37AE-4266-B59C-443E83F1346E}" type="pres">
      <dgm:prSet presAssocID="{179D1942-C55D-4ED6-A934-FCA1184FA63C}" presName="spaceRect" presStyleCnt="0"/>
      <dgm:spPr/>
    </dgm:pt>
    <dgm:pt modelId="{DF372573-3797-4E8C-804C-3783FD053C33}" type="pres">
      <dgm:prSet presAssocID="{179D1942-C55D-4ED6-A934-FCA1184FA63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24CA49A-86AE-40C5-8034-63BACB9D89F8}" type="presOf" srcId="{296FE162-DE28-4A7F-A2E8-A0AB2EE7E98C}" destId="{C792047D-564C-471D-A7F4-8AA4BD315791}" srcOrd="0" destOrd="0" presId="urn:microsoft.com/office/officeart/2018/2/layout/IconVerticalSolidList"/>
    <dgm:cxn modelId="{DF0014A1-F0F6-4A86-8630-F0D4CFD79AEB}" type="presOf" srcId="{57F80EF8-A8CF-4D77-8A66-5809DC986A35}" destId="{079117E6-1078-471A-A758-FCE66E294AAC}" srcOrd="0" destOrd="0" presId="urn:microsoft.com/office/officeart/2018/2/layout/IconVerticalSolidList"/>
    <dgm:cxn modelId="{7B7FA9A6-5A65-4042-BBC7-2A583E87AC12}" type="presOf" srcId="{9AECB893-20BF-44D8-9C4C-04B380FEFA5B}" destId="{77FC4CFD-79E0-4736-AA23-7DC82575CB3A}" srcOrd="0" destOrd="0" presId="urn:microsoft.com/office/officeart/2018/2/layout/IconVerticalSolidList"/>
    <dgm:cxn modelId="{AB6C8CC5-A901-4DF4-BEA5-049A90338D96}" type="presOf" srcId="{A6FD8AFC-09CD-459A-9AC7-F395233F819D}" destId="{7F2E14DB-087C-4C8D-9401-F2BF22737B84}" srcOrd="0" destOrd="0" presId="urn:microsoft.com/office/officeart/2018/2/layout/IconVerticalSolidList"/>
    <dgm:cxn modelId="{553012CA-F151-4CA6-BA45-C575305FB468}" srcId="{A6FD8AFC-09CD-459A-9AC7-F395233F819D}" destId="{9AECB893-20BF-44D8-9C4C-04B380FEFA5B}" srcOrd="2" destOrd="0" parTransId="{760E1BB0-A49B-494E-816D-E33F0DE619B7}" sibTransId="{E6732B5D-45F9-4546-AAA9-16549F28A5B6}"/>
    <dgm:cxn modelId="{3595E5D8-C491-4246-9A35-8159F7CE0891}" srcId="{A6FD8AFC-09CD-459A-9AC7-F395233F819D}" destId="{57F80EF8-A8CF-4D77-8A66-5809DC986A35}" srcOrd="1" destOrd="0" parTransId="{293687B3-DCB6-4DFF-A399-8322F405CA74}" sibTransId="{F4085F08-4691-4595-9EEB-1E0C45C36C9D}"/>
    <dgm:cxn modelId="{E6A4A6E9-B088-4874-87D7-0B20D9980F82}" srcId="{A6FD8AFC-09CD-459A-9AC7-F395233F819D}" destId="{179D1942-C55D-4ED6-A934-FCA1184FA63C}" srcOrd="3" destOrd="0" parTransId="{629A365A-07F4-4C76-9299-46818C5D5087}" sibTransId="{AE907A4D-AD2A-4C24-9261-9893D9E81720}"/>
    <dgm:cxn modelId="{D855A5EA-230A-4A8F-A415-9014DE78CD27}" type="presOf" srcId="{179D1942-C55D-4ED6-A934-FCA1184FA63C}" destId="{DF372573-3797-4E8C-804C-3783FD053C33}" srcOrd="0" destOrd="0" presId="urn:microsoft.com/office/officeart/2018/2/layout/IconVerticalSolidList"/>
    <dgm:cxn modelId="{43B450F7-0445-44EC-BF2F-80F84858451A}" srcId="{A6FD8AFC-09CD-459A-9AC7-F395233F819D}" destId="{296FE162-DE28-4A7F-A2E8-A0AB2EE7E98C}" srcOrd="0" destOrd="0" parTransId="{DEA2DA16-1EEB-458C-8953-2E7CE47568B7}" sibTransId="{B91CD253-B1D4-4990-968F-514D039B0A3F}"/>
    <dgm:cxn modelId="{C0BDA6E0-7F5A-48EE-8C01-87C3FF9378A1}" type="presParOf" srcId="{7F2E14DB-087C-4C8D-9401-F2BF22737B84}" destId="{1604B448-7EA4-40D7-BDA0-4543F0A4DF08}" srcOrd="0" destOrd="0" presId="urn:microsoft.com/office/officeart/2018/2/layout/IconVerticalSolidList"/>
    <dgm:cxn modelId="{CDE8CC7F-73F8-4934-B1D6-0F9C96A7CA5D}" type="presParOf" srcId="{1604B448-7EA4-40D7-BDA0-4543F0A4DF08}" destId="{68E6DEE8-514E-49E2-82F8-F18ED26D2E67}" srcOrd="0" destOrd="0" presId="urn:microsoft.com/office/officeart/2018/2/layout/IconVerticalSolidList"/>
    <dgm:cxn modelId="{5FEFB31F-AE8A-4024-B5BE-84DF914D52EB}" type="presParOf" srcId="{1604B448-7EA4-40D7-BDA0-4543F0A4DF08}" destId="{9492F4D7-3CD1-417A-834F-D0CEA91049C5}" srcOrd="1" destOrd="0" presId="urn:microsoft.com/office/officeart/2018/2/layout/IconVerticalSolidList"/>
    <dgm:cxn modelId="{19D0F955-33CB-4B69-AA3B-01DCB033B634}" type="presParOf" srcId="{1604B448-7EA4-40D7-BDA0-4543F0A4DF08}" destId="{E342FB01-B611-4165-B749-D845CE812EFC}" srcOrd="2" destOrd="0" presId="urn:microsoft.com/office/officeart/2018/2/layout/IconVerticalSolidList"/>
    <dgm:cxn modelId="{604EA170-AE4F-41D5-AE75-3243761B7D1E}" type="presParOf" srcId="{1604B448-7EA4-40D7-BDA0-4543F0A4DF08}" destId="{C792047D-564C-471D-A7F4-8AA4BD315791}" srcOrd="3" destOrd="0" presId="urn:microsoft.com/office/officeart/2018/2/layout/IconVerticalSolidList"/>
    <dgm:cxn modelId="{B34F8966-6BAF-4520-9557-772773DEA1E4}" type="presParOf" srcId="{7F2E14DB-087C-4C8D-9401-F2BF22737B84}" destId="{138F29D7-20C4-49C3-9BE7-FFBB4D5F7864}" srcOrd="1" destOrd="0" presId="urn:microsoft.com/office/officeart/2018/2/layout/IconVerticalSolidList"/>
    <dgm:cxn modelId="{A64080BC-ECDC-499A-834A-DEE99CD19494}" type="presParOf" srcId="{7F2E14DB-087C-4C8D-9401-F2BF22737B84}" destId="{A54AC4C4-46C5-449B-89B1-2515DB5B7509}" srcOrd="2" destOrd="0" presId="urn:microsoft.com/office/officeart/2018/2/layout/IconVerticalSolidList"/>
    <dgm:cxn modelId="{C969F80B-6B6D-4694-A76D-FD113F16DDC0}" type="presParOf" srcId="{A54AC4C4-46C5-449B-89B1-2515DB5B7509}" destId="{4741DF86-6DBD-4C32-8865-1A20AE262932}" srcOrd="0" destOrd="0" presId="urn:microsoft.com/office/officeart/2018/2/layout/IconVerticalSolidList"/>
    <dgm:cxn modelId="{AC737454-F8F6-4E62-BAA6-F7EB38DC474D}" type="presParOf" srcId="{A54AC4C4-46C5-449B-89B1-2515DB5B7509}" destId="{DA467F84-7292-4CD4-85EE-9B0204F5A602}" srcOrd="1" destOrd="0" presId="urn:microsoft.com/office/officeart/2018/2/layout/IconVerticalSolidList"/>
    <dgm:cxn modelId="{DBA4B2E9-CAEC-42FF-BA82-0B68490CDE94}" type="presParOf" srcId="{A54AC4C4-46C5-449B-89B1-2515DB5B7509}" destId="{3AFE617D-9BE1-49BF-8C18-CC821C215EBF}" srcOrd="2" destOrd="0" presId="urn:microsoft.com/office/officeart/2018/2/layout/IconVerticalSolidList"/>
    <dgm:cxn modelId="{7CC89391-76CF-4F9F-97D3-BB50220A2F76}" type="presParOf" srcId="{A54AC4C4-46C5-449B-89B1-2515DB5B7509}" destId="{079117E6-1078-471A-A758-FCE66E294AAC}" srcOrd="3" destOrd="0" presId="urn:microsoft.com/office/officeart/2018/2/layout/IconVerticalSolidList"/>
    <dgm:cxn modelId="{C17BAC85-CC7A-4E6C-87A0-1A1BA35FA106}" type="presParOf" srcId="{7F2E14DB-087C-4C8D-9401-F2BF22737B84}" destId="{1FF69871-5EDE-4071-AFE5-D85BA67AB4B8}" srcOrd="3" destOrd="0" presId="urn:microsoft.com/office/officeart/2018/2/layout/IconVerticalSolidList"/>
    <dgm:cxn modelId="{E041C868-E1BC-4AD8-A730-AD8FD5780A68}" type="presParOf" srcId="{7F2E14DB-087C-4C8D-9401-F2BF22737B84}" destId="{1AC5F5BB-27ED-4A4A-8449-FAD15A852233}" srcOrd="4" destOrd="0" presId="urn:microsoft.com/office/officeart/2018/2/layout/IconVerticalSolidList"/>
    <dgm:cxn modelId="{E70BC1D1-DD8F-4588-A8DA-F80D37A2A046}" type="presParOf" srcId="{1AC5F5BB-27ED-4A4A-8449-FAD15A852233}" destId="{D95962BF-67D1-4213-814C-432715887CB8}" srcOrd="0" destOrd="0" presId="urn:microsoft.com/office/officeart/2018/2/layout/IconVerticalSolidList"/>
    <dgm:cxn modelId="{608FEEEE-008D-4933-AF9B-AA3100B92151}" type="presParOf" srcId="{1AC5F5BB-27ED-4A4A-8449-FAD15A852233}" destId="{189296FC-499D-4160-9F14-6D95981B89B7}" srcOrd="1" destOrd="0" presId="urn:microsoft.com/office/officeart/2018/2/layout/IconVerticalSolidList"/>
    <dgm:cxn modelId="{D08E1306-5D30-4608-A096-CF3C2358E21E}" type="presParOf" srcId="{1AC5F5BB-27ED-4A4A-8449-FAD15A852233}" destId="{B608B766-3C83-4738-9FB4-456B14C8C130}" srcOrd="2" destOrd="0" presId="urn:microsoft.com/office/officeart/2018/2/layout/IconVerticalSolidList"/>
    <dgm:cxn modelId="{B7AA13D2-4330-41B7-B667-F7058433F821}" type="presParOf" srcId="{1AC5F5BB-27ED-4A4A-8449-FAD15A852233}" destId="{77FC4CFD-79E0-4736-AA23-7DC82575CB3A}" srcOrd="3" destOrd="0" presId="urn:microsoft.com/office/officeart/2018/2/layout/IconVerticalSolidList"/>
    <dgm:cxn modelId="{C1AEF780-4212-49A7-9228-B6BFC38F3DFF}" type="presParOf" srcId="{7F2E14DB-087C-4C8D-9401-F2BF22737B84}" destId="{04546B07-F546-403D-B809-4BFEF4FCDC37}" srcOrd="5" destOrd="0" presId="urn:microsoft.com/office/officeart/2018/2/layout/IconVerticalSolidList"/>
    <dgm:cxn modelId="{62C67B05-67FF-46E2-8B5C-E33EBD3FEC8F}" type="presParOf" srcId="{7F2E14DB-087C-4C8D-9401-F2BF22737B84}" destId="{F2452F00-8D63-4E1A-85C7-A7E8659B2DE4}" srcOrd="6" destOrd="0" presId="urn:microsoft.com/office/officeart/2018/2/layout/IconVerticalSolidList"/>
    <dgm:cxn modelId="{0801BC57-F0E1-4208-8EC2-4054FB2A397B}" type="presParOf" srcId="{F2452F00-8D63-4E1A-85C7-A7E8659B2DE4}" destId="{B6E56735-0AD9-46BC-8BF0-30A3AB099E8E}" srcOrd="0" destOrd="0" presId="urn:microsoft.com/office/officeart/2018/2/layout/IconVerticalSolidList"/>
    <dgm:cxn modelId="{04809457-59D6-4702-B116-109C2F9E26B2}" type="presParOf" srcId="{F2452F00-8D63-4E1A-85C7-A7E8659B2DE4}" destId="{E5B28FBC-6C07-4CE2-A3D9-115C0C2F268A}" srcOrd="1" destOrd="0" presId="urn:microsoft.com/office/officeart/2018/2/layout/IconVerticalSolidList"/>
    <dgm:cxn modelId="{0A706C8A-CDE9-4ACF-ABBA-97C66F93D96C}" type="presParOf" srcId="{F2452F00-8D63-4E1A-85C7-A7E8659B2DE4}" destId="{4AF91C80-37AE-4266-B59C-443E83F1346E}" srcOrd="2" destOrd="0" presId="urn:microsoft.com/office/officeart/2018/2/layout/IconVerticalSolidList"/>
    <dgm:cxn modelId="{B36D29CB-E09E-4D83-BAD1-08411F79F1C4}" type="presParOf" srcId="{F2452F00-8D63-4E1A-85C7-A7E8659B2DE4}" destId="{DF372573-3797-4E8C-804C-3783FD053C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19355E-3F6D-4D27-A63B-DA5A3474955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AC96E7-BFF6-4CC3-9457-6778DD95F88B}">
      <dgm:prSet/>
      <dgm:spPr/>
      <dgm:t>
        <a:bodyPr/>
        <a:lstStyle/>
        <a:p>
          <a:r>
            <a:rPr lang="es-ES"/>
            <a:t>Interfaz DAO: Define un conjunto de métodos para realizar operaciones CRUD (Create, Read, Update, Delete) sobre los datos.</a:t>
          </a:r>
          <a:endParaRPr lang="en-US"/>
        </a:p>
      </dgm:t>
    </dgm:pt>
    <dgm:pt modelId="{E26320D3-0C0B-4833-A672-F35C1BBDBC41}" type="parTrans" cxnId="{B55F730E-C9F3-4855-B279-4DAB60DCAF55}">
      <dgm:prSet/>
      <dgm:spPr/>
      <dgm:t>
        <a:bodyPr/>
        <a:lstStyle/>
        <a:p>
          <a:endParaRPr lang="en-US"/>
        </a:p>
      </dgm:t>
    </dgm:pt>
    <dgm:pt modelId="{5C4B7F90-98DF-4182-A5D6-54E51BDDC4D8}" type="sibTrans" cxnId="{B55F730E-C9F3-4855-B279-4DAB60DCAF55}">
      <dgm:prSet/>
      <dgm:spPr/>
      <dgm:t>
        <a:bodyPr/>
        <a:lstStyle/>
        <a:p>
          <a:endParaRPr lang="en-US"/>
        </a:p>
      </dgm:t>
    </dgm:pt>
    <dgm:pt modelId="{923A0DE8-9ABA-4A49-B40C-55359F9C2127}">
      <dgm:prSet/>
      <dgm:spPr/>
      <dgm:t>
        <a:bodyPr/>
        <a:lstStyle/>
        <a:p>
          <a:r>
            <a:rPr lang="es-ES"/>
            <a:t>Implementación DAO: Contiene la lógica específica para interactuar con la base de datos (SQL, ORM, etc.).</a:t>
          </a:r>
          <a:endParaRPr lang="en-US"/>
        </a:p>
      </dgm:t>
    </dgm:pt>
    <dgm:pt modelId="{96DDE81E-C0B5-4EB8-8167-AB684962B4E3}" type="parTrans" cxnId="{0E601FBA-C7AC-42C1-8577-4D8E1939A526}">
      <dgm:prSet/>
      <dgm:spPr/>
      <dgm:t>
        <a:bodyPr/>
        <a:lstStyle/>
        <a:p>
          <a:endParaRPr lang="en-US"/>
        </a:p>
      </dgm:t>
    </dgm:pt>
    <dgm:pt modelId="{E3742FF6-8CE3-462F-AAC6-62D2F13CF011}" type="sibTrans" cxnId="{0E601FBA-C7AC-42C1-8577-4D8E1939A526}">
      <dgm:prSet/>
      <dgm:spPr/>
      <dgm:t>
        <a:bodyPr/>
        <a:lstStyle/>
        <a:p>
          <a:endParaRPr lang="en-US"/>
        </a:p>
      </dgm:t>
    </dgm:pt>
    <dgm:pt modelId="{2393F0B4-9B39-417D-A951-4D78970769C4}">
      <dgm:prSet/>
      <dgm:spPr/>
      <dgm:t>
        <a:bodyPr/>
        <a:lstStyle/>
        <a:p>
          <a:r>
            <a:rPr lang="es-ES"/>
            <a:t>Capa de negocio: Utiliza la interfaz DAO para acceder a los datos sin preocuparse por los detalles de implementación.</a:t>
          </a:r>
          <a:endParaRPr lang="en-US"/>
        </a:p>
      </dgm:t>
    </dgm:pt>
    <dgm:pt modelId="{C5C70F5F-6783-4E10-BDE1-DCDB5DD3EF49}" type="parTrans" cxnId="{C2355976-F7BD-4E54-9C32-2C253D034009}">
      <dgm:prSet/>
      <dgm:spPr/>
      <dgm:t>
        <a:bodyPr/>
        <a:lstStyle/>
        <a:p>
          <a:endParaRPr lang="en-US"/>
        </a:p>
      </dgm:t>
    </dgm:pt>
    <dgm:pt modelId="{3445AE22-5CC3-48A7-8D8A-1740256556CA}" type="sibTrans" cxnId="{C2355976-F7BD-4E54-9C32-2C253D034009}">
      <dgm:prSet/>
      <dgm:spPr/>
      <dgm:t>
        <a:bodyPr/>
        <a:lstStyle/>
        <a:p>
          <a:endParaRPr lang="en-US"/>
        </a:p>
      </dgm:t>
    </dgm:pt>
    <dgm:pt modelId="{B2D35947-6DAF-4A91-8977-382EDCA71B43}" type="pres">
      <dgm:prSet presAssocID="{DF19355E-3F6D-4D27-A63B-DA5A3474955C}" presName="root" presStyleCnt="0">
        <dgm:presLayoutVars>
          <dgm:dir/>
          <dgm:resizeHandles val="exact"/>
        </dgm:presLayoutVars>
      </dgm:prSet>
      <dgm:spPr/>
    </dgm:pt>
    <dgm:pt modelId="{E3655E84-DEAB-451E-BBE8-510283C890D5}" type="pres">
      <dgm:prSet presAssocID="{9EAC96E7-BFF6-4CC3-9457-6778DD95F88B}" presName="compNode" presStyleCnt="0"/>
      <dgm:spPr/>
    </dgm:pt>
    <dgm:pt modelId="{5A2051CB-F827-4B6D-8C45-1DA364F24845}" type="pres">
      <dgm:prSet presAssocID="{9EAC96E7-BFF6-4CC3-9457-6778DD95F88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3570C18D-14F9-4631-8168-8E0A6F58A851}" type="pres">
      <dgm:prSet presAssocID="{9EAC96E7-BFF6-4CC3-9457-6778DD95F88B}" presName="spaceRect" presStyleCnt="0"/>
      <dgm:spPr/>
    </dgm:pt>
    <dgm:pt modelId="{A5C6DB2F-FD60-49B8-9D2F-922B78D7E0BB}" type="pres">
      <dgm:prSet presAssocID="{9EAC96E7-BFF6-4CC3-9457-6778DD95F88B}" presName="textRect" presStyleLbl="revTx" presStyleIdx="0" presStyleCnt="3">
        <dgm:presLayoutVars>
          <dgm:chMax val="1"/>
          <dgm:chPref val="1"/>
        </dgm:presLayoutVars>
      </dgm:prSet>
      <dgm:spPr/>
    </dgm:pt>
    <dgm:pt modelId="{6D76D22F-4B98-4664-B30C-E011F7EE7B80}" type="pres">
      <dgm:prSet presAssocID="{5C4B7F90-98DF-4182-A5D6-54E51BDDC4D8}" presName="sibTrans" presStyleCnt="0"/>
      <dgm:spPr/>
    </dgm:pt>
    <dgm:pt modelId="{FF27C663-2998-440E-A4CF-1BDB735471D1}" type="pres">
      <dgm:prSet presAssocID="{923A0DE8-9ABA-4A49-B40C-55359F9C2127}" presName="compNode" presStyleCnt="0"/>
      <dgm:spPr/>
    </dgm:pt>
    <dgm:pt modelId="{287F7984-A9CC-4384-9656-9B6615A43C87}" type="pres">
      <dgm:prSet presAssocID="{923A0DE8-9ABA-4A49-B40C-55359F9C212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C4589373-1BAC-4405-A6A0-2A28C07F0A22}" type="pres">
      <dgm:prSet presAssocID="{923A0DE8-9ABA-4A49-B40C-55359F9C2127}" presName="spaceRect" presStyleCnt="0"/>
      <dgm:spPr/>
    </dgm:pt>
    <dgm:pt modelId="{68C8A08E-FA70-4214-9493-74046FEF2354}" type="pres">
      <dgm:prSet presAssocID="{923A0DE8-9ABA-4A49-B40C-55359F9C2127}" presName="textRect" presStyleLbl="revTx" presStyleIdx="1" presStyleCnt="3">
        <dgm:presLayoutVars>
          <dgm:chMax val="1"/>
          <dgm:chPref val="1"/>
        </dgm:presLayoutVars>
      </dgm:prSet>
      <dgm:spPr/>
    </dgm:pt>
    <dgm:pt modelId="{97430221-C5A7-4B73-8838-D2107BB9EE72}" type="pres">
      <dgm:prSet presAssocID="{E3742FF6-8CE3-462F-AAC6-62D2F13CF011}" presName="sibTrans" presStyleCnt="0"/>
      <dgm:spPr/>
    </dgm:pt>
    <dgm:pt modelId="{1C3DBE09-659F-4F58-AF75-D44D2D87CCF1}" type="pres">
      <dgm:prSet presAssocID="{2393F0B4-9B39-417D-A951-4D78970769C4}" presName="compNode" presStyleCnt="0"/>
      <dgm:spPr/>
    </dgm:pt>
    <dgm:pt modelId="{2B319E09-6F45-4B0E-8A0F-F5711FDABED3}" type="pres">
      <dgm:prSet presAssocID="{2393F0B4-9B39-417D-A951-4D78970769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DCF070F9-E30D-464C-B1A7-33DEB1772D07}" type="pres">
      <dgm:prSet presAssocID="{2393F0B4-9B39-417D-A951-4D78970769C4}" presName="spaceRect" presStyleCnt="0"/>
      <dgm:spPr/>
    </dgm:pt>
    <dgm:pt modelId="{48637F3E-E78B-43C7-82EB-0A5D014A0B1A}" type="pres">
      <dgm:prSet presAssocID="{2393F0B4-9B39-417D-A951-4D78970769C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55F730E-C9F3-4855-B279-4DAB60DCAF55}" srcId="{DF19355E-3F6D-4D27-A63B-DA5A3474955C}" destId="{9EAC96E7-BFF6-4CC3-9457-6778DD95F88B}" srcOrd="0" destOrd="0" parTransId="{E26320D3-0C0B-4833-A672-F35C1BBDBC41}" sibTransId="{5C4B7F90-98DF-4182-A5D6-54E51BDDC4D8}"/>
    <dgm:cxn modelId="{A2CD9F2D-00AF-4B3D-A2F4-D18012255604}" type="presOf" srcId="{923A0DE8-9ABA-4A49-B40C-55359F9C2127}" destId="{68C8A08E-FA70-4214-9493-74046FEF2354}" srcOrd="0" destOrd="0" presId="urn:microsoft.com/office/officeart/2018/2/layout/IconLabelList"/>
    <dgm:cxn modelId="{C2355976-F7BD-4E54-9C32-2C253D034009}" srcId="{DF19355E-3F6D-4D27-A63B-DA5A3474955C}" destId="{2393F0B4-9B39-417D-A951-4D78970769C4}" srcOrd="2" destOrd="0" parTransId="{C5C70F5F-6783-4E10-BDE1-DCDB5DD3EF49}" sibTransId="{3445AE22-5CC3-48A7-8D8A-1740256556CA}"/>
    <dgm:cxn modelId="{E97E4390-4D71-4EDB-90E0-2F9375493A5A}" type="presOf" srcId="{9EAC96E7-BFF6-4CC3-9457-6778DD95F88B}" destId="{A5C6DB2F-FD60-49B8-9D2F-922B78D7E0BB}" srcOrd="0" destOrd="0" presId="urn:microsoft.com/office/officeart/2018/2/layout/IconLabelList"/>
    <dgm:cxn modelId="{0E601FBA-C7AC-42C1-8577-4D8E1939A526}" srcId="{DF19355E-3F6D-4D27-A63B-DA5A3474955C}" destId="{923A0DE8-9ABA-4A49-B40C-55359F9C2127}" srcOrd="1" destOrd="0" parTransId="{96DDE81E-C0B5-4EB8-8167-AB684962B4E3}" sibTransId="{E3742FF6-8CE3-462F-AAC6-62D2F13CF011}"/>
    <dgm:cxn modelId="{041352DB-AFE1-4A64-9292-B1877F80D4FE}" type="presOf" srcId="{DF19355E-3F6D-4D27-A63B-DA5A3474955C}" destId="{B2D35947-6DAF-4A91-8977-382EDCA71B43}" srcOrd="0" destOrd="0" presId="urn:microsoft.com/office/officeart/2018/2/layout/IconLabelList"/>
    <dgm:cxn modelId="{A327E4FD-6431-4154-8976-F20FA8CEFDA7}" type="presOf" srcId="{2393F0B4-9B39-417D-A951-4D78970769C4}" destId="{48637F3E-E78B-43C7-82EB-0A5D014A0B1A}" srcOrd="0" destOrd="0" presId="urn:microsoft.com/office/officeart/2018/2/layout/IconLabelList"/>
    <dgm:cxn modelId="{DCF22FE7-0A3E-47FC-99AF-D38DA95AF4D3}" type="presParOf" srcId="{B2D35947-6DAF-4A91-8977-382EDCA71B43}" destId="{E3655E84-DEAB-451E-BBE8-510283C890D5}" srcOrd="0" destOrd="0" presId="urn:microsoft.com/office/officeart/2018/2/layout/IconLabelList"/>
    <dgm:cxn modelId="{BEE74B9D-E066-4A34-9ECC-D45D67D2156E}" type="presParOf" srcId="{E3655E84-DEAB-451E-BBE8-510283C890D5}" destId="{5A2051CB-F827-4B6D-8C45-1DA364F24845}" srcOrd="0" destOrd="0" presId="urn:microsoft.com/office/officeart/2018/2/layout/IconLabelList"/>
    <dgm:cxn modelId="{90B5EE06-0856-4F8C-8844-8FEA2E6551D8}" type="presParOf" srcId="{E3655E84-DEAB-451E-BBE8-510283C890D5}" destId="{3570C18D-14F9-4631-8168-8E0A6F58A851}" srcOrd="1" destOrd="0" presId="urn:microsoft.com/office/officeart/2018/2/layout/IconLabelList"/>
    <dgm:cxn modelId="{6DC9E09F-13F8-4014-BEDB-FA612D6DBA99}" type="presParOf" srcId="{E3655E84-DEAB-451E-BBE8-510283C890D5}" destId="{A5C6DB2F-FD60-49B8-9D2F-922B78D7E0BB}" srcOrd="2" destOrd="0" presId="urn:microsoft.com/office/officeart/2018/2/layout/IconLabelList"/>
    <dgm:cxn modelId="{2506BE0D-26B5-4E59-933C-9F4F30615D5A}" type="presParOf" srcId="{B2D35947-6DAF-4A91-8977-382EDCA71B43}" destId="{6D76D22F-4B98-4664-B30C-E011F7EE7B80}" srcOrd="1" destOrd="0" presId="urn:microsoft.com/office/officeart/2018/2/layout/IconLabelList"/>
    <dgm:cxn modelId="{45BC5CB2-56C9-45B9-B129-D1C3DE0F9189}" type="presParOf" srcId="{B2D35947-6DAF-4A91-8977-382EDCA71B43}" destId="{FF27C663-2998-440E-A4CF-1BDB735471D1}" srcOrd="2" destOrd="0" presId="urn:microsoft.com/office/officeart/2018/2/layout/IconLabelList"/>
    <dgm:cxn modelId="{A14871EB-21A9-4DE8-886C-8329687B0366}" type="presParOf" srcId="{FF27C663-2998-440E-A4CF-1BDB735471D1}" destId="{287F7984-A9CC-4384-9656-9B6615A43C87}" srcOrd="0" destOrd="0" presId="urn:microsoft.com/office/officeart/2018/2/layout/IconLabelList"/>
    <dgm:cxn modelId="{1C930C7C-45C0-4AE3-B416-C054DBD66949}" type="presParOf" srcId="{FF27C663-2998-440E-A4CF-1BDB735471D1}" destId="{C4589373-1BAC-4405-A6A0-2A28C07F0A22}" srcOrd="1" destOrd="0" presId="urn:microsoft.com/office/officeart/2018/2/layout/IconLabelList"/>
    <dgm:cxn modelId="{9ABAF562-0E94-4101-ADB4-0B212769A545}" type="presParOf" srcId="{FF27C663-2998-440E-A4CF-1BDB735471D1}" destId="{68C8A08E-FA70-4214-9493-74046FEF2354}" srcOrd="2" destOrd="0" presId="urn:microsoft.com/office/officeart/2018/2/layout/IconLabelList"/>
    <dgm:cxn modelId="{D0C67C03-4D48-48C0-B2AF-501DC3B87980}" type="presParOf" srcId="{B2D35947-6DAF-4A91-8977-382EDCA71B43}" destId="{97430221-C5A7-4B73-8838-D2107BB9EE72}" srcOrd="3" destOrd="0" presId="urn:microsoft.com/office/officeart/2018/2/layout/IconLabelList"/>
    <dgm:cxn modelId="{5CEE57A5-8FD5-4CCB-9E65-99B4F5D24A1F}" type="presParOf" srcId="{B2D35947-6DAF-4A91-8977-382EDCA71B43}" destId="{1C3DBE09-659F-4F58-AF75-D44D2D87CCF1}" srcOrd="4" destOrd="0" presId="urn:microsoft.com/office/officeart/2018/2/layout/IconLabelList"/>
    <dgm:cxn modelId="{7202A24F-55E8-49C4-978C-307094F3A324}" type="presParOf" srcId="{1C3DBE09-659F-4F58-AF75-D44D2D87CCF1}" destId="{2B319E09-6F45-4B0E-8A0F-F5711FDABED3}" srcOrd="0" destOrd="0" presId="urn:microsoft.com/office/officeart/2018/2/layout/IconLabelList"/>
    <dgm:cxn modelId="{79162869-03E0-4CB3-8772-A618B908CBF7}" type="presParOf" srcId="{1C3DBE09-659F-4F58-AF75-D44D2D87CCF1}" destId="{DCF070F9-E30D-464C-B1A7-33DEB1772D07}" srcOrd="1" destOrd="0" presId="urn:microsoft.com/office/officeart/2018/2/layout/IconLabelList"/>
    <dgm:cxn modelId="{2E63D755-91FF-45B8-81DE-884C836EE401}" type="presParOf" srcId="{1C3DBE09-659F-4F58-AF75-D44D2D87CCF1}" destId="{48637F3E-E78B-43C7-82EB-0A5D014A0B1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B94CA65-819B-4CB3-ACEF-2805E5B6B50A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A192525A-C93D-4943-BD98-081A6DBBF0D5}">
      <dgm:prSet phldrT="[Texto]" custT="1"/>
      <dgm:spPr/>
      <dgm:t>
        <a:bodyPr/>
        <a:lstStyle/>
        <a:p>
          <a:r>
            <a:rPr lang="es-ES" sz="2800" b="1" dirty="0"/>
            <a:t>Modelo (</a:t>
          </a:r>
          <a:r>
            <a:rPr lang="es-ES" sz="2800" b="1" dirty="0" err="1"/>
            <a:t>Model</a:t>
          </a:r>
          <a:r>
            <a:rPr lang="es-ES" sz="2800" b="1" dirty="0"/>
            <a:t>): </a:t>
          </a:r>
        </a:p>
        <a:p>
          <a:r>
            <a:rPr lang="es-ES" sz="1600" dirty="0"/>
            <a:t>Representa la lógica de la aplicación y los datos. Es la parte que contiene la información que se va a mostrar y las reglas de negocio. Por ejemplo, en una aplicación de e-</a:t>
          </a:r>
          <a:r>
            <a:rPr lang="es-ES" sz="1600" dirty="0" err="1"/>
            <a:t>commerce</a:t>
          </a:r>
          <a:r>
            <a:rPr lang="es-ES" sz="1600" dirty="0"/>
            <a:t>, el modelo podría incluir clases para representar productos, clientes y pedidos.</a:t>
          </a:r>
        </a:p>
      </dgm:t>
    </dgm:pt>
    <dgm:pt modelId="{E0FED6FD-23D1-4280-996F-B698CC84BA1B}" type="parTrans" cxnId="{5D9E2083-5E6B-40C9-9728-BD7062EA1C67}">
      <dgm:prSet/>
      <dgm:spPr/>
      <dgm:t>
        <a:bodyPr/>
        <a:lstStyle/>
        <a:p>
          <a:endParaRPr lang="es-ES"/>
        </a:p>
      </dgm:t>
    </dgm:pt>
    <dgm:pt modelId="{3A2D180A-3466-4F52-8BA7-5EDC590F2E36}" type="sibTrans" cxnId="{5D9E2083-5E6B-40C9-9728-BD7062EA1C67}">
      <dgm:prSet/>
      <dgm:spPr/>
      <dgm:t>
        <a:bodyPr/>
        <a:lstStyle/>
        <a:p>
          <a:endParaRPr lang="es-ES"/>
        </a:p>
      </dgm:t>
    </dgm:pt>
    <dgm:pt modelId="{32EC9980-777B-4FFD-9BBD-23F56A638FBE}">
      <dgm:prSet phldrT="[Texto]" custT="1"/>
      <dgm:spPr/>
      <dgm:t>
        <a:bodyPr/>
        <a:lstStyle/>
        <a:p>
          <a:r>
            <a:rPr lang="es-ES" sz="2800" b="1" dirty="0"/>
            <a:t>Vista (View): </a:t>
          </a:r>
        </a:p>
        <a:p>
          <a:r>
            <a:rPr lang="es-ES" sz="1700" dirty="0"/>
            <a:t>Es la parte que se encarga de presentar los datos al usuario. Muestra la interfaz gráfica de la aplicación y permite al usuario interactuar con ella. Por ejemplo, en una aplicación web, la vista podría ser una página HTML que muestra una lista de productos.</a:t>
          </a:r>
        </a:p>
      </dgm:t>
    </dgm:pt>
    <dgm:pt modelId="{5ECC3CCE-C32E-45CE-BE44-93DAF15BF66E}" type="parTrans" cxnId="{31D37DF6-4598-4D63-B381-FA73F1C9AC5D}">
      <dgm:prSet/>
      <dgm:spPr/>
      <dgm:t>
        <a:bodyPr/>
        <a:lstStyle/>
        <a:p>
          <a:endParaRPr lang="es-ES"/>
        </a:p>
      </dgm:t>
    </dgm:pt>
    <dgm:pt modelId="{A225200A-11BE-4311-95B0-4697B8C2B2F6}" type="sibTrans" cxnId="{31D37DF6-4598-4D63-B381-FA73F1C9AC5D}">
      <dgm:prSet/>
      <dgm:spPr/>
      <dgm:t>
        <a:bodyPr/>
        <a:lstStyle/>
        <a:p>
          <a:endParaRPr lang="es-ES"/>
        </a:p>
      </dgm:t>
    </dgm:pt>
    <dgm:pt modelId="{9E5B4068-1647-4E9B-911A-7978FBC9B526}">
      <dgm:prSet phldrT="[Texto]" custT="1"/>
      <dgm:spPr/>
      <dgm:t>
        <a:bodyPr/>
        <a:lstStyle/>
        <a:p>
          <a:r>
            <a:rPr lang="es-ES" sz="2400" b="1" dirty="0"/>
            <a:t>Controlador (</a:t>
          </a:r>
          <a:r>
            <a:rPr lang="es-ES" sz="2400" b="1" dirty="0" err="1"/>
            <a:t>Controller</a:t>
          </a:r>
          <a:r>
            <a:rPr lang="es-ES" sz="2400" b="1" dirty="0"/>
            <a:t>): </a:t>
          </a:r>
        </a:p>
        <a:p>
          <a:r>
            <a:rPr lang="es-ES" sz="1700" dirty="0"/>
            <a:t>Actúa como intermediario entre el modelo y la vista. Recibe las entradas del usuario (por ejemplo, clics en botones, datos de formularios), actualiza el modelo en consecuencia y selecciona la vista adecuada para mostrar al usuario</a:t>
          </a:r>
        </a:p>
      </dgm:t>
    </dgm:pt>
    <dgm:pt modelId="{45166B45-DE52-467A-AA92-C5E8571EFA69}" type="parTrans" cxnId="{DF077699-DA08-4D0F-B628-C1B0C4B0E262}">
      <dgm:prSet/>
      <dgm:spPr/>
      <dgm:t>
        <a:bodyPr/>
        <a:lstStyle/>
        <a:p>
          <a:endParaRPr lang="es-ES"/>
        </a:p>
      </dgm:t>
    </dgm:pt>
    <dgm:pt modelId="{59805399-9103-4BF4-A071-EC78EF4FEB9F}" type="sibTrans" cxnId="{DF077699-DA08-4D0F-B628-C1B0C4B0E262}">
      <dgm:prSet/>
      <dgm:spPr/>
      <dgm:t>
        <a:bodyPr/>
        <a:lstStyle/>
        <a:p>
          <a:endParaRPr lang="es-ES"/>
        </a:p>
      </dgm:t>
    </dgm:pt>
    <dgm:pt modelId="{34855988-3F8B-4FAD-8F43-050DC69BFC84}" type="pres">
      <dgm:prSet presAssocID="{8B94CA65-819B-4CB3-ACEF-2805E5B6B50A}" presName="diagram" presStyleCnt="0">
        <dgm:presLayoutVars>
          <dgm:dir/>
          <dgm:resizeHandles val="exact"/>
        </dgm:presLayoutVars>
      </dgm:prSet>
      <dgm:spPr/>
    </dgm:pt>
    <dgm:pt modelId="{CF7B00F8-183F-41BF-9A69-444A7C79FB73}" type="pres">
      <dgm:prSet presAssocID="{A192525A-C93D-4943-BD98-081A6DBBF0D5}" presName="node" presStyleLbl="node1" presStyleIdx="0" presStyleCnt="3" custScaleX="105347" custScaleY="116313" custLinFactNeighborX="5000" custLinFactNeighborY="-410">
        <dgm:presLayoutVars>
          <dgm:bulletEnabled val="1"/>
        </dgm:presLayoutVars>
      </dgm:prSet>
      <dgm:spPr/>
    </dgm:pt>
    <dgm:pt modelId="{5254D37C-1CDE-4DE8-BE37-37191B700DA9}" type="pres">
      <dgm:prSet presAssocID="{3A2D180A-3466-4F52-8BA7-5EDC590F2E36}" presName="sibTrans" presStyleCnt="0"/>
      <dgm:spPr/>
    </dgm:pt>
    <dgm:pt modelId="{9E240CC3-C758-4EFD-B780-B21BC8CB9C3E}" type="pres">
      <dgm:prSet presAssocID="{32EC9980-777B-4FFD-9BBD-23F56A638FBE}" presName="node" presStyleLbl="node1" presStyleIdx="1" presStyleCnt="3" custScaleX="110108" custScaleY="116656">
        <dgm:presLayoutVars>
          <dgm:bulletEnabled val="1"/>
        </dgm:presLayoutVars>
      </dgm:prSet>
      <dgm:spPr/>
    </dgm:pt>
    <dgm:pt modelId="{490B20DC-4C73-46E0-BD36-CA7228CFDE08}" type="pres">
      <dgm:prSet presAssocID="{A225200A-11BE-4311-95B0-4697B8C2B2F6}" presName="sibTrans" presStyleCnt="0"/>
      <dgm:spPr/>
    </dgm:pt>
    <dgm:pt modelId="{11DB5F58-2B46-497A-9336-AD6EDD4E94E7}" type="pres">
      <dgm:prSet presAssocID="{9E5B4068-1647-4E9B-911A-7978FBC9B526}" presName="node" presStyleLbl="node1" presStyleIdx="2" presStyleCnt="3" custScaleX="103578" custScaleY="118840">
        <dgm:presLayoutVars>
          <dgm:bulletEnabled val="1"/>
        </dgm:presLayoutVars>
      </dgm:prSet>
      <dgm:spPr/>
    </dgm:pt>
  </dgm:ptLst>
  <dgm:cxnLst>
    <dgm:cxn modelId="{187BFE7C-B008-42F5-86AD-DC6F4BEAD471}" type="presOf" srcId="{32EC9980-777B-4FFD-9BBD-23F56A638FBE}" destId="{9E240CC3-C758-4EFD-B780-B21BC8CB9C3E}" srcOrd="0" destOrd="0" presId="urn:microsoft.com/office/officeart/2005/8/layout/default"/>
    <dgm:cxn modelId="{5D9E2083-5E6B-40C9-9728-BD7062EA1C67}" srcId="{8B94CA65-819B-4CB3-ACEF-2805E5B6B50A}" destId="{A192525A-C93D-4943-BD98-081A6DBBF0D5}" srcOrd="0" destOrd="0" parTransId="{E0FED6FD-23D1-4280-996F-B698CC84BA1B}" sibTransId="{3A2D180A-3466-4F52-8BA7-5EDC590F2E36}"/>
    <dgm:cxn modelId="{C173FF8A-9548-4BEC-9F90-6FC898F36573}" type="presOf" srcId="{9E5B4068-1647-4E9B-911A-7978FBC9B526}" destId="{11DB5F58-2B46-497A-9336-AD6EDD4E94E7}" srcOrd="0" destOrd="0" presId="urn:microsoft.com/office/officeart/2005/8/layout/default"/>
    <dgm:cxn modelId="{DF077699-DA08-4D0F-B628-C1B0C4B0E262}" srcId="{8B94CA65-819B-4CB3-ACEF-2805E5B6B50A}" destId="{9E5B4068-1647-4E9B-911A-7978FBC9B526}" srcOrd="2" destOrd="0" parTransId="{45166B45-DE52-467A-AA92-C5E8571EFA69}" sibTransId="{59805399-9103-4BF4-A071-EC78EF4FEB9F}"/>
    <dgm:cxn modelId="{C1C72A9D-2F24-499A-A957-AAE348B8157D}" type="presOf" srcId="{8B94CA65-819B-4CB3-ACEF-2805E5B6B50A}" destId="{34855988-3F8B-4FAD-8F43-050DC69BFC84}" srcOrd="0" destOrd="0" presId="urn:microsoft.com/office/officeart/2005/8/layout/default"/>
    <dgm:cxn modelId="{667C87E1-620C-4F59-9BC3-BCC442AC8521}" type="presOf" srcId="{A192525A-C93D-4943-BD98-081A6DBBF0D5}" destId="{CF7B00F8-183F-41BF-9A69-444A7C79FB73}" srcOrd="0" destOrd="0" presId="urn:microsoft.com/office/officeart/2005/8/layout/default"/>
    <dgm:cxn modelId="{31D37DF6-4598-4D63-B381-FA73F1C9AC5D}" srcId="{8B94CA65-819B-4CB3-ACEF-2805E5B6B50A}" destId="{32EC9980-777B-4FFD-9BBD-23F56A638FBE}" srcOrd="1" destOrd="0" parTransId="{5ECC3CCE-C32E-45CE-BE44-93DAF15BF66E}" sibTransId="{A225200A-11BE-4311-95B0-4697B8C2B2F6}"/>
    <dgm:cxn modelId="{1A58C979-364C-4DAD-BCC9-8D4D622E179D}" type="presParOf" srcId="{34855988-3F8B-4FAD-8F43-050DC69BFC84}" destId="{CF7B00F8-183F-41BF-9A69-444A7C79FB73}" srcOrd="0" destOrd="0" presId="urn:microsoft.com/office/officeart/2005/8/layout/default"/>
    <dgm:cxn modelId="{C3B4E7B5-D284-4F36-AA17-3E155D996BD1}" type="presParOf" srcId="{34855988-3F8B-4FAD-8F43-050DC69BFC84}" destId="{5254D37C-1CDE-4DE8-BE37-37191B700DA9}" srcOrd="1" destOrd="0" presId="urn:microsoft.com/office/officeart/2005/8/layout/default"/>
    <dgm:cxn modelId="{376311E4-EEBD-4C0B-821C-290AD1A4904D}" type="presParOf" srcId="{34855988-3F8B-4FAD-8F43-050DC69BFC84}" destId="{9E240CC3-C758-4EFD-B780-B21BC8CB9C3E}" srcOrd="2" destOrd="0" presId="urn:microsoft.com/office/officeart/2005/8/layout/default"/>
    <dgm:cxn modelId="{24DCC799-30FA-4CE4-AC25-1A869EAFC179}" type="presParOf" srcId="{34855988-3F8B-4FAD-8F43-050DC69BFC84}" destId="{490B20DC-4C73-46E0-BD36-CA7228CFDE08}" srcOrd="3" destOrd="0" presId="urn:microsoft.com/office/officeart/2005/8/layout/default"/>
    <dgm:cxn modelId="{61071CDA-AF49-4E9B-B88D-2C196494A79C}" type="presParOf" srcId="{34855988-3F8B-4FAD-8F43-050DC69BFC84}" destId="{11DB5F58-2B46-497A-9336-AD6EDD4E94E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FB291-CC24-4E19-95D7-350E75CEA9EE}">
      <dsp:nvSpPr>
        <dsp:cNvPr id="0" name=""/>
        <dsp:cNvSpPr/>
      </dsp:nvSpPr>
      <dsp:spPr>
        <a:xfrm>
          <a:off x="0" y="199966"/>
          <a:ext cx="6002110" cy="16415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Los </a:t>
          </a:r>
          <a:r>
            <a:rPr lang="es-ES" sz="1600" b="1" kern="1200"/>
            <a:t>patrones de diseño</a:t>
          </a:r>
          <a:r>
            <a:rPr lang="es-ES" sz="1600" kern="1200"/>
            <a:t> son soluciones habituales a problemas que ocurren con frecuencia en el diseño de software. Son como planos prefabricados que se pueden personalizar para resolver un problema de diseño recurrente en tu código.</a:t>
          </a:r>
          <a:endParaRPr lang="en-US" sz="1600" kern="1200"/>
        </a:p>
      </dsp:txBody>
      <dsp:txXfrm>
        <a:off x="80132" y="280098"/>
        <a:ext cx="5841846" cy="1481246"/>
      </dsp:txXfrm>
    </dsp:sp>
    <dsp:sp modelId="{A682B5AC-2EAB-46E9-B625-95CF52F487A8}">
      <dsp:nvSpPr>
        <dsp:cNvPr id="0" name=""/>
        <dsp:cNvSpPr/>
      </dsp:nvSpPr>
      <dsp:spPr>
        <a:xfrm>
          <a:off x="0" y="1887557"/>
          <a:ext cx="6002110" cy="164151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No se puede elegir un patrón y copiarlo en el programa como si se tratara de funciones o bibliotecas ya preparadas. El patrón no es una porción específica de código, sino un concepto general para resolver un problema particular. Puedes seguir los detalles del patrón e implementar una solución que encaje con las realidades de tu propio programa.</a:t>
          </a:r>
          <a:endParaRPr lang="en-US" sz="1600" kern="1200"/>
        </a:p>
      </dsp:txBody>
      <dsp:txXfrm>
        <a:off x="80132" y="1967689"/>
        <a:ext cx="5841846" cy="1481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5F8BD-B499-4674-96D8-830451130811}">
      <dsp:nvSpPr>
        <dsp:cNvPr id="0" name=""/>
        <dsp:cNvSpPr/>
      </dsp:nvSpPr>
      <dsp:spPr>
        <a:xfrm>
          <a:off x="0" y="460055"/>
          <a:ext cx="7234177" cy="12097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Los </a:t>
          </a:r>
          <a:r>
            <a:rPr lang="es-ES" sz="2200" b="1" kern="1200"/>
            <a:t>patrones creacionales</a:t>
          </a:r>
          <a:r>
            <a:rPr lang="es-ES" sz="2200" kern="1200"/>
            <a:t> proporcionan mecanismos de creación de objetos que incrementan la flexibilidad y la reutilización de código existente.</a:t>
          </a:r>
          <a:endParaRPr lang="en-US" sz="2200" kern="1200" dirty="0"/>
        </a:p>
      </dsp:txBody>
      <dsp:txXfrm>
        <a:off x="59057" y="519112"/>
        <a:ext cx="7116063" cy="1091666"/>
      </dsp:txXfrm>
    </dsp:sp>
    <dsp:sp modelId="{A0CDF437-4D92-4FF5-ADCA-58285FA3B76D}">
      <dsp:nvSpPr>
        <dsp:cNvPr id="0" name=""/>
        <dsp:cNvSpPr/>
      </dsp:nvSpPr>
      <dsp:spPr>
        <a:xfrm>
          <a:off x="0" y="1733195"/>
          <a:ext cx="7234177" cy="12097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Los </a:t>
          </a:r>
          <a:r>
            <a:rPr lang="es-ES" sz="2200" b="1" kern="1200"/>
            <a:t>patrones estructurales</a:t>
          </a:r>
          <a:r>
            <a:rPr lang="es-ES" sz="2200" kern="1200"/>
            <a:t> explican cómo ensamblar objetos y clases en estructuras más grandes a la vez que se mantiene la flexibilidad y eficiencia de la estructura.</a:t>
          </a:r>
          <a:endParaRPr lang="en-US" sz="2200" kern="1200"/>
        </a:p>
      </dsp:txBody>
      <dsp:txXfrm>
        <a:off x="59057" y="1792252"/>
        <a:ext cx="7116063" cy="1091666"/>
      </dsp:txXfrm>
    </dsp:sp>
    <dsp:sp modelId="{3FE0A925-3B98-48F8-8A38-24D77EEAF84E}">
      <dsp:nvSpPr>
        <dsp:cNvPr id="0" name=""/>
        <dsp:cNvSpPr/>
      </dsp:nvSpPr>
      <dsp:spPr>
        <a:xfrm>
          <a:off x="0" y="3006335"/>
          <a:ext cx="7234177" cy="12097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Los </a:t>
          </a:r>
          <a:r>
            <a:rPr lang="es-ES" sz="2200" b="1" kern="1200"/>
            <a:t>patrones de comportamiento</a:t>
          </a:r>
          <a:r>
            <a:rPr lang="es-ES" sz="2200" kern="1200"/>
            <a:t> se encargan de una comunicación efectiva y la asignación de responsabilidades entre objetos.</a:t>
          </a:r>
          <a:endParaRPr lang="en-US" sz="2200" kern="1200"/>
        </a:p>
      </dsp:txBody>
      <dsp:txXfrm>
        <a:off x="59057" y="3065392"/>
        <a:ext cx="7116063" cy="10916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CDC79-3809-407C-B2B3-195169D07E6C}">
      <dsp:nvSpPr>
        <dsp:cNvPr id="0" name=""/>
        <dsp:cNvSpPr/>
      </dsp:nvSpPr>
      <dsp:spPr>
        <a:xfrm>
          <a:off x="0" y="3795"/>
          <a:ext cx="12041529" cy="8083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1F597-E4A0-47B5-84E1-8B24EAEBE662}">
      <dsp:nvSpPr>
        <dsp:cNvPr id="0" name=""/>
        <dsp:cNvSpPr/>
      </dsp:nvSpPr>
      <dsp:spPr>
        <a:xfrm>
          <a:off x="244523" y="185672"/>
          <a:ext cx="444589" cy="4445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28626-BFF4-40B9-AAB8-9226B680BFF1}">
      <dsp:nvSpPr>
        <dsp:cNvPr id="0" name=""/>
        <dsp:cNvSpPr/>
      </dsp:nvSpPr>
      <dsp:spPr>
        <a:xfrm>
          <a:off x="933636" y="3795"/>
          <a:ext cx="11107892" cy="80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50" tIns="85550" rIns="85550" bIns="8555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 err="1"/>
            <a:t>Singleton</a:t>
          </a:r>
          <a:r>
            <a:rPr lang="es-ES" sz="2400" b="1" kern="1200" dirty="0"/>
            <a:t>:</a:t>
          </a:r>
          <a:r>
            <a:rPr lang="es-ES" sz="2000" kern="1200" dirty="0"/>
            <a:t> </a:t>
          </a:r>
          <a:r>
            <a:rPr lang="es-ES" sz="1900" kern="1200" dirty="0"/>
            <a:t>Garantiza que una clase tenga solo una instancia y proporciona un punto de acceso global a ella.</a:t>
          </a:r>
          <a:endParaRPr lang="en-US" sz="1900" kern="1200" dirty="0"/>
        </a:p>
      </dsp:txBody>
      <dsp:txXfrm>
        <a:off x="933636" y="3795"/>
        <a:ext cx="11107892" cy="808343"/>
      </dsp:txXfrm>
    </dsp:sp>
    <dsp:sp modelId="{F4AB3E9C-0B73-4254-AB41-F4788175F6CE}">
      <dsp:nvSpPr>
        <dsp:cNvPr id="0" name=""/>
        <dsp:cNvSpPr/>
      </dsp:nvSpPr>
      <dsp:spPr>
        <a:xfrm>
          <a:off x="0" y="1014224"/>
          <a:ext cx="12041529" cy="8083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7C3253-BD4E-4D47-A36D-76826DE88266}">
      <dsp:nvSpPr>
        <dsp:cNvPr id="0" name=""/>
        <dsp:cNvSpPr/>
      </dsp:nvSpPr>
      <dsp:spPr>
        <a:xfrm>
          <a:off x="244523" y="1196101"/>
          <a:ext cx="444589" cy="4445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E2FCF-1655-48E4-926C-E2F0A28E4C47}">
      <dsp:nvSpPr>
        <dsp:cNvPr id="0" name=""/>
        <dsp:cNvSpPr/>
      </dsp:nvSpPr>
      <dsp:spPr>
        <a:xfrm>
          <a:off x="933636" y="1014224"/>
          <a:ext cx="11107892" cy="80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50" tIns="85550" rIns="85550" bIns="8555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Factory </a:t>
          </a:r>
          <a:r>
            <a:rPr lang="es-ES" sz="2400" b="1" kern="1200" dirty="0" err="1"/>
            <a:t>Method</a:t>
          </a:r>
          <a:r>
            <a:rPr lang="es-ES" sz="2400" b="1" kern="1200" dirty="0"/>
            <a:t>: </a:t>
          </a:r>
          <a:r>
            <a:rPr lang="es-ES" sz="1900" kern="1200" dirty="0"/>
            <a:t>Define una interfaz para crear un objeto, pero deja que las subclases decidan qué clase instanciar.   </a:t>
          </a:r>
          <a:endParaRPr lang="en-US" sz="1900" kern="1200" dirty="0"/>
        </a:p>
      </dsp:txBody>
      <dsp:txXfrm>
        <a:off x="933636" y="1014224"/>
        <a:ext cx="11107892" cy="808343"/>
      </dsp:txXfrm>
    </dsp:sp>
    <dsp:sp modelId="{02DBE188-5480-47D5-8819-DA3F5CFA3254}">
      <dsp:nvSpPr>
        <dsp:cNvPr id="0" name=""/>
        <dsp:cNvSpPr/>
      </dsp:nvSpPr>
      <dsp:spPr>
        <a:xfrm>
          <a:off x="0" y="2024654"/>
          <a:ext cx="12041529" cy="8083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CDC4F-E8C8-4EEB-ADFC-11B67EFBF855}">
      <dsp:nvSpPr>
        <dsp:cNvPr id="0" name=""/>
        <dsp:cNvSpPr/>
      </dsp:nvSpPr>
      <dsp:spPr>
        <a:xfrm>
          <a:off x="244523" y="2206531"/>
          <a:ext cx="444589" cy="4445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EEAC3-16F2-44F7-A1A5-5D4E4A8FDAFC}">
      <dsp:nvSpPr>
        <dsp:cNvPr id="0" name=""/>
        <dsp:cNvSpPr/>
      </dsp:nvSpPr>
      <dsp:spPr>
        <a:xfrm>
          <a:off x="933636" y="2024654"/>
          <a:ext cx="11107892" cy="80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50" tIns="85550" rIns="85550" bIns="8555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 err="1"/>
            <a:t>Abstract</a:t>
          </a:r>
          <a:r>
            <a:rPr lang="es-ES" sz="2400" b="1" kern="1200" dirty="0"/>
            <a:t> Factory: </a:t>
          </a:r>
          <a:r>
            <a:rPr lang="es-ES" sz="1900" kern="1200" dirty="0"/>
            <a:t>Proporciona una interfaz para crear familias de objetos relacionados o dependientes sin especificar sus clases concretas.</a:t>
          </a:r>
          <a:endParaRPr lang="en-US" sz="1900" kern="1200" dirty="0"/>
        </a:p>
      </dsp:txBody>
      <dsp:txXfrm>
        <a:off x="933636" y="2024654"/>
        <a:ext cx="11107892" cy="808343"/>
      </dsp:txXfrm>
    </dsp:sp>
    <dsp:sp modelId="{51093D58-6171-4651-8401-C6A7A9E9DD06}">
      <dsp:nvSpPr>
        <dsp:cNvPr id="0" name=""/>
        <dsp:cNvSpPr/>
      </dsp:nvSpPr>
      <dsp:spPr>
        <a:xfrm>
          <a:off x="0" y="3035083"/>
          <a:ext cx="12041529" cy="8083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D457E-BDD8-460D-AF4D-CEE651D0EB67}">
      <dsp:nvSpPr>
        <dsp:cNvPr id="0" name=""/>
        <dsp:cNvSpPr/>
      </dsp:nvSpPr>
      <dsp:spPr>
        <a:xfrm>
          <a:off x="244523" y="3216961"/>
          <a:ext cx="444589" cy="4445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3A2B7-5B2F-4E3D-9088-3A99CA7A8935}">
      <dsp:nvSpPr>
        <dsp:cNvPr id="0" name=""/>
        <dsp:cNvSpPr/>
      </dsp:nvSpPr>
      <dsp:spPr>
        <a:xfrm>
          <a:off x="933636" y="3035083"/>
          <a:ext cx="11107892" cy="80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50" tIns="85550" rIns="85550" bIns="8555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 err="1"/>
            <a:t>Builder</a:t>
          </a:r>
          <a:r>
            <a:rPr lang="es-ES" sz="2400" b="1" kern="1200" dirty="0"/>
            <a:t>:</a:t>
          </a:r>
          <a:r>
            <a:rPr lang="es-ES" sz="1900" kern="1200" dirty="0"/>
            <a:t> Separa la construcción de un objeto complejo de su representación, lo que permite crear diferentes representaciones con el mismo constructor.   </a:t>
          </a:r>
          <a:endParaRPr lang="en-US" sz="1900" kern="1200" dirty="0"/>
        </a:p>
      </dsp:txBody>
      <dsp:txXfrm>
        <a:off x="933636" y="3035083"/>
        <a:ext cx="11107892" cy="808343"/>
      </dsp:txXfrm>
    </dsp:sp>
    <dsp:sp modelId="{4C0176E8-D485-491A-BE18-5D246D8713AD}">
      <dsp:nvSpPr>
        <dsp:cNvPr id="0" name=""/>
        <dsp:cNvSpPr/>
      </dsp:nvSpPr>
      <dsp:spPr>
        <a:xfrm>
          <a:off x="0" y="4045513"/>
          <a:ext cx="12041529" cy="80834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0CEE7-C823-495C-9D5B-05870B4540A7}">
      <dsp:nvSpPr>
        <dsp:cNvPr id="0" name=""/>
        <dsp:cNvSpPr/>
      </dsp:nvSpPr>
      <dsp:spPr>
        <a:xfrm>
          <a:off x="244523" y="4227390"/>
          <a:ext cx="444589" cy="4445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A428A-C6FF-46E2-A40F-90F25269FC21}">
      <dsp:nvSpPr>
        <dsp:cNvPr id="0" name=""/>
        <dsp:cNvSpPr/>
      </dsp:nvSpPr>
      <dsp:spPr>
        <a:xfrm>
          <a:off x="933636" y="4045513"/>
          <a:ext cx="11107892" cy="80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50" tIns="85550" rIns="85550" bIns="8555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 err="1"/>
            <a:t>Prototype</a:t>
          </a:r>
          <a:r>
            <a:rPr lang="es-ES" sz="2400" b="1" kern="1200" dirty="0"/>
            <a:t>:</a:t>
          </a:r>
          <a:r>
            <a:rPr lang="es-ES" sz="1900" kern="1200" dirty="0"/>
            <a:t> Crea nuevos objetos clonando un objeto existente.</a:t>
          </a:r>
          <a:endParaRPr lang="en-US" sz="1900" kern="1200" dirty="0"/>
        </a:p>
      </dsp:txBody>
      <dsp:txXfrm>
        <a:off x="933636" y="4045513"/>
        <a:ext cx="11107892" cy="8083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0B104-F7ED-42C0-834E-71B9F1F01C41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2515EC1B-B36C-45A1-AA55-823AE75E24FA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Estos patrones se ocupan de cómo las clases y objetos se combinan para formar estructuras más grandes. Algunos ejemplos son:</a:t>
          </a:r>
          <a:endParaRPr lang="en-US" sz="1800" kern="1200"/>
        </a:p>
      </dsp:txBody>
      <dsp:txXfrm>
        <a:off x="8061" y="5979"/>
        <a:ext cx="3034531" cy="1820718"/>
      </dsp:txXfrm>
    </dsp:sp>
    <dsp:sp modelId="{4CED0853-C189-414C-9280-76FCB403B537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56CF17A9-CBE3-4AAA-81B6-E5ADB7CE1BCA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 err="1"/>
            <a:t>Adapter</a:t>
          </a:r>
          <a:r>
            <a:rPr lang="es-ES" sz="2400" kern="1200" dirty="0"/>
            <a:t>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Convierte la interfaz de una clase en otra que el cliente espera.</a:t>
          </a:r>
          <a:endParaRPr lang="en-US" sz="1800" kern="1200" dirty="0"/>
        </a:p>
      </dsp:txBody>
      <dsp:txXfrm>
        <a:off x="3740534" y="5979"/>
        <a:ext cx="3034531" cy="1820718"/>
      </dsp:txXfrm>
    </dsp:sp>
    <dsp:sp modelId="{C3524A50-ED69-4285-BDFD-49F015C7F352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CFE89A93-3C37-461A-B100-297BB40B6634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 err="1"/>
            <a:t>Decorator</a:t>
          </a:r>
          <a:r>
            <a:rPr lang="es-ES" sz="2400" b="1" kern="1200" dirty="0"/>
            <a:t>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Añade responsabilidades adicionales a un objeto de forma dinámica.</a:t>
          </a:r>
          <a:endParaRPr lang="en-US" sz="1800" kern="1200" dirty="0"/>
        </a:p>
      </dsp:txBody>
      <dsp:txXfrm>
        <a:off x="7473007" y="5979"/>
        <a:ext cx="3034531" cy="1820718"/>
      </dsp:txXfrm>
    </dsp:sp>
    <dsp:sp modelId="{87592354-C9C1-487A-BF51-05ACD7B9890A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AC552444-961A-4F87-89D2-04FDBB672653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 err="1"/>
            <a:t>Facade</a:t>
          </a:r>
          <a:r>
            <a:rPr lang="es-ES" sz="2400" b="1" kern="1200" dirty="0"/>
            <a:t>:</a:t>
          </a:r>
          <a:r>
            <a:rPr lang="es-ES" sz="2400" kern="1200" dirty="0"/>
            <a:t>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Proporciona una interfaz unificada a un conjunto de interfaces en un subsistema.</a:t>
          </a:r>
          <a:endParaRPr lang="en-US" sz="1800" kern="1200" dirty="0"/>
        </a:p>
      </dsp:txBody>
      <dsp:txXfrm>
        <a:off x="8061" y="2524640"/>
        <a:ext cx="3034531" cy="1820718"/>
      </dsp:txXfrm>
    </dsp:sp>
    <dsp:sp modelId="{24018B57-E488-4F71-8253-A298C924B3F9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7B789A49-3770-4CE3-827E-E13E21CFA4D1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Composite: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Compone objetos en estructuras de árbol para representar jerarquías parte-todo.</a:t>
          </a:r>
          <a:endParaRPr lang="en-US" sz="1800" kern="1200" dirty="0"/>
        </a:p>
      </dsp:txBody>
      <dsp:txXfrm>
        <a:off x="3740534" y="2524640"/>
        <a:ext cx="3034531" cy="1820718"/>
      </dsp:txXfrm>
    </dsp:sp>
    <dsp:sp modelId="{DF266190-9998-48DB-9A32-CB1AC1BC97F2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Proxy:</a:t>
          </a:r>
          <a:r>
            <a:rPr lang="es-ES" sz="2400" kern="1200" dirty="0"/>
            <a:t>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Funciona como sustituto de otro objeto para controlar el acceso a él.</a:t>
          </a:r>
          <a:endParaRPr lang="en-US" sz="1800" kern="1200" dirty="0"/>
        </a:p>
      </dsp:txBody>
      <dsp:txXfrm>
        <a:off x="7473007" y="2524640"/>
        <a:ext cx="3034531" cy="1820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4AD93-D6D6-4EC0-8D02-07FEEE473B88}">
      <dsp:nvSpPr>
        <dsp:cNvPr id="0" name=""/>
        <dsp:cNvSpPr/>
      </dsp:nvSpPr>
      <dsp:spPr>
        <a:xfrm>
          <a:off x="1316841" y="17423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08B9B-4BC3-492B-9EC2-2CC70FE1EDD9}">
      <dsp:nvSpPr>
        <dsp:cNvPr id="0" name=""/>
        <dsp:cNvSpPr/>
      </dsp:nvSpPr>
      <dsp:spPr>
        <a:xfrm>
          <a:off x="1535969" y="236551"/>
          <a:ext cx="605212" cy="605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AA6BF-EFC6-4E0E-8014-5D56028DD83E}">
      <dsp:nvSpPr>
        <dsp:cNvPr id="0" name=""/>
        <dsp:cNvSpPr/>
      </dsp:nvSpPr>
      <dsp:spPr>
        <a:xfrm>
          <a:off x="2583910" y="17423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Estos patrones se ocupan de la asignación de responsabilidades entre objetos y cómo los objetos se comunican entre sí. Algunos ejemplos son:</a:t>
          </a:r>
          <a:endParaRPr lang="en-US" sz="1300" kern="1200"/>
        </a:p>
      </dsp:txBody>
      <dsp:txXfrm>
        <a:off x="2583910" y="17423"/>
        <a:ext cx="2459605" cy="1043469"/>
      </dsp:txXfrm>
    </dsp:sp>
    <dsp:sp modelId="{B0064972-6C3D-4F18-AD8E-490EEA998144}">
      <dsp:nvSpPr>
        <dsp:cNvPr id="0" name=""/>
        <dsp:cNvSpPr/>
      </dsp:nvSpPr>
      <dsp:spPr>
        <a:xfrm>
          <a:off x="5472083" y="17423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FAE7C-7B74-49EE-907B-CDDA504ACE60}">
      <dsp:nvSpPr>
        <dsp:cNvPr id="0" name=""/>
        <dsp:cNvSpPr/>
      </dsp:nvSpPr>
      <dsp:spPr>
        <a:xfrm>
          <a:off x="5691212" y="236551"/>
          <a:ext cx="605212" cy="605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E8CBB-1D65-4643-A6A5-6699F3B88CF5}">
      <dsp:nvSpPr>
        <dsp:cNvPr id="0" name=""/>
        <dsp:cNvSpPr/>
      </dsp:nvSpPr>
      <dsp:spPr>
        <a:xfrm>
          <a:off x="6739153" y="17423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 err="1"/>
            <a:t>Observer</a:t>
          </a:r>
          <a:r>
            <a:rPr lang="es-ES" sz="1800" b="1" kern="1200" dirty="0"/>
            <a:t>: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 </a:t>
          </a:r>
          <a:r>
            <a:rPr lang="es-ES" sz="1100" kern="1200" dirty="0"/>
            <a:t>Define una dependencia uno a muchos entre objetos de modo que cuando un objeto cambia de estado, todos sus dependientes son notificados y actualizados automáticamente.   </a:t>
          </a:r>
          <a:endParaRPr lang="en-US" sz="1100" kern="1200" dirty="0"/>
        </a:p>
      </dsp:txBody>
      <dsp:txXfrm>
        <a:off x="6739153" y="17423"/>
        <a:ext cx="2459605" cy="1043469"/>
      </dsp:txXfrm>
    </dsp:sp>
    <dsp:sp modelId="{6D2DF99C-B93F-49F5-9BAE-2659B9D0F6B9}">
      <dsp:nvSpPr>
        <dsp:cNvPr id="0" name=""/>
        <dsp:cNvSpPr/>
      </dsp:nvSpPr>
      <dsp:spPr>
        <a:xfrm>
          <a:off x="1316841" y="1876184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263A8-A1C7-4472-8BE0-8915A94962A5}">
      <dsp:nvSpPr>
        <dsp:cNvPr id="0" name=""/>
        <dsp:cNvSpPr/>
      </dsp:nvSpPr>
      <dsp:spPr>
        <a:xfrm>
          <a:off x="1535969" y="2095312"/>
          <a:ext cx="605212" cy="605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27790-C5CA-4CD9-9516-4B2709AB18BA}">
      <dsp:nvSpPr>
        <dsp:cNvPr id="0" name=""/>
        <dsp:cNvSpPr/>
      </dsp:nvSpPr>
      <dsp:spPr>
        <a:xfrm>
          <a:off x="2583910" y="1876184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 err="1"/>
            <a:t>Strategy</a:t>
          </a:r>
          <a:r>
            <a:rPr lang="es-ES" sz="1400" kern="1200" dirty="0"/>
            <a:t>: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Define una familia de algoritmos, encapsula cada uno y los hace intercambiables.   </a:t>
          </a:r>
          <a:endParaRPr lang="en-US" sz="1100" kern="1200" dirty="0"/>
        </a:p>
      </dsp:txBody>
      <dsp:txXfrm>
        <a:off x="2583910" y="1876184"/>
        <a:ext cx="2459605" cy="1043469"/>
      </dsp:txXfrm>
    </dsp:sp>
    <dsp:sp modelId="{ECE79D22-F7E5-4CD1-81B8-697961A4126B}">
      <dsp:nvSpPr>
        <dsp:cNvPr id="0" name=""/>
        <dsp:cNvSpPr/>
      </dsp:nvSpPr>
      <dsp:spPr>
        <a:xfrm>
          <a:off x="5472083" y="1876184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240DF-EF8C-4AA1-8FA3-3FB9FB228434}">
      <dsp:nvSpPr>
        <dsp:cNvPr id="0" name=""/>
        <dsp:cNvSpPr/>
      </dsp:nvSpPr>
      <dsp:spPr>
        <a:xfrm>
          <a:off x="5691212" y="2095312"/>
          <a:ext cx="605212" cy="6052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E9C9B-182B-40C7-AE56-9A2D31549EEC}">
      <dsp:nvSpPr>
        <dsp:cNvPr id="0" name=""/>
        <dsp:cNvSpPr/>
      </dsp:nvSpPr>
      <dsp:spPr>
        <a:xfrm>
          <a:off x="6739153" y="1876184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 err="1"/>
            <a:t>Command</a:t>
          </a:r>
          <a:r>
            <a:rPr lang="es-ES" sz="1800" b="1" kern="1200" dirty="0"/>
            <a:t>: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Encapsula una solicitud como un objeto, permitiendo parametrizar clientes con diferentes solicitudes, colas o registros de solicitudes, y soportar operaciones que se deshacen.</a:t>
          </a:r>
          <a:endParaRPr lang="en-US" sz="1100" kern="1200" dirty="0"/>
        </a:p>
      </dsp:txBody>
      <dsp:txXfrm>
        <a:off x="6739153" y="1876184"/>
        <a:ext cx="2459605" cy="1043469"/>
      </dsp:txXfrm>
    </dsp:sp>
    <dsp:sp modelId="{26E5AB27-0B12-44EC-B9FE-B110C5F0830C}">
      <dsp:nvSpPr>
        <dsp:cNvPr id="0" name=""/>
        <dsp:cNvSpPr/>
      </dsp:nvSpPr>
      <dsp:spPr>
        <a:xfrm>
          <a:off x="1316841" y="3734945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C5C84-44AA-4D6B-8FD8-9537D6BFB89A}">
      <dsp:nvSpPr>
        <dsp:cNvPr id="0" name=""/>
        <dsp:cNvSpPr/>
      </dsp:nvSpPr>
      <dsp:spPr>
        <a:xfrm>
          <a:off x="1535969" y="3954074"/>
          <a:ext cx="605212" cy="6052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6BE9A-9B63-4AEE-99CC-D7B80AAABB0B}">
      <dsp:nvSpPr>
        <dsp:cNvPr id="0" name=""/>
        <dsp:cNvSpPr/>
      </dsp:nvSpPr>
      <dsp:spPr>
        <a:xfrm>
          <a:off x="2583910" y="3734945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 err="1"/>
            <a:t>State</a:t>
          </a:r>
          <a:r>
            <a:rPr lang="es-ES" sz="1600" kern="1200" dirty="0"/>
            <a:t>: 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Permite a un objeto modificar su comportamiento cuando su estado interno cambia. El objeto parece cambiar de clase.</a:t>
          </a:r>
          <a:endParaRPr lang="en-US" sz="1200" kern="1200" dirty="0"/>
        </a:p>
      </dsp:txBody>
      <dsp:txXfrm>
        <a:off x="2583910" y="3734945"/>
        <a:ext cx="2459605" cy="1043469"/>
      </dsp:txXfrm>
    </dsp:sp>
    <dsp:sp modelId="{54BF5510-3E09-488B-9FE9-A245EFD97384}">
      <dsp:nvSpPr>
        <dsp:cNvPr id="0" name=""/>
        <dsp:cNvSpPr/>
      </dsp:nvSpPr>
      <dsp:spPr>
        <a:xfrm>
          <a:off x="5472083" y="3734945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EE307-0DDD-4064-8C53-48EAE5ACFD53}">
      <dsp:nvSpPr>
        <dsp:cNvPr id="0" name=""/>
        <dsp:cNvSpPr/>
      </dsp:nvSpPr>
      <dsp:spPr>
        <a:xfrm>
          <a:off x="5691212" y="3954074"/>
          <a:ext cx="605212" cy="60521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B1C12-D12B-4A9F-9A9E-2F74FA1F63F1}">
      <dsp:nvSpPr>
        <dsp:cNvPr id="0" name=""/>
        <dsp:cNvSpPr/>
      </dsp:nvSpPr>
      <dsp:spPr>
        <a:xfrm>
          <a:off x="6739153" y="3734945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 err="1"/>
            <a:t>Template</a:t>
          </a:r>
          <a:r>
            <a:rPr lang="es-ES" sz="1600" b="1" kern="1200" dirty="0"/>
            <a:t> </a:t>
          </a:r>
          <a:r>
            <a:rPr lang="es-ES" sz="1600" b="1" kern="1200" dirty="0" err="1"/>
            <a:t>Method</a:t>
          </a:r>
          <a:r>
            <a:rPr lang="es-ES" sz="1600" kern="1200" dirty="0"/>
            <a:t>: 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Define el esqueleto de un algoritmo en un método, permitiendo a las subclases redefinir ciertos pasos del algoritmo sin cambiar su estructura.</a:t>
          </a:r>
          <a:endParaRPr lang="en-US" sz="1200" kern="1200" dirty="0"/>
        </a:p>
      </dsp:txBody>
      <dsp:txXfrm>
        <a:off x="6739153" y="3734945"/>
        <a:ext cx="2459605" cy="10434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6DEE8-514E-49E2-82F8-F18ED26D2E67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2F4D7-3CD1-417A-834F-D0CEA91049C5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2047D-564C-471D-A7F4-8AA4BD315791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Abstracción: Oculta la complejidad de la interacción con la base de datos, permitiendo que la lógica de negocio se concentre en las tareas principales.</a:t>
          </a:r>
          <a:endParaRPr lang="en-US" sz="2200" kern="1200"/>
        </a:p>
      </dsp:txBody>
      <dsp:txXfrm>
        <a:off x="1058686" y="1808"/>
        <a:ext cx="9456913" cy="916611"/>
      </dsp:txXfrm>
    </dsp:sp>
    <dsp:sp modelId="{4741DF86-6DBD-4C32-8865-1A20AE262932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467F84-7292-4CD4-85EE-9B0204F5A602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117E6-1078-471A-A758-FCE66E294AAC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Reutilización: Los DAOs pueden ser reutilizados en diferentes partes de la aplicación.</a:t>
          </a:r>
          <a:endParaRPr lang="en-US" sz="2200" kern="1200"/>
        </a:p>
      </dsp:txBody>
      <dsp:txXfrm>
        <a:off x="1058686" y="1147573"/>
        <a:ext cx="9456913" cy="916611"/>
      </dsp:txXfrm>
    </dsp:sp>
    <dsp:sp modelId="{D95962BF-67D1-4213-814C-432715887CB8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296FC-499D-4160-9F14-6D95981B89B7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C4CFD-79E0-4736-AA23-7DC82575CB3A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Facilidad de mantenimiento: Al separar las preocupaciones, es más fácil realizar cambios en la base de datos sin afectar la lógica de negocio.</a:t>
          </a:r>
          <a:endParaRPr lang="en-US" sz="2200" kern="1200"/>
        </a:p>
      </dsp:txBody>
      <dsp:txXfrm>
        <a:off x="1058686" y="2293338"/>
        <a:ext cx="9456913" cy="916611"/>
      </dsp:txXfrm>
    </dsp:sp>
    <dsp:sp modelId="{B6E56735-0AD9-46BC-8BF0-30A3AB099E8E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28FBC-6C07-4CE2-A3D9-115C0C2F268A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72573-3797-4E8C-804C-3783FD053C33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Testabilidad: Permite realizar pruebas unitarias de la lógica de negocio de forma aislada.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051CB-F827-4B6D-8C45-1DA364F24845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6DB2F-FD60-49B8-9D2F-922B78D7E0BB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Interfaz DAO: Define un conjunto de métodos para realizar operaciones CRUD (Create, Read, Update, Delete) sobre los datos.</a:t>
          </a:r>
          <a:endParaRPr lang="en-US" sz="1300" kern="1200"/>
        </a:p>
      </dsp:txBody>
      <dsp:txXfrm>
        <a:off x="59990" y="2654049"/>
        <a:ext cx="3226223" cy="720000"/>
      </dsp:txXfrm>
    </dsp:sp>
    <dsp:sp modelId="{287F7984-A9CC-4384-9656-9B6615A43C87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8A08E-FA70-4214-9493-74046FEF2354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Implementación DAO: Contiene la lógica específica para interactuar con la base de datos (SQL, ORM, etc.).</a:t>
          </a:r>
          <a:endParaRPr lang="en-US" sz="1300" kern="1200"/>
        </a:p>
      </dsp:txBody>
      <dsp:txXfrm>
        <a:off x="3850802" y="2654049"/>
        <a:ext cx="3226223" cy="720000"/>
      </dsp:txXfrm>
    </dsp:sp>
    <dsp:sp modelId="{2B319E09-6F45-4B0E-8A0F-F5711FDABED3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37F3E-E78B-43C7-82EB-0A5D014A0B1A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Capa de negocio: Utiliza la interfaz DAO para acceder a los datos sin preocuparse por los detalles de implementación.</a:t>
          </a:r>
          <a:endParaRPr lang="en-US" sz="1300" kern="1200"/>
        </a:p>
      </dsp:txBody>
      <dsp:txXfrm>
        <a:off x="7641615" y="2654049"/>
        <a:ext cx="3226223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B00F8-183F-41BF-9A69-444A7C79FB73}">
      <dsp:nvSpPr>
        <dsp:cNvPr id="0" name=""/>
        <dsp:cNvSpPr/>
      </dsp:nvSpPr>
      <dsp:spPr>
        <a:xfrm>
          <a:off x="175988" y="1113333"/>
          <a:ext cx="3693250" cy="24466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Modelo (</a:t>
          </a:r>
          <a:r>
            <a:rPr lang="es-ES" sz="2800" b="1" kern="1200" dirty="0" err="1"/>
            <a:t>Model</a:t>
          </a:r>
          <a:r>
            <a:rPr lang="es-ES" sz="2800" b="1" kern="1200" dirty="0"/>
            <a:t>):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Representa la lógica de la aplicación y los datos. Es la parte que contiene la información que se va a mostrar y las reglas de negocio. Por ejemplo, en una aplicación de e-</a:t>
          </a:r>
          <a:r>
            <a:rPr lang="es-ES" sz="1600" kern="1200" dirty="0" err="1"/>
            <a:t>commerce</a:t>
          </a:r>
          <a:r>
            <a:rPr lang="es-ES" sz="1600" kern="1200" dirty="0"/>
            <a:t>, el modelo podría incluir clases para representar productos, clientes y pedidos.</a:t>
          </a:r>
        </a:p>
      </dsp:txBody>
      <dsp:txXfrm>
        <a:off x="175988" y="1113333"/>
        <a:ext cx="3693250" cy="2446617"/>
      </dsp:txXfrm>
    </dsp:sp>
    <dsp:sp modelId="{9E240CC3-C758-4EFD-B780-B21BC8CB9C3E}">
      <dsp:nvSpPr>
        <dsp:cNvPr id="0" name=""/>
        <dsp:cNvSpPr/>
      </dsp:nvSpPr>
      <dsp:spPr>
        <a:xfrm>
          <a:off x="4044528" y="1118350"/>
          <a:ext cx="3860161" cy="245383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Vista (View):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Es la parte que se encarga de presentar los datos al usuario. Muestra la interfaz gráfica de la aplicación y permite al usuario interactuar con ella. Por ejemplo, en una aplicación web, la vista podría ser una página HTML que muestra una lista de productos.</a:t>
          </a:r>
        </a:p>
      </dsp:txBody>
      <dsp:txXfrm>
        <a:off x="4044528" y="1118350"/>
        <a:ext cx="3860161" cy="2453832"/>
      </dsp:txXfrm>
    </dsp:sp>
    <dsp:sp modelId="{11DB5F58-2B46-497A-9336-AD6EDD4E94E7}">
      <dsp:nvSpPr>
        <dsp:cNvPr id="0" name=""/>
        <dsp:cNvSpPr/>
      </dsp:nvSpPr>
      <dsp:spPr>
        <a:xfrm>
          <a:off x="8255268" y="1095380"/>
          <a:ext cx="3631232" cy="24997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Controlador (</a:t>
          </a:r>
          <a:r>
            <a:rPr lang="es-ES" sz="2400" b="1" kern="1200" dirty="0" err="1"/>
            <a:t>Controller</a:t>
          </a:r>
          <a:r>
            <a:rPr lang="es-ES" sz="2400" b="1" kern="1200" dirty="0"/>
            <a:t>):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Actúa como intermediario entre el modelo y la vista. Recibe las entradas del usuario (por ejemplo, clics en botones, datos de formularios), actualiza el modelo en consecuencia y selecciona la vista adecuada para mostrar al usuario</a:t>
          </a:r>
        </a:p>
      </dsp:txBody>
      <dsp:txXfrm>
        <a:off x="8255268" y="1095380"/>
        <a:ext cx="3631232" cy="2499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EECD5-D70F-370E-4661-FDB86AF21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F101F7-C04A-A3E1-1680-CDCC8B4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3D4E8C-6D0A-B806-8863-0732ED53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18E84-C284-15CF-CF08-471DD48C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FC40F4-1EE7-6D52-9CEF-89F8712D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851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14264-9089-1684-6020-5F55E5CC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6EA642-34C2-0C2D-8EAF-CB3C5BE63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705C7B-1917-AAF4-5EF7-62075416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B4CC1-5280-322E-E400-699BBF66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0E0EEC-2D9E-A278-0262-59130A09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260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91C3B-CEB2-C6FD-CFB2-ADB3CF47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F3B7DF-8EB2-8336-5884-9700A22C3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C3137-C3B7-8744-68B3-F4972574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379C3B-9E97-4C15-B42E-D9041F0E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C34EF5-19BA-7534-C4ED-8BCF505D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8419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1EAAC-A57F-975F-84E5-1CA342287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2D9BB-D7F0-1B67-B39E-D22B46333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DBB254-3041-8432-5905-321119264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43BE2A-AC6D-435F-23C6-F6914B48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5BA1FB-B4BE-AC9C-93A1-114F04845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848540-EF76-661B-E051-F4FFF1866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2513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8CEA6-093F-6925-3CBF-EC7F8DD6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7A871E-E590-73A7-B026-B1DD45330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DA645E-B16A-627B-EA2D-8C7319A8C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258C59-A24D-D378-8911-DE85B0F9A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A0A64C-A556-3359-833D-8FD70CE9C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1C5D15-743F-3821-4BF9-C35CCF35A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9331FF-E614-ACF0-286A-2F6C7EBF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BFEA83-7C44-7D36-AEC2-E66A970C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22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3C51C-5ECA-9AD3-5554-603AF84B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5E4888-1034-E864-4DD3-D829D05C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60C7C5D-A2E8-2C36-4A52-8F75674B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C2F8D9-48B6-D856-336C-7CFA53EE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48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CB5409-8EDD-2F91-52B0-B39076A9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73A147-891E-2DD5-B165-7D7FDAA6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AE10E3-74DE-968A-55E0-B35E4DD7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555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F6FD0-5990-1C06-0239-5E487DA9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3674D9-2998-AC12-4933-8DB0EBB5C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11F1A7-C12F-3AB0-2C1E-3F636D28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0E4804-FA6F-A1F1-7051-A43AF35B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A64D19-912C-7ACF-C80E-E93D98D0A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9EBA7F-0E1F-3285-1037-F20E0050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146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AF06D-7C8D-9C89-5914-B8E594F7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5A0527-6D7D-51B5-B030-ECEB83482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5FF231-DE43-36A9-EE12-938020185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E93F18-BCD6-3AF7-C6C8-D25CF8CAB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99A500-271B-5719-3582-74E55FE4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FF8046-9D79-62F5-DD59-614D63F10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177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B373D-5F52-F6CC-D099-9B7D12C4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7EC11-5665-AC52-C3B1-7B077875E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F6468E-21B6-2250-EAD1-75E8350C1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F9331F-8033-717C-3B10-A46C5C73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B6D46B-AA64-D02C-DACE-FCCBC962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402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CCEE9E-A352-EA98-124F-B784A5429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60326F-ED72-58F9-CBA1-1EE4B2A67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04B42B-49ED-9FA2-977F-9D6ED825E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1F4DD-474B-3D41-4198-B802A571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50A5CD-4105-B0CD-C995-133A9F4F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349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13B026-06AA-DC4A-B46D-569490F0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49E6FF-C947-5929-9878-A04D38282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9B963F-8A9E-B912-0780-448FC59BD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ABD46-F9B2-417B-9E9F-B3AEB447D1D2}" type="datetimeFigureOut">
              <a:rPr lang="es-ES" smtClean="0"/>
              <a:t>11/03/2025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48D0EB-635C-A465-F1A3-F7FD791D3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921072-D7D4-52AB-E7BE-960DB8F7A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5B987-FE2F-46B2-98A4-066DD1BE6A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32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es/design-patterns/catalo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F9151-B337-8840-0D90-7AAD6A87B4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1844" r="1268" b="1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447D23-58EA-F3EC-4DAF-589701A53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4"/>
          </a:xfrm>
        </p:spPr>
        <p:txBody>
          <a:bodyPr>
            <a:normAutofit/>
          </a:bodyPr>
          <a:lstStyle/>
          <a:p>
            <a:r>
              <a:rPr lang="es-ES" sz="5200" cap="all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PATRONES DE DISEÑO</a:t>
            </a:r>
            <a:br>
              <a:rPr lang="es-ES" sz="520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5200">
              <a:solidFill>
                <a:srgbClr val="00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0D84A3-6F4A-9FFA-7633-44CFACAB4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14852"/>
            <a:ext cx="9795637" cy="174294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Entorno de desarrollo</a:t>
            </a: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956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477A99-75C3-BD91-4567-641EEF2E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s-ES" sz="3400" b="1" u="sng" kern="0">
                <a:effectLst/>
                <a:highlight>
                  <a:srgbClr val="BDD6EE"/>
                </a:highlight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¿Qué es un patrón de diseño?</a:t>
            </a:r>
            <a:br>
              <a:rPr lang="es-ES" sz="3400" b="1" u="sng" kern="0">
                <a:effectLst/>
                <a:highlight>
                  <a:srgbClr val="BDD6EE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3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B0D267-EF73-4556-1AE3-569D72AEA4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72" r="34434" b="-1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B30D182-2572-FD27-C03F-4637B1C8E2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6898772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9303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DE8A42-1722-320F-B22F-6D1ACB446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s-ES" sz="3100" b="1" u="sng" kern="0">
                <a:effectLst/>
                <a:highlight>
                  <a:srgbClr val="BDD6EE"/>
                </a:highlight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¿Por qué deberías aprender sobre patrones?</a:t>
            </a:r>
            <a:br>
              <a:rPr lang="es-ES" sz="3100" b="1" u="sng" kern="0">
                <a:effectLst/>
                <a:highlight>
                  <a:srgbClr val="BDD6EE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31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AEDF32-6A1C-E344-E436-6D3CE9836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s-ES" sz="200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Los patrones de diseño son un juego de herramientas de </a:t>
            </a:r>
            <a:r>
              <a:rPr lang="es-ES" sz="2000" b="1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soluciones comprobadas</a:t>
            </a:r>
            <a:r>
              <a:rPr lang="es-ES" sz="200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a problemas habituales en el diseño de software. Incluso aunque nunca te encuentres con estos problemas, conocer los patrones sigue siendo de utilidad, porque te enseña a resolver todo tipo de problemas utilizando principios del diseño orientado a objetos.</a:t>
            </a:r>
            <a:endParaRPr lang="es-ES" sz="2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s-ES" sz="2000"/>
          </a:p>
        </p:txBody>
      </p:sp>
      <p:pic>
        <p:nvPicPr>
          <p:cNvPr id="5" name="Picture 4" descr="Un juego de mesa colorido como idea de estrategia corporativa">
            <a:extLst>
              <a:ext uri="{FF2B5EF4-FFF2-40B4-BE49-F238E27FC236}">
                <a16:creationId xmlns:a16="http://schemas.microsoft.com/office/drawing/2014/main" id="{2D8AB0CF-585C-AB71-3884-A19806F3FD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43" r="17963" b="-1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2956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9F910B-B9DF-40A9-5D24-3BA92F79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s-ES" sz="3400" b="1" u="sng" kern="0">
                <a:effectLst/>
                <a:highlight>
                  <a:srgbClr val="BDD6EE"/>
                </a:highlight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Clasificación de los patrones</a:t>
            </a:r>
            <a:br>
              <a:rPr lang="es-ES" sz="3400" b="1" u="sng" kern="0">
                <a:effectLst/>
                <a:highlight>
                  <a:srgbClr val="BDD6EE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3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F5387-E7C3-1A0C-CA0A-DF680A98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98" r="1608" b="-1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C13ECD2-FC80-B9CB-5040-E28E00C0FC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12694"/>
              </p:ext>
            </p:extLst>
          </p:nvPr>
        </p:nvGraphicFramePr>
        <p:xfrm>
          <a:off x="185195" y="2060294"/>
          <a:ext cx="7234177" cy="4676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737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4E7D6-7742-F4D7-A975-AFCE4AD0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85870-3E94-84AE-E011-802795C1E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1A8760-AAD0-821D-5244-D5CF97FE8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885" y="459105"/>
            <a:ext cx="7428230" cy="593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9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DE6A4A-4862-9FD5-1324-6A18FC3A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s-ES"/>
              <a:t>Patrones Creacionales</a:t>
            </a:r>
            <a:endParaRPr lang="es-E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5" name="Marcador de contenido 7">
            <a:extLst>
              <a:ext uri="{FF2B5EF4-FFF2-40B4-BE49-F238E27FC236}">
                <a16:creationId xmlns:a16="http://schemas.microsoft.com/office/drawing/2014/main" id="{8EC4E411-E5A8-8B2F-1EA3-B0F17BD36F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2897551"/>
              </p:ext>
            </p:extLst>
          </p:nvPr>
        </p:nvGraphicFramePr>
        <p:xfrm>
          <a:off x="150470" y="1744316"/>
          <a:ext cx="12041529" cy="4857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5767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D87DCD-A373-35A8-0072-99F42B5288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CE129B-6F4F-0A9F-4C09-31C03479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Patrones Estructurales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649BFED-F982-1BA8-2CE8-5838E5FD9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1438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308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0C7ED-835A-9DBC-85C7-BD848423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Patrones de Comportamiento</a:t>
            </a:r>
          </a:p>
        </p:txBody>
      </p:sp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77A3DD4B-A0F9-D539-04CD-EE91E2FEF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402181"/>
              </p:ext>
            </p:extLst>
          </p:nvPr>
        </p:nvGraphicFramePr>
        <p:xfrm>
          <a:off x="838200" y="1381125"/>
          <a:ext cx="10515600" cy="4795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0277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657671-331B-3C5E-731E-95346A81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Patrones arquitectónicos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6CFF5F-E669-D7C5-4C92-4A72ABDE1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 b="1"/>
              <a:t>Un patrón arquitectónico es como una plantilla o receta que te guía en la construcción de un sistema de software.</a:t>
            </a:r>
            <a:r>
              <a:rPr lang="es-ES" sz="2000"/>
              <a:t> Proporciona una solución general y reutilizable a problemas comunes de diseño de software, definiendo la estructura básica de una aplicación, sus componentes principales y cómo se relacionan entre sí.</a:t>
            </a:r>
          </a:p>
          <a:p>
            <a:pPr marL="0" indent="0">
              <a:buNone/>
            </a:pPr>
            <a:r>
              <a:rPr lang="es-ES" sz="2000"/>
              <a:t>Vamos a ver dos: DAO Y MVC</a:t>
            </a:r>
          </a:p>
        </p:txBody>
      </p:sp>
      <p:pic>
        <p:nvPicPr>
          <p:cNvPr id="5" name="Picture 4" descr="Rompecabezas blanco con una pieza roja">
            <a:extLst>
              <a:ext uri="{FF2B5EF4-FFF2-40B4-BE49-F238E27FC236}">
                <a16:creationId xmlns:a16="http://schemas.microsoft.com/office/drawing/2014/main" id="{D4775695-38BC-5C05-6762-5C46A8B67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74" r="2417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0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D7E64F-DDD6-3A25-9E34-07F7EEFA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DAO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22B95C-3CE2-F522-7C9A-E51E96DC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s-ES" dirty="0"/>
              <a:t>DAO como Patrón Arquitectónico: Un Puente entre la Lógica de Negocio y los </a:t>
            </a:r>
            <a:r>
              <a:rPr lang="es-ES" dirty="0" err="1"/>
              <a:t>Datos¿Qué</a:t>
            </a:r>
            <a:r>
              <a:rPr lang="es-ES" dirty="0"/>
              <a:t> es un </a:t>
            </a:r>
            <a:r>
              <a:rPr lang="es-ES" dirty="0" err="1"/>
              <a:t>DAO?Un</a:t>
            </a:r>
            <a:r>
              <a:rPr lang="es-ES" dirty="0"/>
              <a:t> DAO (Data Access </a:t>
            </a:r>
            <a:r>
              <a:rPr lang="es-ES" dirty="0" err="1"/>
              <a:t>Object</a:t>
            </a:r>
            <a:r>
              <a:rPr lang="es-ES" dirty="0"/>
              <a:t>), o Objeto de Acceso a Datos, es un patrón de diseño de software que se utiliza para separar la lógica de acceso a datos de la lógica de negocio en una aplicación. Actúa como una interfaz entre la aplicación y la base de datos, encapsulando todas las operaciones de lectura y escritura de datos.   </a:t>
            </a:r>
          </a:p>
        </p:txBody>
      </p:sp>
    </p:spTree>
    <p:extLst>
      <p:ext uri="{BB962C8B-B14F-4D97-AF65-F5344CB8AC3E}">
        <p14:creationId xmlns:p14="http://schemas.microsoft.com/office/powerpoint/2010/main" val="135173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F9D3FE-9B4D-1833-EC53-05ADD6F8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s-ES" dirty="0"/>
              <a:t>¿Por qué usar un DAO?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BA1E2F1-5368-6886-6AE4-457094920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57628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0084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83DE28-6713-C5B9-E67D-36E4E18B3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¿Cómo funciona?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30E96A3-5C51-9DE5-CA8E-56514D2CE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8150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7276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28BCA5-001A-8B02-8953-E4339EFB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173119"/>
            <a:ext cx="6781800" cy="236456"/>
          </a:xfrm>
        </p:spPr>
        <p:txBody>
          <a:bodyPr>
            <a:normAutofit fontScale="90000"/>
          </a:bodyPr>
          <a:lstStyle/>
          <a:p>
            <a:r>
              <a:rPr lang="es-ES" dirty="0"/>
              <a:t>Ejemplo</a:t>
            </a:r>
          </a:p>
        </p:txBody>
      </p:sp>
      <p:pic>
        <p:nvPicPr>
          <p:cNvPr id="5" name="Picture 4" descr="Primer plano de las páginas de un libro">
            <a:extLst>
              <a:ext uri="{FF2B5EF4-FFF2-40B4-BE49-F238E27FC236}">
                <a16:creationId xmlns:a16="http://schemas.microsoft.com/office/drawing/2014/main" id="{CA0EB8FC-A286-E5CC-43D3-BE86185297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59" r="19178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51C717-0254-6332-3109-19483EE97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625" y="417429"/>
            <a:ext cx="8639175" cy="6440561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s-ES" sz="1400" dirty="0"/>
              <a:t>// Interfaz DAO</a:t>
            </a:r>
          </a:p>
          <a:p>
            <a:pPr marL="0" indent="0">
              <a:buNone/>
            </a:pPr>
            <a:r>
              <a:rPr lang="es-ES" sz="1400" dirty="0" err="1"/>
              <a:t>public</a:t>
            </a:r>
            <a:r>
              <a:rPr lang="es-ES" sz="1400" dirty="0"/>
              <a:t> interface </a:t>
            </a:r>
            <a:r>
              <a:rPr lang="es-ES" sz="1400" dirty="0" err="1"/>
              <a:t>BookDAO</a:t>
            </a:r>
            <a:r>
              <a:rPr lang="es-ES" sz="1400" dirty="0"/>
              <a:t> {</a:t>
            </a:r>
          </a:p>
          <a:p>
            <a:pPr marL="0" indent="0">
              <a:buNone/>
            </a:pPr>
            <a:r>
              <a:rPr lang="es-ES" sz="1400" dirty="0"/>
              <a:t>    Book </a:t>
            </a:r>
            <a:r>
              <a:rPr lang="es-ES" sz="1400" dirty="0" err="1"/>
              <a:t>getBookById</a:t>
            </a:r>
            <a:r>
              <a:rPr lang="es-ES" sz="1400" dirty="0"/>
              <a:t>(</a:t>
            </a:r>
            <a:r>
              <a:rPr lang="es-ES" sz="1400" dirty="0" err="1"/>
              <a:t>int</a:t>
            </a:r>
            <a:r>
              <a:rPr lang="es-ES" sz="1400" dirty="0"/>
              <a:t> id);</a:t>
            </a:r>
          </a:p>
          <a:p>
            <a:pPr marL="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List</a:t>
            </a:r>
            <a:r>
              <a:rPr lang="es-ES" sz="1400" dirty="0"/>
              <a:t>&lt;Book&gt; </a:t>
            </a:r>
            <a:r>
              <a:rPr lang="es-ES" sz="1400" dirty="0" err="1"/>
              <a:t>getAllBooks</a:t>
            </a:r>
            <a:r>
              <a:rPr lang="es-ES" sz="1400" dirty="0"/>
              <a:t>();</a:t>
            </a:r>
          </a:p>
          <a:p>
            <a:pPr marL="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void</a:t>
            </a:r>
            <a:r>
              <a:rPr lang="es-ES" sz="1400" dirty="0"/>
              <a:t> </a:t>
            </a:r>
            <a:r>
              <a:rPr lang="es-ES" sz="1400" dirty="0" err="1"/>
              <a:t>saveBook</a:t>
            </a:r>
            <a:r>
              <a:rPr lang="es-ES" sz="1400" dirty="0"/>
              <a:t>(Book </a:t>
            </a:r>
            <a:r>
              <a:rPr lang="es-ES" sz="1400" dirty="0" err="1"/>
              <a:t>book</a:t>
            </a:r>
            <a:r>
              <a:rPr lang="es-ES" sz="1400" dirty="0"/>
              <a:t>);</a:t>
            </a:r>
          </a:p>
          <a:p>
            <a:pPr marL="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void</a:t>
            </a:r>
            <a:r>
              <a:rPr lang="es-ES" sz="1400" dirty="0"/>
              <a:t> </a:t>
            </a:r>
            <a:r>
              <a:rPr lang="es-ES" sz="1400" dirty="0" err="1"/>
              <a:t>deleteBook</a:t>
            </a:r>
            <a:r>
              <a:rPr lang="es-ES" sz="1400" dirty="0"/>
              <a:t>(</a:t>
            </a:r>
            <a:r>
              <a:rPr lang="es-ES" sz="1400" dirty="0" err="1"/>
              <a:t>int</a:t>
            </a:r>
            <a:r>
              <a:rPr lang="es-ES" sz="1400" dirty="0"/>
              <a:t> id);</a:t>
            </a:r>
          </a:p>
          <a:p>
            <a:pPr marL="0" indent="0">
              <a:buNone/>
            </a:pPr>
            <a:r>
              <a:rPr lang="es-ES" sz="1400" dirty="0"/>
              <a:t>}</a:t>
            </a:r>
          </a:p>
          <a:p>
            <a:pPr marL="0" indent="0">
              <a:buNone/>
            </a:pPr>
            <a:r>
              <a:rPr lang="es-ES" sz="1400" dirty="0"/>
              <a:t>// Implementación DAO (usando JDBC)</a:t>
            </a:r>
          </a:p>
          <a:p>
            <a:pPr marL="0" indent="0">
              <a:buNone/>
            </a:pPr>
            <a:r>
              <a:rPr lang="es-ES" sz="1400" dirty="0" err="1"/>
              <a:t>public</a:t>
            </a:r>
            <a:r>
              <a:rPr lang="es-ES" sz="1400" dirty="0"/>
              <a:t> </a:t>
            </a:r>
            <a:r>
              <a:rPr lang="es-ES" sz="1400" dirty="0" err="1"/>
              <a:t>class</a:t>
            </a:r>
            <a:r>
              <a:rPr lang="es-ES" sz="1400" dirty="0"/>
              <a:t> </a:t>
            </a:r>
            <a:r>
              <a:rPr lang="es-ES" sz="1400" dirty="0" err="1"/>
              <a:t>BookDAOImpl</a:t>
            </a:r>
            <a:r>
              <a:rPr lang="es-ES" sz="1400" dirty="0"/>
              <a:t> </a:t>
            </a:r>
            <a:r>
              <a:rPr lang="es-ES" sz="1400" dirty="0" err="1"/>
              <a:t>implements</a:t>
            </a:r>
            <a:r>
              <a:rPr lang="es-ES" sz="1400" dirty="0"/>
              <a:t> </a:t>
            </a:r>
            <a:r>
              <a:rPr lang="es-ES" sz="1400" dirty="0" err="1"/>
              <a:t>BookDAO</a:t>
            </a:r>
            <a:r>
              <a:rPr lang="es-ES" sz="1400" dirty="0"/>
              <a:t> {</a:t>
            </a:r>
          </a:p>
          <a:p>
            <a:pPr marL="0" indent="0">
              <a:buNone/>
            </a:pPr>
            <a:r>
              <a:rPr lang="es-ES" sz="1400" dirty="0"/>
              <a:t>    // ... código para conectarse a la base de datos y ejecutar consultas SQL</a:t>
            </a:r>
          </a:p>
          <a:p>
            <a:pPr marL="0" indent="0">
              <a:buNone/>
            </a:pPr>
            <a:r>
              <a:rPr lang="es-ES" sz="1400" dirty="0"/>
              <a:t>}</a:t>
            </a:r>
          </a:p>
          <a:p>
            <a:pPr marL="0" indent="0">
              <a:buNone/>
            </a:pPr>
            <a:r>
              <a:rPr lang="es-ES" sz="1400" dirty="0"/>
              <a:t>// Capa de negocio</a:t>
            </a:r>
          </a:p>
          <a:p>
            <a:pPr marL="0" indent="0">
              <a:buNone/>
            </a:pPr>
            <a:r>
              <a:rPr lang="es-ES" sz="1400" dirty="0" err="1"/>
              <a:t>public</a:t>
            </a:r>
            <a:r>
              <a:rPr lang="es-ES" sz="1400" dirty="0"/>
              <a:t> </a:t>
            </a:r>
            <a:r>
              <a:rPr lang="es-ES" sz="1400" dirty="0" err="1"/>
              <a:t>class</a:t>
            </a:r>
            <a:r>
              <a:rPr lang="es-ES" sz="1400" dirty="0"/>
              <a:t> </a:t>
            </a:r>
            <a:r>
              <a:rPr lang="es-ES" sz="1400" dirty="0" err="1"/>
              <a:t>BookService</a:t>
            </a:r>
            <a:r>
              <a:rPr lang="es-ES" sz="1400" dirty="0"/>
              <a:t> {</a:t>
            </a:r>
          </a:p>
          <a:p>
            <a:pPr marL="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private</a:t>
            </a:r>
            <a:r>
              <a:rPr lang="es-ES" sz="1400" dirty="0"/>
              <a:t> </a:t>
            </a:r>
            <a:r>
              <a:rPr lang="es-ES" sz="1400" dirty="0" err="1"/>
              <a:t>BookDAO</a:t>
            </a:r>
            <a:r>
              <a:rPr lang="es-ES" sz="1400" dirty="0"/>
              <a:t> </a:t>
            </a:r>
            <a:r>
              <a:rPr lang="es-ES" sz="1400" dirty="0" err="1"/>
              <a:t>bookDAO</a:t>
            </a:r>
            <a:r>
              <a:rPr lang="es-ES" sz="1400" dirty="0"/>
              <a:t>;</a:t>
            </a:r>
          </a:p>
          <a:p>
            <a:pPr marL="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public</a:t>
            </a:r>
            <a:r>
              <a:rPr lang="es-ES" sz="1400" dirty="0"/>
              <a:t> </a:t>
            </a:r>
            <a:r>
              <a:rPr lang="es-ES" sz="1400" dirty="0" err="1"/>
              <a:t>List</a:t>
            </a:r>
            <a:r>
              <a:rPr lang="es-ES" sz="1400" dirty="0"/>
              <a:t>&lt;Book&gt; </a:t>
            </a:r>
            <a:r>
              <a:rPr lang="es-ES" sz="1400" dirty="0" err="1"/>
              <a:t>getAllBooksByAuthor</a:t>
            </a:r>
            <a:r>
              <a:rPr lang="es-ES" sz="1400" dirty="0"/>
              <a:t>(</a:t>
            </a:r>
            <a:r>
              <a:rPr lang="es-ES" sz="1400" dirty="0" err="1"/>
              <a:t>String</a:t>
            </a:r>
            <a:r>
              <a:rPr lang="es-ES" sz="1400" dirty="0"/>
              <a:t> </a:t>
            </a:r>
            <a:r>
              <a:rPr lang="es-ES" sz="1400" dirty="0" err="1"/>
              <a:t>author</a:t>
            </a:r>
            <a:r>
              <a:rPr lang="es-ES" sz="1400" dirty="0"/>
              <a:t>) {</a:t>
            </a:r>
          </a:p>
          <a:p>
            <a:pPr marL="0" indent="0">
              <a:buNone/>
            </a:pPr>
            <a:r>
              <a:rPr lang="es-ES" sz="1400" dirty="0"/>
              <a:t>        // Utiliza el DAO para obtener todos los libros de un autor</a:t>
            </a:r>
          </a:p>
          <a:p>
            <a:pPr marL="0" indent="0">
              <a:buNone/>
            </a:pPr>
            <a:r>
              <a:rPr lang="es-ES" sz="1400" dirty="0"/>
              <a:t>        </a:t>
            </a:r>
            <a:r>
              <a:rPr lang="es-ES" sz="1400" dirty="0" err="1"/>
              <a:t>return</a:t>
            </a:r>
            <a:r>
              <a:rPr lang="es-ES" sz="1400" dirty="0"/>
              <a:t> </a:t>
            </a:r>
            <a:r>
              <a:rPr lang="es-ES" sz="1400" dirty="0" err="1"/>
              <a:t>bookDAO.getAllBooks</a:t>
            </a:r>
            <a:r>
              <a:rPr lang="es-ES" sz="1400" dirty="0"/>
              <a:t>().</a:t>
            </a:r>
            <a:r>
              <a:rPr lang="es-ES" sz="1400" dirty="0" err="1"/>
              <a:t>stream</a:t>
            </a:r>
            <a:r>
              <a:rPr lang="es-ES" sz="1400" dirty="0"/>
              <a:t>()</a:t>
            </a:r>
          </a:p>
          <a:p>
            <a:pPr marL="0" indent="0">
              <a:buNone/>
            </a:pPr>
            <a:r>
              <a:rPr lang="es-ES" sz="1400" dirty="0"/>
              <a:t>                .</a:t>
            </a:r>
            <a:r>
              <a:rPr lang="es-ES" sz="1400" dirty="0" err="1"/>
              <a:t>filter</a:t>
            </a:r>
            <a:r>
              <a:rPr lang="es-ES" sz="1400" dirty="0"/>
              <a:t>(</a:t>
            </a:r>
            <a:r>
              <a:rPr lang="es-ES" sz="1400" dirty="0" err="1"/>
              <a:t>book</a:t>
            </a:r>
            <a:r>
              <a:rPr lang="es-ES" sz="1400" dirty="0"/>
              <a:t> -&gt; </a:t>
            </a:r>
            <a:r>
              <a:rPr lang="es-ES" sz="1400" dirty="0" err="1"/>
              <a:t>book.getAuthor</a:t>
            </a:r>
            <a:r>
              <a:rPr lang="es-ES" sz="1400" dirty="0"/>
              <a:t>().</a:t>
            </a:r>
            <a:r>
              <a:rPr lang="es-ES" sz="1400" dirty="0" err="1"/>
              <a:t>equals</a:t>
            </a:r>
            <a:r>
              <a:rPr lang="es-ES" sz="1400" dirty="0"/>
              <a:t>(</a:t>
            </a:r>
            <a:r>
              <a:rPr lang="es-ES" sz="1400" dirty="0" err="1"/>
              <a:t>author</a:t>
            </a:r>
            <a:r>
              <a:rPr lang="es-ES" sz="1400" dirty="0"/>
              <a:t>))</a:t>
            </a:r>
          </a:p>
          <a:p>
            <a:pPr marL="0" indent="0">
              <a:buNone/>
            </a:pPr>
            <a:r>
              <a:rPr lang="es-ES" sz="1400" dirty="0"/>
              <a:t>                .</a:t>
            </a:r>
            <a:r>
              <a:rPr lang="es-ES" sz="1400" dirty="0" err="1"/>
              <a:t>collect</a:t>
            </a:r>
            <a:r>
              <a:rPr lang="es-ES" sz="1400" dirty="0"/>
              <a:t>(</a:t>
            </a:r>
            <a:r>
              <a:rPr lang="es-ES" sz="1400" dirty="0" err="1"/>
              <a:t>Collectors.toList</a:t>
            </a:r>
            <a:r>
              <a:rPr lang="es-ES" sz="1400" dirty="0"/>
              <a:t>());</a:t>
            </a:r>
          </a:p>
          <a:p>
            <a:pPr marL="0" indent="0">
              <a:buNone/>
            </a:pPr>
            <a:r>
              <a:rPr lang="es-ES" sz="1400" dirty="0"/>
              <a:t>    } }</a:t>
            </a:r>
          </a:p>
        </p:txBody>
      </p:sp>
    </p:spTree>
    <p:extLst>
      <p:ext uri="{BB962C8B-B14F-4D97-AF65-F5344CB8AC3E}">
        <p14:creationId xmlns:p14="http://schemas.microsoft.com/office/powerpoint/2010/main" val="226506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7F59E-9996-1D19-F79C-7A22278E9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Patrón MVC (Modelo Vista Controlador)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4B1CDEB-300F-60CA-E7D6-82D3E0FEA9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810145"/>
              </p:ext>
            </p:extLst>
          </p:nvPr>
        </p:nvGraphicFramePr>
        <p:xfrm>
          <a:off x="104775" y="1447800"/>
          <a:ext cx="11887200" cy="4690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6623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mbilla en fondo amarillo con rayos de luz y cable pintados">
            <a:extLst>
              <a:ext uri="{FF2B5EF4-FFF2-40B4-BE49-F238E27FC236}">
                <a16:creationId xmlns:a16="http://schemas.microsoft.com/office/drawing/2014/main" id="{5DF2ED39-1971-C96B-AAC0-093F375CC5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71" r="3613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C82BA9-A2C0-CD71-F443-B0A6D54D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/>
              <a:t>¿Por qué usar MVC?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DE7147-D124-F80D-55D3-77508355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 fontScale="92500" lnSpcReduction="10000"/>
          </a:bodyPr>
          <a:lstStyle/>
          <a:p>
            <a:r>
              <a:rPr lang="es-ES" sz="2200" b="1" dirty="0"/>
              <a:t>Separación de responsabilidades: </a:t>
            </a:r>
            <a:r>
              <a:rPr lang="es-ES" sz="1900" dirty="0"/>
              <a:t>Cada componente tiene una función clara, lo que facilita el desarrollo, la prueba y el mantenimiento de la aplicación.</a:t>
            </a:r>
          </a:p>
          <a:p>
            <a:r>
              <a:rPr lang="es-ES" sz="2200" b="1" dirty="0"/>
              <a:t>Reutilización de código: </a:t>
            </a:r>
            <a:r>
              <a:rPr lang="es-ES" sz="1900" dirty="0"/>
              <a:t>Las vistas y los controladores pueden ser reutilizados en diferentes partes de la </a:t>
            </a:r>
            <a:r>
              <a:rPr lang="es-ES" sz="1900" dirty="0" err="1"/>
              <a:t>aplicación.Facilidad</a:t>
            </a:r>
            <a:r>
              <a:rPr lang="es-ES" sz="1900" dirty="0"/>
              <a:t> de mantenimiento: Los cambios en una parte de la aplicación tienen un menor impacto en otras partes.</a:t>
            </a:r>
          </a:p>
          <a:p>
            <a:r>
              <a:rPr lang="es-ES" sz="2200" b="1" dirty="0"/>
              <a:t>Escalabilidad: </a:t>
            </a:r>
            <a:r>
              <a:rPr lang="es-ES" sz="1900" dirty="0"/>
              <a:t>MVC permite que las aplicaciones sean más fáciles de escalar y mantener a medida que crecen en complejidad.</a:t>
            </a:r>
          </a:p>
        </p:txBody>
      </p:sp>
    </p:spTree>
    <p:extLst>
      <p:ext uri="{BB962C8B-B14F-4D97-AF65-F5344CB8AC3E}">
        <p14:creationId xmlns:p14="http://schemas.microsoft.com/office/powerpoint/2010/main" val="4213533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E4386D-B639-6563-420B-C37CF76E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/>
              <a:t>Cuando usar DAO</a:t>
            </a:r>
          </a:p>
        </p:txBody>
      </p:sp>
      <p:pic>
        <p:nvPicPr>
          <p:cNvPr id="6" name="Picture 5" descr="Gráfico en un documento con un bolígrafo">
            <a:extLst>
              <a:ext uri="{FF2B5EF4-FFF2-40B4-BE49-F238E27FC236}">
                <a16:creationId xmlns:a16="http://schemas.microsoft.com/office/drawing/2014/main" id="{DE93363E-089B-21D4-165E-1FC3D2FA1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94" r="13471" b="-2"/>
          <a:stretch/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CEF328-321C-1618-1FDD-02AD1BF5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es-ES" sz="1600"/>
              <a:t>Siempre que necesites interactuar con una base de datos: DAO es ideal para encapsular la lógica de acceso a datos, proporcionando una interfaz abstracta para realizar operaciones CRUD (Crear, Leer, Actualizar, Eliminar) sobre los datos.Cuando quieres separar la lógica de negocio de la lógica de acceso a datos: DAO permite mantener un código más limpio y modular, facilitando el mantenimiento y las pruebas.Cuando necesitas cambiar la tecnología de base de datos: Al utilizar DAO, puedes cambiar fácilmente la base de datos subyacente sin afectar la lógica de negocio.</a:t>
            </a:r>
          </a:p>
        </p:txBody>
      </p:sp>
    </p:spTree>
    <p:extLst>
      <p:ext uri="{BB962C8B-B14F-4D97-AF65-F5344CB8AC3E}">
        <p14:creationId xmlns:p14="http://schemas.microsoft.com/office/powerpoint/2010/main" val="237529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ndo con diseño tecnológico">
            <a:extLst>
              <a:ext uri="{FF2B5EF4-FFF2-40B4-BE49-F238E27FC236}">
                <a16:creationId xmlns:a16="http://schemas.microsoft.com/office/drawing/2014/main" id="{4E4DC877-53FC-EF1E-F9A9-E441CB066F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03" r="31138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07C4ED-E7F6-01EC-9D1D-CBDCF994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/>
              <a:t>Cuando usar MVC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0C9E7B-425F-E157-2DC2-5099849A0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s-ES" sz="1900"/>
              <a:t>Cuando necesitas crear aplicaciones con una interfaz de usuario: MVC es perfecto para aplicaciones web, aplicaciones de escritorio y aplicaciones móviles, ya que separa la lógica de la presentación de la interacción del usuario.Cuando quieres mejorar la mantenibilidad y escalabilidad de tu aplicación: MVC promueve una estructura modular y facilita la colaboración en equipos de desarrollo.Cuando necesitas reutilizar componentes: MVC permite crear componentes reutilizables como vistas y controladores.</a:t>
            </a:r>
          </a:p>
        </p:txBody>
      </p:sp>
    </p:spTree>
    <p:extLst>
      <p:ext uri="{BB962C8B-B14F-4D97-AF65-F5344CB8AC3E}">
        <p14:creationId xmlns:p14="http://schemas.microsoft.com/office/powerpoint/2010/main" val="2215261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B73D1-B7B2-2E3A-76B7-CA2FB831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88032F-B106-75F5-916E-540F55FD9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u="sng" dirty="0">
                <a:solidFill>
                  <a:srgbClr val="0563C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https://refactoring.guru/es/design-patterns/catalog</a:t>
            </a:r>
            <a:r>
              <a:rPr lang="en-GB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1800" dirty="0"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21437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1491</Words>
  <Application>Microsoft Office PowerPoint</Application>
  <PresentationFormat>Panorámica</PresentationFormat>
  <Paragraphs>93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Georgia</vt:lpstr>
      <vt:lpstr>Times New Roman</vt:lpstr>
      <vt:lpstr>Verdana</vt:lpstr>
      <vt:lpstr>Tema de Office</vt:lpstr>
      <vt:lpstr>PATRONES DE DISEÑO </vt:lpstr>
      <vt:lpstr>¿Qué es un patrón de diseño? </vt:lpstr>
      <vt:lpstr>¿Por qué deberías aprender sobre patrones? </vt:lpstr>
      <vt:lpstr>Clasificación de los patrones </vt:lpstr>
      <vt:lpstr>Presentación de PowerPoint</vt:lpstr>
      <vt:lpstr>Patrones Creacionales</vt:lpstr>
      <vt:lpstr>Patrones Estructurales</vt:lpstr>
      <vt:lpstr>Patrones de Comportamiento</vt:lpstr>
      <vt:lpstr>Patrones arquitectónicos </vt:lpstr>
      <vt:lpstr>DAO</vt:lpstr>
      <vt:lpstr>¿Por qué usar un DAO?</vt:lpstr>
      <vt:lpstr>¿Cómo funciona?</vt:lpstr>
      <vt:lpstr>Ejemplo</vt:lpstr>
      <vt:lpstr>Patrón MVC (Modelo Vista Controlador)</vt:lpstr>
      <vt:lpstr>¿Por qué usar MVC?</vt:lpstr>
      <vt:lpstr>Cuando usar DAO</vt:lpstr>
      <vt:lpstr>Cuando usar MVC</vt:lpstr>
      <vt:lpstr>Recursos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Alberto Ruiz</cp:lastModifiedBy>
  <cp:revision>1</cp:revision>
  <dcterms:created xsi:type="dcterms:W3CDTF">2024-08-08T11:22:47Z</dcterms:created>
  <dcterms:modified xsi:type="dcterms:W3CDTF">2025-03-11T09:12:54Z</dcterms:modified>
</cp:coreProperties>
</file>