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C408ECC4-17FD-4C83-A584-A5F4EB628F93}"/>
    <pc:docChg chg="modSld">
      <pc:chgData name="Alberto Ruiz" userId="47fa91d207cfb014" providerId="LiveId" clId="{C408ECC4-17FD-4C83-A584-A5F4EB628F93}" dt="2024-10-01T16:12:29.566" v="2" actId="1076"/>
      <pc:docMkLst>
        <pc:docMk/>
      </pc:docMkLst>
      <pc:sldChg chg="modSp mod">
        <pc:chgData name="Alberto Ruiz" userId="47fa91d207cfb014" providerId="LiveId" clId="{C408ECC4-17FD-4C83-A584-A5F4EB628F93}" dt="2024-10-01T16:10:19.604" v="0" actId="1076"/>
        <pc:sldMkLst>
          <pc:docMk/>
          <pc:sldMk cId="661114220" sldId="262"/>
        </pc:sldMkLst>
        <pc:spChg chg="mod">
          <ac:chgData name="Alberto Ruiz" userId="47fa91d207cfb014" providerId="LiveId" clId="{C408ECC4-17FD-4C83-A584-A5F4EB628F93}" dt="2024-10-01T16:10:19.604" v="0" actId="1076"/>
          <ac:spMkLst>
            <pc:docMk/>
            <pc:sldMk cId="661114220" sldId="262"/>
            <ac:spMk id="3" creationId="{6E924676-832B-2444-13B5-BEFA16D81175}"/>
          </ac:spMkLst>
        </pc:spChg>
      </pc:sldChg>
      <pc:sldChg chg="modSp mod">
        <pc:chgData name="Alberto Ruiz" userId="47fa91d207cfb014" providerId="LiveId" clId="{C408ECC4-17FD-4C83-A584-A5F4EB628F93}" dt="2024-10-01T16:10:52.101" v="1" actId="1076"/>
        <pc:sldMkLst>
          <pc:docMk/>
          <pc:sldMk cId="2734000950" sldId="264"/>
        </pc:sldMkLst>
        <pc:spChg chg="mod">
          <ac:chgData name="Alberto Ruiz" userId="47fa91d207cfb014" providerId="LiveId" clId="{C408ECC4-17FD-4C83-A584-A5F4EB628F93}" dt="2024-10-01T16:10:52.101" v="1" actId="1076"/>
          <ac:spMkLst>
            <pc:docMk/>
            <pc:sldMk cId="2734000950" sldId="264"/>
            <ac:spMk id="3" creationId="{62DEB1D1-2AB8-B7F2-F66C-916B773EB872}"/>
          </ac:spMkLst>
        </pc:spChg>
      </pc:sldChg>
      <pc:sldChg chg="modSp mod">
        <pc:chgData name="Alberto Ruiz" userId="47fa91d207cfb014" providerId="LiveId" clId="{C408ECC4-17FD-4C83-A584-A5F4EB628F93}" dt="2024-10-01T16:12:29.566" v="2" actId="1076"/>
        <pc:sldMkLst>
          <pc:docMk/>
          <pc:sldMk cId="3607039528" sldId="270"/>
        </pc:sldMkLst>
        <pc:spChg chg="mod">
          <ac:chgData name="Alberto Ruiz" userId="47fa91d207cfb014" providerId="LiveId" clId="{C408ECC4-17FD-4C83-A584-A5F4EB628F93}" dt="2024-10-01T16:12:29.566" v="2" actId="1076"/>
          <ac:spMkLst>
            <pc:docMk/>
            <pc:sldMk cId="3607039528" sldId="270"/>
            <ac:spMk id="4" creationId="{F6610C2F-8E37-A786-7586-EFA155767D7D}"/>
          </ac:spMkLst>
        </pc:spChg>
      </pc:sldChg>
    </pc:docChg>
  </pc:docChgLst>
  <pc:docChgLst>
    <pc:chgData name="Alberto Ruiz" userId="47fa91d207cfb014" providerId="LiveId" clId="{DC7008C6-5601-4C55-B6BB-20F91776DDFE}"/>
    <pc:docChg chg="undo custSel addSld modSld addMainMaster delMainMaster">
      <pc:chgData name="Alberto Ruiz" userId="47fa91d207cfb014" providerId="LiveId" clId="{DC7008C6-5601-4C55-B6BB-20F91776DDFE}" dt="2023-11-30T13:04:23.465" v="2195" actId="20577"/>
      <pc:docMkLst>
        <pc:docMk/>
      </pc:docMkLst>
      <pc:sldChg chg="addSp delSp modSp new mod modMedia setBg modClrScheme delAnim chgLayout">
        <pc:chgData name="Alberto Ruiz" userId="47fa91d207cfb014" providerId="LiveId" clId="{DC7008C6-5601-4C55-B6BB-20F91776DDFE}" dt="2023-11-30T11:34:22.276" v="15" actId="27614"/>
        <pc:sldMkLst>
          <pc:docMk/>
          <pc:sldMk cId="2667084932" sldId="256"/>
        </pc:sldMkLst>
        <pc:spChg chg="mod">
          <ac:chgData name="Alberto Ruiz" userId="47fa91d207cfb014" providerId="LiveId" clId="{DC7008C6-5601-4C55-B6BB-20F91776DDFE}" dt="2023-11-30T11:34:20.799" v="14" actId="26606"/>
          <ac:spMkLst>
            <pc:docMk/>
            <pc:sldMk cId="2667084932" sldId="256"/>
            <ac:spMk id="2" creationId="{7A6F091A-0D63-F820-65F4-9FECA522FCAA}"/>
          </ac:spMkLst>
        </pc:spChg>
        <pc:spChg chg="mod">
          <ac:chgData name="Alberto Ruiz" userId="47fa91d207cfb014" providerId="LiveId" clId="{DC7008C6-5601-4C55-B6BB-20F91776DDFE}" dt="2023-11-30T11:34:20.799" v="14" actId="26606"/>
          <ac:spMkLst>
            <pc:docMk/>
            <pc:sldMk cId="2667084932" sldId="256"/>
            <ac:spMk id="3" creationId="{68ABDEB6-D82F-3A3C-76C3-A9D07EF24F7C}"/>
          </ac:spMkLst>
        </pc:spChg>
        <pc:spChg chg="add del">
          <ac:chgData name="Alberto Ruiz" userId="47fa91d207cfb014" providerId="LiveId" clId="{DC7008C6-5601-4C55-B6BB-20F91776DDFE}" dt="2023-11-30T11:34:20.768" v="13" actId="26606"/>
          <ac:spMkLst>
            <pc:docMk/>
            <pc:sldMk cId="2667084932" sldId="256"/>
            <ac:spMk id="9" creationId="{FED6D074-A5E9-4040-9A92-7CD5F68ACBBB}"/>
          </ac:spMkLst>
        </pc:spChg>
        <pc:spChg chg="add del">
          <ac:chgData name="Alberto Ruiz" userId="47fa91d207cfb014" providerId="LiveId" clId="{DC7008C6-5601-4C55-B6BB-20F91776DDFE}" dt="2023-11-30T11:34:20.768" v="13" actId="26606"/>
          <ac:spMkLst>
            <pc:docMk/>
            <pc:sldMk cId="2667084932" sldId="256"/>
            <ac:spMk id="11" creationId="{C364144C-8BB1-450F-812B-D7D09A795CBF}"/>
          </ac:spMkLst>
        </pc:spChg>
        <pc:spChg chg="add">
          <ac:chgData name="Alberto Ruiz" userId="47fa91d207cfb014" providerId="LiveId" clId="{DC7008C6-5601-4C55-B6BB-20F91776DDFE}" dt="2023-11-30T11:34:20.799" v="14" actId="26606"/>
          <ac:spMkLst>
            <pc:docMk/>
            <pc:sldMk cId="2667084932" sldId="256"/>
            <ac:spMk id="14" creationId="{60220DBA-8988-4873-8FCD-3FFAC3CF13F6}"/>
          </ac:spMkLst>
        </pc:spChg>
        <pc:picChg chg="add del mod">
          <ac:chgData name="Alberto Ruiz" userId="47fa91d207cfb014" providerId="LiveId" clId="{DC7008C6-5601-4C55-B6BB-20F91776DDFE}" dt="2023-11-30T11:34:20.768" v="13" actId="26606"/>
          <ac:picMkLst>
            <pc:docMk/>
            <pc:sldMk cId="2667084932" sldId="256"/>
            <ac:picMk id="4" creationId="{84BA908F-C875-60AA-8DBF-743DBB124EDD}"/>
          </ac:picMkLst>
        </pc:picChg>
        <pc:picChg chg="add mod">
          <ac:chgData name="Alberto Ruiz" userId="47fa91d207cfb014" providerId="LiveId" clId="{DC7008C6-5601-4C55-B6BB-20F91776DDFE}" dt="2023-11-30T11:34:22.276" v="15" actId="27614"/>
          <ac:picMkLst>
            <pc:docMk/>
            <pc:sldMk cId="2667084932" sldId="256"/>
            <ac:picMk id="16" creationId="{09839545-78E1-B363-0F9F-46D401278085}"/>
          </ac:picMkLst>
        </pc:picChg>
        <pc:cxnChg chg="add">
          <ac:chgData name="Alberto Ruiz" userId="47fa91d207cfb014" providerId="LiveId" clId="{DC7008C6-5601-4C55-B6BB-20F91776DDFE}" dt="2023-11-30T11:34:20.799" v="14" actId="26606"/>
          <ac:cxnSpMkLst>
            <pc:docMk/>
            <pc:sldMk cId="2667084932" sldId="256"/>
            <ac:cxnSpMk id="13" creationId="{923F81E2-AE9A-4D71-87B5-D24817F30684}"/>
          </ac:cxnSpMkLst>
        </pc:cxnChg>
        <pc:cxnChg chg="add">
          <ac:chgData name="Alberto Ruiz" userId="47fa91d207cfb014" providerId="LiveId" clId="{DC7008C6-5601-4C55-B6BB-20F91776DDFE}" dt="2023-11-30T11:34:20.799" v="14" actId="26606"/>
          <ac:cxnSpMkLst>
            <pc:docMk/>
            <pc:sldMk cId="2667084932" sldId="256"/>
            <ac:cxnSpMk id="15" creationId="{95C0F619-4F98-49B2-B92F-39B242F38F5D}"/>
          </ac:cxnSpMkLst>
        </pc:cxnChg>
        <pc:cxnChg chg="add">
          <ac:chgData name="Alberto Ruiz" userId="47fa91d207cfb014" providerId="LiveId" clId="{DC7008C6-5601-4C55-B6BB-20F91776DDFE}" dt="2023-11-30T11:34:20.799" v="14" actId="26606"/>
          <ac:cxnSpMkLst>
            <pc:docMk/>
            <pc:sldMk cId="2667084932" sldId="256"/>
            <ac:cxnSpMk id="17" creationId="{3A8CB1B5-064D-4590-A7F2-70C604854D32}"/>
          </ac:cxnSpMkLst>
        </pc:cxnChg>
      </pc:sldChg>
      <pc:sldChg chg="modSp new mod">
        <pc:chgData name="Alberto Ruiz" userId="47fa91d207cfb014" providerId="LiveId" clId="{DC7008C6-5601-4C55-B6BB-20F91776DDFE}" dt="2023-11-30T11:47:42.435" v="443" actId="13926"/>
        <pc:sldMkLst>
          <pc:docMk/>
          <pc:sldMk cId="3840913605" sldId="257"/>
        </pc:sldMkLst>
        <pc:spChg chg="mod">
          <ac:chgData name="Alberto Ruiz" userId="47fa91d207cfb014" providerId="LiveId" clId="{DC7008C6-5601-4C55-B6BB-20F91776DDFE}" dt="2023-11-30T11:47:42.435" v="443" actId="13926"/>
          <ac:spMkLst>
            <pc:docMk/>
            <pc:sldMk cId="3840913605" sldId="257"/>
            <ac:spMk id="2" creationId="{6BCFD213-831B-9C2C-351D-9034A523B3C0}"/>
          </ac:spMkLst>
        </pc:spChg>
        <pc:spChg chg="mod">
          <ac:chgData name="Alberto Ruiz" userId="47fa91d207cfb014" providerId="LiveId" clId="{DC7008C6-5601-4C55-B6BB-20F91776DDFE}" dt="2023-11-30T11:35:59.805" v="33" actId="403"/>
          <ac:spMkLst>
            <pc:docMk/>
            <pc:sldMk cId="3840913605" sldId="257"/>
            <ac:spMk id="3" creationId="{F3CDA080-602D-FA4B-4919-FA35BAA6D784}"/>
          </ac:spMkLst>
        </pc:spChg>
      </pc:sldChg>
      <pc:sldChg chg="addSp delSp modSp new mod">
        <pc:chgData name="Alberto Ruiz" userId="47fa91d207cfb014" providerId="LiveId" clId="{DC7008C6-5601-4C55-B6BB-20F91776DDFE}" dt="2023-11-30T11:36:37.760" v="77" actId="14100"/>
        <pc:sldMkLst>
          <pc:docMk/>
          <pc:sldMk cId="3624313739" sldId="258"/>
        </pc:sldMkLst>
        <pc:spChg chg="del">
          <ac:chgData name="Alberto Ruiz" userId="47fa91d207cfb014" providerId="LiveId" clId="{DC7008C6-5601-4C55-B6BB-20F91776DDFE}" dt="2023-11-30T11:36:08.220" v="37" actId="478"/>
          <ac:spMkLst>
            <pc:docMk/>
            <pc:sldMk cId="3624313739" sldId="258"/>
            <ac:spMk id="2" creationId="{E4683C6A-1FE4-7802-E7C0-4F390C7D6E25}"/>
          </ac:spMkLst>
        </pc:spChg>
        <pc:spChg chg="del">
          <ac:chgData name="Alberto Ruiz" userId="47fa91d207cfb014" providerId="LiveId" clId="{DC7008C6-5601-4C55-B6BB-20F91776DDFE}" dt="2023-11-30T11:36:05.163" v="35" actId="478"/>
          <ac:spMkLst>
            <pc:docMk/>
            <pc:sldMk cId="3624313739" sldId="258"/>
            <ac:spMk id="3" creationId="{8DE536B3-0391-38F4-1EAD-7CAE0E8FD99D}"/>
          </ac:spMkLst>
        </pc:spChg>
        <pc:spChg chg="add mod">
          <ac:chgData name="Alberto Ruiz" userId="47fa91d207cfb014" providerId="LiveId" clId="{DC7008C6-5601-4C55-B6BB-20F91776DDFE}" dt="2023-11-30T11:36:23.556" v="66" actId="1076"/>
          <ac:spMkLst>
            <pc:docMk/>
            <pc:sldMk cId="3624313739" sldId="258"/>
            <ac:spMk id="5" creationId="{1E2D40AB-638A-BB31-FD14-93BBB14DEF0F}"/>
          </ac:spMkLst>
        </pc:spChg>
        <pc:graphicFrameChg chg="add mod modGraphic">
          <ac:chgData name="Alberto Ruiz" userId="47fa91d207cfb014" providerId="LiveId" clId="{DC7008C6-5601-4C55-B6BB-20F91776DDFE}" dt="2023-11-30T11:36:37.760" v="77" actId="14100"/>
          <ac:graphicFrameMkLst>
            <pc:docMk/>
            <pc:sldMk cId="3624313739" sldId="258"/>
            <ac:graphicFrameMk id="4" creationId="{B4ED7C57-E9CC-8D10-A171-B72840912B63}"/>
          </ac:graphicFrameMkLst>
        </pc:graphicFrameChg>
      </pc:sldChg>
      <pc:sldChg chg="modSp new mod">
        <pc:chgData name="Alberto Ruiz" userId="47fa91d207cfb014" providerId="LiveId" clId="{DC7008C6-5601-4C55-B6BB-20F91776DDFE}" dt="2023-11-30T11:47:59.211" v="444" actId="13926"/>
        <pc:sldMkLst>
          <pc:docMk/>
          <pc:sldMk cId="261731246" sldId="259"/>
        </pc:sldMkLst>
        <pc:spChg chg="mod">
          <ac:chgData name="Alberto Ruiz" userId="47fa91d207cfb014" providerId="LiveId" clId="{DC7008C6-5601-4C55-B6BB-20F91776DDFE}" dt="2023-11-30T11:47:59.211" v="444" actId="13926"/>
          <ac:spMkLst>
            <pc:docMk/>
            <pc:sldMk cId="261731246" sldId="259"/>
            <ac:spMk id="2" creationId="{F64E51B7-77FD-F769-6F16-A4EE6807410B}"/>
          </ac:spMkLst>
        </pc:spChg>
        <pc:spChg chg="mod">
          <ac:chgData name="Alberto Ruiz" userId="47fa91d207cfb014" providerId="LiveId" clId="{DC7008C6-5601-4C55-B6BB-20F91776DDFE}" dt="2023-11-30T11:38:23.240" v="156" actId="27636"/>
          <ac:spMkLst>
            <pc:docMk/>
            <pc:sldMk cId="261731246" sldId="259"/>
            <ac:spMk id="3" creationId="{94C62676-D4C3-F603-B313-B0967B202695}"/>
          </ac:spMkLst>
        </pc:spChg>
      </pc:sldChg>
      <pc:sldChg chg="modSp new mod">
        <pc:chgData name="Alberto Ruiz" userId="47fa91d207cfb014" providerId="LiveId" clId="{DC7008C6-5601-4C55-B6BB-20F91776DDFE}" dt="2023-11-30T11:48:04.068" v="445" actId="13926"/>
        <pc:sldMkLst>
          <pc:docMk/>
          <pc:sldMk cId="3087606561" sldId="260"/>
        </pc:sldMkLst>
        <pc:spChg chg="mod">
          <ac:chgData name="Alberto Ruiz" userId="47fa91d207cfb014" providerId="LiveId" clId="{DC7008C6-5601-4C55-B6BB-20F91776DDFE}" dt="2023-11-30T11:48:04.068" v="445" actId="13926"/>
          <ac:spMkLst>
            <pc:docMk/>
            <pc:sldMk cId="3087606561" sldId="260"/>
            <ac:spMk id="2" creationId="{78D29535-9EEC-9C09-4A2D-E61AD1CE9336}"/>
          </ac:spMkLst>
        </pc:spChg>
        <pc:spChg chg="mod">
          <ac:chgData name="Alberto Ruiz" userId="47fa91d207cfb014" providerId="LiveId" clId="{DC7008C6-5601-4C55-B6BB-20F91776DDFE}" dt="2023-11-30T11:39:14.370" v="198" actId="403"/>
          <ac:spMkLst>
            <pc:docMk/>
            <pc:sldMk cId="3087606561" sldId="260"/>
            <ac:spMk id="3" creationId="{D704857A-959C-2E31-7376-358F4B08AB66}"/>
          </ac:spMkLst>
        </pc:spChg>
      </pc:sldChg>
      <pc:sldChg chg="modSp new mod">
        <pc:chgData name="Alberto Ruiz" userId="47fa91d207cfb014" providerId="LiveId" clId="{DC7008C6-5601-4C55-B6BB-20F91776DDFE}" dt="2023-11-30T11:48:07.708" v="446" actId="13926"/>
        <pc:sldMkLst>
          <pc:docMk/>
          <pc:sldMk cId="1033055619" sldId="261"/>
        </pc:sldMkLst>
        <pc:spChg chg="mod">
          <ac:chgData name="Alberto Ruiz" userId="47fa91d207cfb014" providerId="LiveId" clId="{DC7008C6-5601-4C55-B6BB-20F91776DDFE}" dt="2023-11-30T11:48:07.708" v="446" actId="13926"/>
          <ac:spMkLst>
            <pc:docMk/>
            <pc:sldMk cId="1033055619" sldId="261"/>
            <ac:spMk id="2" creationId="{FB1FF450-3FB0-9E2D-C631-F19F19C7A214}"/>
          </ac:spMkLst>
        </pc:spChg>
        <pc:spChg chg="mod">
          <ac:chgData name="Alberto Ruiz" userId="47fa91d207cfb014" providerId="LiveId" clId="{DC7008C6-5601-4C55-B6BB-20F91776DDFE}" dt="2023-11-30T11:40:21.741" v="232" actId="20577"/>
          <ac:spMkLst>
            <pc:docMk/>
            <pc:sldMk cId="1033055619" sldId="261"/>
            <ac:spMk id="3" creationId="{B60D2A65-0817-5E18-CA72-CAABED9528F9}"/>
          </ac:spMkLst>
        </pc:spChg>
      </pc:sldChg>
      <pc:sldChg chg="modSp new mod">
        <pc:chgData name="Alberto Ruiz" userId="47fa91d207cfb014" providerId="LiveId" clId="{DC7008C6-5601-4C55-B6BB-20F91776DDFE}" dt="2023-11-30T11:43:26.659" v="362" actId="5793"/>
        <pc:sldMkLst>
          <pc:docMk/>
          <pc:sldMk cId="661114220" sldId="262"/>
        </pc:sldMkLst>
        <pc:spChg chg="mod">
          <ac:chgData name="Alberto Ruiz" userId="47fa91d207cfb014" providerId="LiveId" clId="{DC7008C6-5601-4C55-B6BB-20F91776DDFE}" dt="2023-11-30T11:40:40.451" v="242" actId="1076"/>
          <ac:spMkLst>
            <pc:docMk/>
            <pc:sldMk cId="661114220" sldId="262"/>
            <ac:spMk id="2" creationId="{E6625CCF-640B-C982-9D90-1AC12648D97F}"/>
          </ac:spMkLst>
        </pc:spChg>
        <pc:spChg chg="mod">
          <ac:chgData name="Alberto Ruiz" userId="47fa91d207cfb014" providerId="LiveId" clId="{DC7008C6-5601-4C55-B6BB-20F91776DDFE}" dt="2023-11-30T11:43:26.659" v="362" actId="5793"/>
          <ac:spMkLst>
            <pc:docMk/>
            <pc:sldMk cId="661114220" sldId="262"/>
            <ac:spMk id="3" creationId="{6E924676-832B-2444-13B5-BEFA16D81175}"/>
          </ac:spMkLst>
        </pc:spChg>
      </pc:sldChg>
      <pc:sldChg chg="modSp new mod">
        <pc:chgData name="Alberto Ruiz" userId="47fa91d207cfb014" providerId="LiveId" clId="{DC7008C6-5601-4C55-B6BB-20F91776DDFE}" dt="2023-11-30T11:45:46.288" v="382" actId="27636"/>
        <pc:sldMkLst>
          <pc:docMk/>
          <pc:sldMk cId="2694307558" sldId="263"/>
        </pc:sldMkLst>
        <pc:spChg chg="mod">
          <ac:chgData name="Alberto Ruiz" userId="47fa91d207cfb014" providerId="LiveId" clId="{DC7008C6-5601-4C55-B6BB-20F91776DDFE}" dt="2023-11-30T11:45:46.288" v="382" actId="27636"/>
          <ac:spMkLst>
            <pc:docMk/>
            <pc:sldMk cId="2694307558" sldId="263"/>
            <ac:spMk id="2" creationId="{7FBBC6BF-DDD9-C420-FCB9-7F12A8A7B565}"/>
          </ac:spMkLst>
        </pc:spChg>
        <pc:spChg chg="mod">
          <ac:chgData name="Alberto Ruiz" userId="47fa91d207cfb014" providerId="LiveId" clId="{DC7008C6-5601-4C55-B6BB-20F91776DDFE}" dt="2023-11-30T11:45:34.450" v="364"/>
          <ac:spMkLst>
            <pc:docMk/>
            <pc:sldMk cId="2694307558" sldId="263"/>
            <ac:spMk id="3" creationId="{D8A20327-5536-AEB2-021C-1466E83020E2}"/>
          </ac:spMkLst>
        </pc:spChg>
      </pc:sldChg>
      <pc:sldChg chg="modSp new mod">
        <pc:chgData name="Alberto Ruiz" userId="47fa91d207cfb014" providerId="LiveId" clId="{DC7008C6-5601-4C55-B6BB-20F91776DDFE}" dt="2023-11-30T11:46:39.733" v="402" actId="14100"/>
        <pc:sldMkLst>
          <pc:docMk/>
          <pc:sldMk cId="2734000950" sldId="264"/>
        </pc:sldMkLst>
        <pc:spChg chg="mod">
          <ac:chgData name="Alberto Ruiz" userId="47fa91d207cfb014" providerId="LiveId" clId="{DC7008C6-5601-4C55-B6BB-20F91776DDFE}" dt="2023-11-30T11:46:37.056" v="401" actId="27636"/>
          <ac:spMkLst>
            <pc:docMk/>
            <pc:sldMk cId="2734000950" sldId="264"/>
            <ac:spMk id="2" creationId="{248BB445-BB65-3948-70BD-08496B1423C3}"/>
          </ac:spMkLst>
        </pc:spChg>
        <pc:spChg chg="mod">
          <ac:chgData name="Alberto Ruiz" userId="47fa91d207cfb014" providerId="LiveId" clId="{DC7008C6-5601-4C55-B6BB-20F91776DDFE}" dt="2023-11-30T11:46:39.733" v="402" actId="14100"/>
          <ac:spMkLst>
            <pc:docMk/>
            <pc:sldMk cId="2734000950" sldId="264"/>
            <ac:spMk id="3" creationId="{62DEB1D1-2AB8-B7F2-F66C-916B773EB872}"/>
          </ac:spMkLst>
        </pc:spChg>
      </pc:sldChg>
      <pc:sldChg chg="modSp new mod">
        <pc:chgData name="Alberto Ruiz" userId="47fa91d207cfb014" providerId="LiveId" clId="{DC7008C6-5601-4C55-B6BB-20F91776DDFE}" dt="2023-11-30T11:54:39.705" v="569" actId="27636"/>
        <pc:sldMkLst>
          <pc:docMk/>
          <pc:sldMk cId="4269681105" sldId="265"/>
        </pc:sldMkLst>
        <pc:spChg chg="mod">
          <ac:chgData name="Alberto Ruiz" userId="47fa91d207cfb014" providerId="LiveId" clId="{DC7008C6-5601-4C55-B6BB-20F91776DDFE}" dt="2023-11-30T11:47:26.725" v="438" actId="1076"/>
          <ac:spMkLst>
            <pc:docMk/>
            <pc:sldMk cId="4269681105" sldId="265"/>
            <ac:spMk id="2" creationId="{65D93E01-30E4-463C-1CEF-1DBDA4030322}"/>
          </ac:spMkLst>
        </pc:spChg>
        <pc:spChg chg="mod">
          <ac:chgData name="Alberto Ruiz" userId="47fa91d207cfb014" providerId="LiveId" clId="{DC7008C6-5601-4C55-B6BB-20F91776DDFE}" dt="2023-11-30T11:54:39.705" v="569" actId="27636"/>
          <ac:spMkLst>
            <pc:docMk/>
            <pc:sldMk cId="4269681105" sldId="265"/>
            <ac:spMk id="3" creationId="{09E3A642-D683-2B30-115A-80EC37969C47}"/>
          </ac:spMkLst>
        </pc:spChg>
      </pc:sldChg>
      <pc:sldChg chg="addSp delSp modSp new mod setBg">
        <pc:chgData name="Alberto Ruiz" userId="47fa91d207cfb014" providerId="LiveId" clId="{DC7008C6-5601-4C55-B6BB-20F91776DDFE}" dt="2023-11-30T11:49:56.354" v="462" actId="5793"/>
        <pc:sldMkLst>
          <pc:docMk/>
          <pc:sldMk cId="1729258646" sldId="266"/>
        </pc:sldMkLst>
        <pc:spChg chg="mod">
          <ac:chgData name="Alberto Ruiz" userId="47fa91d207cfb014" providerId="LiveId" clId="{DC7008C6-5601-4C55-B6BB-20F91776DDFE}" dt="2023-11-30T11:49:33.995" v="457" actId="27636"/>
          <ac:spMkLst>
            <pc:docMk/>
            <pc:sldMk cId="1729258646" sldId="266"/>
            <ac:spMk id="2" creationId="{E5D7B861-840D-3164-4CA5-4DE5C4E0CB6F}"/>
          </ac:spMkLst>
        </pc:spChg>
        <pc:spChg chg="add del mod">
          <ac:chgData name="Alberto Ruiz" userId="47fa91d207cfb014" providerId="LiveId" clId="{DC7008C6-5601-4C55-B6BB-20F91776DDFE}" dt="2023-11-30T11:49:56.354" v="462" actId="5793"/>
          <ac:spMkLst>
            <pc:docMk/>
            <pc:sldMk cId="1729258646" sldId="266"/>
            <ac:spMk id="3" creationId="{7946D0C7-2B2A-9F5E-A6DC-3FA638CB60F5}"/>
          </ac:spMkLst>
        </pc:spChg>
        <pc:spChg chg="add del mod">
          <ac:chgData name="Alberto Ruiz" userId="47fa91d207cfb014" providerId="LiveId" clId="{DC7008C6-5601-4C55-B6BB-20F91776DDFE}" dt="2023-11-30T11:49:28.676" v="452"/>
          <ac:spMkLst>
            <pc:docMk/>
            <pc:sldMk cId="1729258646" sldId="266"/>
            <ac:spMk id="4" creationId="{24CEC050-1FDD-DDD6-DD82-7E5DF0C48D18}"/>
          </ac:spMkLst>
        </pc:spChg>
      </pc:sldChg>
      <pc:sldChg chg="modSp new mod">
        <pc:chgData name="Alberto Ruiz" userId="47fa91d207cfb014" providerId="LiveId" clId="{DC7008C6-5601-4C55-B6BB-20F91776DDFE}" dt="2023-11-30T11:50:22.393" v="467" actId="6549"/>
        <pc:sldMkLst>
          <pc:docMk/>
          <pc:sldMk cId="987676824" sldId="267"/>
        </pc:sldMkLst>
        <pc:spChg chg="mod">
          <ac:chgData name="Alberto Ruiz" userId="47fa91d207cfb014" providerId="LiveId" clId="{DC7008C6-5601-4C55-B6BB-20F91776DDFE}" dt="2023-11-30T11:50:07.910" v="464"/>
          <ac:spMkLst>
            <pc:docMk/>
            <pc:sldMk cId="987676824" sldId="267"/>
            <ac:spMk id="2" creationId="{A3FCF073-D5F6-C7C5-2223-60EF3A36888E}"/>
          </ac:spMkLst>
        </pc:spChg>
        <pc:spChg chg="mod">
          <ac:chgData name="Alberto Ruiz" userId="47fa91d207cfb014" providerId="LiveId" clId="{DC7008C6-5601-4C55-B6BB-20F91776DDFE}" dt="2023-11-30T11:50:22.393" v="467" actId="6549"/>
          <ac:spMkLst>
            <pc:docMk/>
            <pc:sldMk cId="987676824" sldId="267"/>
            <ac:spMk id="3" creationId="{96838DCC-09BE-F27E-9EA1-D75926A37587}"/>
          </ac:spMkLst>
        </pc:spChg>
      </pc:sldChg>
      <pc:sldChg chg="addSp delSp modSp new mod setBg">
        <pc:chgData name="Alberto Ruiz" userId="47fa91d207cfb014" providerId="LiveId" clId="{DC7008C6-5601-4C55-B6BB-20F91776DDFE}" dt="2023-11-30T11:50:48.796" v="476" actId="27636"/>
        <pc:sldMkLst>
          <pc:docMk/>
          <pc:sldMk cId="2562357284" sldId="268"/>
        </pc:sldMkLst>
        <pc:spChg chg="mod">
          <ac:chgData name="Alberto Ruiz" userId="47fa91d207cfb014" providerId="LiveId" clId="{DC7008C6-5601-4C55-B6BB-20F91776DDFE}" dt="2023-11-30T11:50:32.978" v="469"/>
          <ac:spMkLst>
            <pc:docMk/>
            <pc:sldMk cId="2562357284" sldId="268"/>
            <ac:spMk id="2" creationId="{A30B9359-A816-3AB6-716C-142975E1EF3C}"/>
          </ac:spMkLst>
        </pc:spChg>
        <pc:spChg chg="add del mod">
          <ac:chgData name="Alberto Ruiz" userId="47fa91d207cfb014" providerId="LiveId" clId="{DC7008C6-5601-4C55-B6BB-20F91776DDFE}" dt="2023-11-30T11:50:48.796" v="476" actId="27636"/>
          <ac:spMkLst>
            <pc:docMk/>
            <pc:sldMk cId="2562357284" sldId="268"/>
            <ac:spMk id="3" creationId="{741C934D-1CE4-0882-6A8D-F788F82B3B4C}"/>
          </ac:spMkLst>
        </pc:spChg>
        <pc:spChg chg="add del mod">
          <ac:chgData name="Alberto Ruiz" userId="47fa91d207cfb014" providerId="LiveId" clId="{DC7008C6-5601-4C55-B6BB-20F91776DDFE}" dt="2023-11-30T11:50:43.202" v="471"/>
          <ac:spMkLst>
            <pc:docMk/>
            <pc:sldMk cId="2562357284" sldId="268"/>
            <ac:spMk id="4" creationId="{AB2961B9-83B0-8E97-DA82-E0ADDB5E4F7B}"/>
          </ac:spMkLst>
        </pc:spChg>
      </pc:sldChg>
      <pc:sldChg chg="addSp delSp modSp new mod setBg">
        <pc:chgData name="Alberto Ruiz" userId="47fa91d207cfb014" providerId="LiveId" clId="{DC7008C6-5601-4C55-B6BB-20F91776DDFE}" dt="2023-11-30T11:51:15.815" v="483" actId="6549"/>
        <pc:sldMkLst>
          <pc:docMk/>
          <pc:sldMk cId="2215082858" sldId="269"/>
        </pc:sldMkLst>
        <pc:spChg chg="mod">
          <ac:chgData name="Alberto Ruiz" userId="47fa91d207cfb014" providerId="LiveId" clId="{DC7008C6-5601-4C55-B6BB-20F91776DDFE}" dt="2023-11-30T11:50:59.707" v="478"/>
          <ac:spMkLst>
            <pc:docMk/>
            <pc:sldMk cId="2215082858" sldId="269"/>
            <ac:spMk id="2" creationId="{C74263B8-D56D-72BA-DC9B-480E513C3F0B}"/>
          </ac:spMkLst>
        </pc:spChg>
        <pc:spChg chg="add del mod">
          <ac:chgData name="Alberto Ruiz" userId="47fa91d207cfb014" providerId="LiveId" clId="{DC7008C6-5601-4C55-B6BB-20F91776DDFE}" dt="2023-11-30T11:51:15.815" v="483" actId="6549"/>
          <ac:spMkLst>
            <pc:docMk/>
            <pc:sldMk cId="2215082858" sldId="269"/>
            <ac:spMk id="3" creationId="{08AAA58E-0373-AF65-9683-9121A197EE79}"/>
          </ac:spMkLst>
        </pc:spChg>
        <pc:spChg chg="add del mod">
          <ac:chgData name="Alberto Ruiz" userId="47fa91d207cfb014" providerId="LiveId" clId="{DC7008C6-5601-4C55-B6BB-20F91776DDFE}" dt="2023-11-30T11:51:09.894" v="480"/>
          <ac:spMkLst>
            <pc:docMk/>
            <pc:sldMk cId="2215082858" sldId="269"/>
            <ac:spMk id="4" creationId="{4A28380F-54A6-3DFF-484F-DAD2BD8106A4}"/>
          </ac:spMkLst>
        </pc:spChg>
      </pc:sldChg>
      <pc:sldChg chg="addSp modSp new mod">
        <pc:chgData name="Alberto Ruiz" userId="47fa91d207cfb014" providerId="LiveId" clId="{DC7008C6-5601-4C55-B6BB-20F91776DDFE}" dt="2023-11-30T12:40:56.097" v="1829" actId="20577"/>
        <pc:sldMkLst>
          <pc:docMk/>
          <pc:sldMk cId="3607039528" sldId="270"/>
        </pc:sldMkLst>
        <pc:spChg chg="mod">
          <ac:chgData name="Alberto Ruiz" userId="47fa91d207cfb014" providerId="LiveId" clId="{DC7008C6-5601-4C55-B6BB-20F91776DDFE}" dt="2023-11-30T12:33:39.625" v="1662" actId="1076"/>
          <ac:spMkLst>
            <pc:docMk/>
            <pc:sldMk cId="3607039528" sldId="270"/>
            <ac:spMk id="2" creationId="{B364040E-7590-EDA3-FB93-C48318A45F3C}"/>
          </ac:spMkLst>
        </pc:spChg>
        <pc:spChg chg="mod">
          <ac:chgData name="Alberto Ruiz" userId="47fa91d207cfb014" providerId="LiveId" clId="{DC7008C6-5601-4C55-B6BB-20F91776DDFE}" dt="2023-11-30T12:40:56.097" v="1829" actId="20577"/>
          <ac:spMkLst>
            <pc:docMk/>
            <pc:sldMk cId="3607039528" sldId="270"/>
            <ac:spMk id="3" creationId="{9732EA2F-6C52-1228-2B2F-56130DD685AB}"/>
          </ac:spMkLst>
        </pc:spChg>
        <pc:spChg chg="add mod">
          <ac:chgData name="Alberto Ruiz" userId="47fa91d207cfb014" providerId="LiveId" clId="{DC7008C6-5601-4C55-B6BB-20F91776DDFE}" dt="2023-11-30T12:06:55.437" v="853" actId="1076"/>
          <ac:spMkLst>
            <pc:docMk/>
            <pc:sldMk cId="3607039528" sldId="270"/>
            <ac:spMk id="4" creationId="{F6610C2F-8E37-A786-7586-EFA155767D7D}"/>
          </ac:spMkLst>
        </pc:spChg>
      </pc:sldChg>
      <pc:sldChg chg="modSp new mod">
        <pc:chgData name="Alberto Ruiz" userId="47fa91d207cfb014" providerId="LiveId" clId="{DC7008C6-5601-4C55-B6BB-20F91776DDFE}" dt="2023-11-30T12:50:42.851" v="1971" actId="20577"/>
        <pc:sldMkLst>
          <pc:docMk/>
          <pc:sldMk cId="3696434946" sldId="271"/>
        </pc:sldMkLst>
        <pc:spChg chg="mod">
          <ac:chgData name="Alberto Ruiz" userId="47fa91d207cfb014" providerId="LiveId" clId="{DC7008C6-5601-4C55-B6BB-20F91776DDFE}" dt="2023-11-30T12:49:51.089" v="1948" actId="1076"/>
          <ac:spMkLst>
            <pc:docMk/>
            <pc:sldMk cId="3696434946" sldId="271"/>
            <ac:spMk id="2" creationId="{0790A5E5-97D9-E5E4-4CAB-9CE187DFED66}"/>
          </ac:spMkLst>
        </pc:spChg>
        <pc:spChg chg="mod">
          <ac:chgData name="Alberto Ruiz" userId="47fa91d207cfb014" providerId="LiveId" clId="{DC7008C6-5601-4C55-B6BB-20F91776DDFE}" dt="2023-11-30T12:50:42.851" v="1971" actId="20577"/>
          <ac:spMkLst>
            <pc:docMk/>
            <pc:sldMk cId="3696434946" sldId="271"/>
            <ac:spMk id="3" creationId="{7357D94E-0031-1742-8974-32A34A8FB1DA}"/>
          </ac:spMkLst>
        </pc:spChg>
      </pc:sldChg>
      <pc:sldChg chg="addSp modSp new mod">
        <pc:chgData name="Alberto Ruiz" userId="47fa91d207cfb014" providerId="LiveId" clId="{DC7008C6-5601-4C55-B6BB-20F91776DDFE}" dt="2023-11-30T13:04:23.465" v="2195" actId="20577"/>
        <pc:sldMkLst>
          <pc:docMk/>
          <pc:sldMk cId="2576729338" sldId="272"/>
        </pc:sldMkLst>
        <pc:spChg chg="mod">
          <ac:chgData name="Alberto Ruiz" userId="47fa91d207cfb014" providerId="LiveId" clId="{DC7008C6-5601-4C55-B6BB-20F91776DDFE}" dt="2023-11-30T13:02:21.816" v="1987" actId="20577"/>
          <ac:spMkLst>
            <pc:docMk/>
            <pc:sldMk cId="2576729338" sldId="272"/>
            <ac:spMk id="2" creationId="{A934F478-942C-0158-F7C4-2944C57236C0}"/>
          </ac:spMkLst>
        </pc:spChg>
        <pc:spChg chg="mod">
          <ac:chgData name="Alberto Ruiz" userId="47fa91d207cfb014" providerId="LiveId" clId="{DC7008C6-5601-4C55-B6BB-20F91776DDFE}" dt="2023-11-30T13:04:23.465" v="2195" actId="20577"/>
          <ac:spMkLst>
            <pc:docMk/>
            <pc:sldMk cId="2576729338" sldId="272"/>
            <ac:spMk id="3" creationId="{F7C366B4-BA5D-B347-4087-F5E961CF845B}"/>
          </ac:spMkLst>
        </pc:spChg>
        <pc:picChg chg="add mod">
          <ac:chgData name="Alberto Ruiz" userId="47fa91d207cfb014" providerId="LiveId" clId="{DC7008C6-5601-4C55-B6BB-20F91776DDFE}" dt="2023-11-30T13:03:43.762" v="2104" actId="1076"/>
          <ac:picMkLst>
            <pc:docMk/>
            <pc:sldMk cId="2576729338" sldId="272"/>
            <ac:picMk id="5" creationId="{6B71CEE1-20D1-9253-EE83-3283DA1F2386}"/>
          </ac:picMkLst>
        </pc:picChg>
      </pc:sldChg>
      <pc:sldMasterChg chg="add del addSldLayout delSldLayout">
        <pc:chgData name="Alberto Ruiz" userId="47fa91d207cfb014" providerId="LiveId" clId="{DC7008C6-5601-4C55-B6BB-20F91776DDFE}" dt="2023-11-30T11:34:20.799" v="14" actId="26606"/>
        <pc:sldMasterMkLst>
          <pc:docMk/>
          <pc:sldMasterMk cId="116290267" sldId="2147483648"/>
        </pc:sldMasterMkLst>
        <pc:sldLayoutChg chg="add del">
          <pc:chgData name="Alberto Ruiz" userId="47fa91d207cfb014" providerId="LiveId" clId="{DC7008C6-5601-4C55-B6BB-20F91776DDFE}" dt="2023-11-30T11:34:20.799" v="14" actId="26606"/>
          <pc:sldLayoutMkLst>
            <pc:docMk/>
            <pc:sldMasterMk cId="116290267" sldId="2147483648"/>
            <pc:sldLayoutMk cId="1001784653" sldId="2147483649"/>
          </pc:sldLayoutMkLst>
        </pc:sldLayoutChg>
        <pc:sldLayoutChg chg="add del">
          <pc:chgData name="Alberto Ruiz" userId="47fa91d207cfb014" providerId="LiveId" clId="{DC7008C6-5601-4C55-B6BB-20F91776DDFE}" dt="2023-11-30T11:34:20.799" v="14" actId="26606"/>
          <pc:sldLayoutMkLst>
            <pc:docMk/>
            <pc:sldMasterMk cId="116290267" sldId="2147483648"/>
            <pc:sldLayoutMk cId="3089828154" sldId="2147483650"/>
          </pc:sldLayoutMkLst>
        </pc:sldLayoutChg>
        <pc:sldLayoutChg chg="add del">
          <pc:chgData name="Alberto Ruiz" userId="47fa91d207cfb014" providerId="LiveId" clId="{DC7008C6-5601-4C55-B6BB-20F91776DDFE}" dt="2023-11-30T11:34:20.799" v="14" actId="26606"/>
          <pc:sldLayoutMkLst>
            <pc:docMk/>
            <pc:sldMasterMk cId="116290267" sldId="2147483648"/>
            <pc:sldLayoutMk cId="3187486994" sldId="2147483651"/>
          </pc:sldLayoutMkLst>
        </pc:sldLayoutChg>
        <pc:sldLayoutChg chg="add del">
          <pc:chgData name="Alberto Ruiz" userId="47fa91d207cfb014" providerId="LiveId" clId="{DC7008C6-5601-4C55-B6BB-20F91776DDFE}" dt="2023-11-30T11:34:20.799" v="14" actId="26606"/>
          <pc:sldLayoutMkLst>
            <pc:docMk/>
            <pc:sldMasterMk cId="116290267" sldId="2147483648"/>
            <pc:sldLayoutMk cId="3435278361" sldId="2147483652"/>
          </pc:sldLayoutMkLst>
        </pc:sldLayoutChg>
        <pc:sldLayoutChg chg="add del">
          <pc:chgData name="Alberto Ruiz" userId="47fa91d207cfb014" providerId="LiveId" clId="{DC7008C6-5601-4C55-B6BB-20F91776DDFE}" dt="2023-11-30T11:34:20.799" v="14" actId="26606"/>
          <pc:sldLayoutMkLst>
            <pc:docMk/>
            <pc:sldMasterMk cId="116290267" sldId="2147483648"/>
            <pc:sldLayoutMk cId="171854450" sldId="2147483653"/>
          </pc:sldLayoutMkLst>
        </pc:sldLayoutChg>
        <pc:sldLayoutChg chg="add del">
          <pc:chgData name="Alberto Ruiz" userId="47fa91d207cfb014" providerId="LiveId" clId="{DC7008C6-5601-4C55-B6BB-20F91776DDFE}" dt="2023-11-30T11:34:20.799" v="14" actId="26606"/>
          <pc:sldLayoutMkLst>
            <pc:docMk/>
            <pc:sldMasterMk cId="116290267" sldId="2147483648"/>
            <pc:sldLayoutMk cId="1777215276" sldId="2147483654"/>
          </pc:sldLayoutMkLst>
        </pc:sldLayoutChg>
        <pc:sldLayoutChg chg="add del">
          <pc:chgData name="Alberto Ruiz" userId="47fa91d207cfb014" providerId="LiveId" clId="{DC7008C6-5601-4C55-B6BB-20F91776DDFE}" dt="2023-11-30T11:34:20.799" v="14" actId="26606"/>
          <pc:sldLayoutMkLst>
            <pc:docMk/>
            <pc:sldMasterMk cId="116290267" sldId="2147483648"/>
            <pc:sldLayoutMk cId="2079349007" sldId="2147483655"/>
          </pc:sldLayoutMkLst>
        </pc:sldLayoutChg>
        <pc:sldLayoutChg chg="add del">
          <pc:chgData name="Alberto Ruiz" userId="47fa91d207cfb014" providerId="LiveId" clId="{DC7008C6-5601-4C55-B6BB-20F91776DDFE}" dt="2023-11-30T11:34:20.799" v="14" actId="26606"/>
          <pc:sldLayoutMkLst>
            <pc:docMk/>
            <pc:sldMasterMk cId="116290267" sldId="2147483648"/>
            <pc:sldLayoutMk cId="879450875" sldId="2147483656"/>
          </pc:sldLayoutMkLst>
        </pc:sldLayoutChg>
        <pc:sldLayoutChg chg="add del">
          <pc:chgData name="Alberto Ruiz" userId="47fa91d207cfb014" providerId="LiveId" clId="{DC7008C6-5601-4C55-B6BB-20F91776DDFE}" dt="2023-11-30T11:34:20.799" v="14" actId="26606"/>
          <pc:sldLayoutMkLst>
            <pc:docMk/>
            <pc:sldMasterMk cId="116290267" sldId="2147483648"/>
            <pc:sldLayoutMk cId="3338707122" sldId="2147483657"/>
          </pc:sldLayoutMkLst>
        </pc:sldLayoutChg>
        <pc:sldLayoutChg chg="add del">
          <pc:chgData name="Alberto Ruiz" userId="47fa91d207cfb014" providerId="LiveId" clId="{DC7008C6-5601-4C55-B6BB-20F91776DDFE}" dt="2023-11-30T11:34:20.799" v="14" actId="26606"/>
          <pc:sldLayoutMkLst>
            <pc:docMk/>
            <pc:sldMasterMk cId="116290267" sldId="2147483648"/>
            <pc:sldLayoutMk cId="3629873374" sldId="2147483658"/>
          </pc:sldLayoutMkLst>
        </pc:sldLayoutChg>
        <pc:sldLayoutChg chg="add del">
          <pc:chgData name="Alberto Ruiz" userId="47fa91d207cfb014" providerId="LiveId" clId="{DC7008C6-5601-4C55-B6BB-20F91776DDFE}" dt="2023-11-30T11:34:20.799" v="14" actId="26606"/>
          <pc:sldLayoutMkLst>
            <pc:docMk/>
            <pc:sldMasterMk cId="116290267" sldId="2147483648"/>
            <pc:sldLayoutMk cId="3276742045" sldId="2147483659"/>
          </pc:sldLayoutMkLst>
        </pc:sldLayoutChg>
      </pc:sldMasterChg>
      <pc:sldMasterChg chg="add del replId addSldLayout delSldLayout">
        <pc:chgData name="Alberto Ruiz" userId="47fa91d207cfb014" providerId="LiveId" clId="{DC7008C6-5601-4C55-B6BB-20F91776DDFE}" dt="2023-11-30T11:34:20.768" v="13" actId="26606"/>
        <pc:sldMasterMkLst>
          <pc:docMk/>
          <pc:sldMasterMk cId="3133602391" sldId="2147483660"/>
        </pc:sldMasterMkLst>
        <pc:sldLayoutChg chg="add del">
          <pc:chgData name="Alberto Ruiz" userId="47fa91d207cfb014" providerId="LiveId" clId="{DC7008C6-5601-4C55-B6BB-20F91776DDFE}" dt="2023-11-30T11:34:20.768" v="13" actId="26606"/>
          <pc:sldLayoutMkLst>
            <pc:docMk/>
            <pc:sldMasterMk cId="3133602391" sldId="2147483660"/>
            <pc:sldLayoutMk cId="917851811" sldId="2147483661"/>
          </pc:sldLayoutMkLst>
        </pc:sldLayoutChg>
        <pc:sldLayoutChg chg="add del replId">
          <pc:chgData name="Alberto Ruiz" userId="47fa91d207cfb014" providerId="LiveId" clId="{DC7008C6-5601-4C55-B6BB-20F91776DDFE}" dt="2023-11-30T11:34:20.768" v="13" actId="26606"/>
          <pc:sldLayoutMkLst>
            <pc:docMk/>
            <pc:sldMasterMk cId="3133602391" sldId="2147483660"/>
            <pc:sldLayoutMk cId="546185780" sldId="2147483662"/>
          </pc:sldLayoutMkLst>
        </pc:sldLayoutChg>
        <pc:sldLayoutChg chg="add del replId">
          <pc:chgData name="Alberto Ruiz" userId="47fa91d207cfb014" providerId="LiveId" clId="{DC7008C6-5601-4C55-B6BB-20F91776DDFE}" dt="2023-11-30T11:34:20.768" v="13" actId="26606"/>
          <pc:sldLayoutMkLst>
            <pc:docMk/>
            <pc:sldMasterMk cId="3133602391" sldId="2147483660"/>
            <pc:sldLayoutMk cId="4250043970" sldId="2147483663"/>
          </pc:sldLayoutMkLst>
        </pc:sldLayoutChg>
        <pc:sldLayoutChg chg="add del replId">
          <pc:chgData name="Alberto Ruiz" userId="47fa91d207cfb014" providerId="LiveId" clId="{DC7008C6-5601-4C55-B6BB-20F91776DDFE}" dt="2023-11-30T11:34:20.768" v="13" actId="26606"/>
          <pc:sldLayoutMkLst>
            <pc:docMk/>
            <pc:sldMasterMk cId="3133602391" sldId="2147483660"/>
            <pc:sldLayoutMk cId="3358960532" sldId="2147483664"/>
          </pc:sldLayoutMkLst>
        </pc:sldLayoutChg>
        <pc:sldLayoutChg chg="add del replId">
          <pc:chgData name="Alberto Ruiz" userId="47fa91d207cfb014" providerId="LiveId" clId="{DC7008C6-5601-4C55-B6BB-20F91776DDFE}" dt="2023-11-30T11:34:20.768" v="13" actId="26606"/>
          <pc:sldLayoutMkLst>
            <pc:docMk/>
            <pc:sldMasterMk cId="3133602391" sldId="2147483660"/>
            <pc:sldLayoutMk cId="646808076" sldId="2147483665"/>
          </pc:sldLayoutMkLst>
        </pc:sldLayoutChg>
        <pc:sldLayoutChg chg="add del replId">
          <pc:chgData name="Alberto Ruiz" userId="47fa91d207cfb014" providerId="LiveId" clId="{DC7008C6-5601-4C55-B6BB-20F91776DDFE}" dt="2023-11-30T11:34:20.768" v="13" actId="26606"/>
          <pc:sldLayoutMkLst>
            <pc:docMk/>
            <pc:sldMasterMk cId="3133602391" sldId="2147483660"/>
            <pc:sldLayoutMk cId="370808560" sldId="2147483666"/>
          </pc:sldLayoutMkLst>
        </pc:sldLayoutChg>
        <pc:sldLayoutChg chg="add del replId">
          <pc:chgData name="Alberto Ruiz" userId="47fa91d207cfb014" providerId="LiveId" clId="{DC7008C6-5601-4C55-B6BB-20F91776DDFE}" dt="2023-11-30T11:34:20.768" v="13" actId="26606"/>
          <pc:sldLayoutMkLst>
            <pc:docMk/>
            <pc:sldMasterMk cId="3133602391" sldId="2147483660"/>
            <pc:sldLayoutMk cId="1967822406" sldId="2147483667"/>
          </pc:sldLayoutMkLst>
        </pc:sldLayoutChg>
        <pc:sldLayoutChg chg="add del replId">
          <pc:chgData name="Alberto Ruiz" userId="47fa91d207cfb014" providerId="LiveId" clId="{DC7008C6-5601-4C55-B6BB-20F91776DDFE}" dt="2023-11-30T11:34:20.768" v="13" actId="26606"/>
          <pc:sldLayoutMkLst>
            <pc:docMk/>
            <pc:sldMasterMk cId="3133602391" sldId="2147483660"/>
            <pc:sldLayoutMk cId="1331948725" sldId="2147483668"/>
          </pc:sldLayoutMkLst>
        </pc:sldLayoutChg>
        <pc:sldLayoutChg chg="add del replId">
          <pc:chgData name="Alberto Ruiz" userId="47fa91d207cfb014" providerId="LiveId" clId="{DC7008C6-5601-4C55-B6BB-20F91776DDFE}" dt="2023-11-30T11:34:20.768" v="13" actId="26606"/>
          <pc:sldLayoutMkLst>
            <pc:docMk/>
            <pc:sldMasterMk cId="3133602391" sldId="2147483660"/>
            <pc:sldLayoutMk cId="2797093865" sldId="2147483669"/>
          </pc:sldLayoutMkLst>
        </pc:sldLayoutChg>
        <pc:sldLayoutChg chg="add del replId">
          <pc:chgData name="Alberto Ruiz" userId="47fa91d207cfb014" providerId="LiveId" clId="{DC7008C6-5601-4C55-B6BB-20F91776DDFE}" dt="2023-11-30T11:34:20.768" v="13" actId="26606"/>
          <pc:sldLayoutMkLst>
            <pc:docMk/>
            <pc:sldMasterMk cId="3133602391" sldId="2147483660"/>
            <pc:sldLayoutMk cId="1914120363" sldId="2147483670"/>
          </pc:sldLayoutMkLst>
        </pc:sldLayoutChg>
        <pc:sldLayoutChg chg="add del replId">
          <pc:chgData name="Alberto Ruiz" userId="47fa91d207cfb014" providerId="LiveId" clId="{DC7008C6-5601-4C55-B6BB-20F91776DDFE}" dt="2023-11-30T11:34:20.768" v="13" actId="26606"/>
          <pc:sldLayoutMkLst>
            <pc:docMk/>
            <pc:sldMasterMk cId="3133602391" sldId="2147483660"/>
            <pc:sldLayoutMk cId="2884098743" sldId="2147483671"/>
          </pc:sldLayoutMkLst>
        </pc:sldLayoutChg>
      </pc:sldMasterChg>
      <pc:sldMasterChg chg="add addSldLayout">
        <pc:chgData name="Alberto Ruiz" userId="47fa91d207cfb014" providerId="LiveId" clId="{DC7008C6-5601-4C55-B6BB-20F91776DDFE}" dt="2023-11-30T11:34:20.799" v="14" actId="26606"/>
        <pc:sldMasterMkLst>
          <pc:docMk/>
          <pc:sldMasterMk cId="1013710278" sldId="2147483712"/>
        </pc:sldMasterMkLst>
        <pc:sldLayoutChg chg="add">
          <pc:chgData name="Alberto Ruiz" userId="47fa91d207cfb014" providerId="LiveId" clId="{DC7008C6-5601-4C55-B6BB-20F91776DDFE}" dt="2023-11-30T11:34:20.799" v="14" actId="26606"/>
          <pc:sldLayoutMkLst>
            <pc:docMk/>
            <pc:sldMasterMk cId="1013710278" sldId="2147483712"/>
            <pc:sldLayoutMk cId="3553660582" sldId="2147483701"/>
          </pc:sldLayoutMkLst>
        </pc:sldLayoutChg>
        <pc:sldLayoutChg chg="add">
          <pc:chgData name="Alberto Ruiz" userId="47fa91d207cfb014" providerId="LiveId" clId="{DC7008C6-5601-4C55-B6BB-20F91776DDFE}" dt="2023-11-30T11:34:20.799" v="14" actId="26606"/>
          <pc:sldLayoutMkLst>
            <pc:docMk/>
            <pc:sldMasterMk cId="1013710278" sldId="2147483712"/>
            <pc:sldLayoutMk cId="1339506633" sldId="2147483702"/>
          </pc:sldLayoutMkLst>
        </pc:sldLayoutChg>
        <pc:sldLayoutChg chg="add">
          <pc:chgData name="Alberto Ruiz" userId="47fa91d207cfb014" providerId="LiveId" clId="{DC7008C6-5601-4C55-B6BB-20F91776DDFE}" dt="2023-11-30T11:34:20.799" v="14" actId="26606"/>
          <pc:sldLayoutMkLst>
            <pc:docMk/>
            <pc:sldMasterMk cId="1013710278" sldId="2147483712"/>
            <pc:sldLayoutMk cId="4002071956" sldId="2147483703"/>
          </pc:sldLayoutMkLst>
        </pc:sldLayoutChg>
        <pc:sldLayoutChg chg="add">
          <pc:chgData name="Alberto Ruiz" userId="47fa91d207cfb014" providerId="LiveId" clId="{DC7008C6-5601-4C55-B6BB-20F91776DDFE}" dt="2023-11-30T11:34:20.799" v="14" actId="26606"/>
          <pc:sldLayoutMkLst>
            <pc:docMk/>
            <pc:sldMasterMk cId="1013710278" sldId="2147483712"/>
            <pc:sldLayoutMk cId="2935360014" sldId="2147483704"/>
          </pc:sldLayoutMkLst>
        </pc:sldLayoutChg>
        <pc:sldLayoutChg chg="add">
          <pc:chgData name="Alberto Ruiz" userId="47fa91d207cfb014" providerId="LiveId" clId="{DC7008C6-5601-4C55-B6BB-20F91776DDFE}" dt="2023-11-30T11:34:20.799" v="14" actId="26606"/>
          <pc:sldLayoutMkLst>
            <pc:docMk/>
            <pc:sldMasterMk cId="1013710278" sldId="2147483712"/>
            <pc:sldLayoutMk cId="1759284296" sldId="2147483705"/>
          </pc:sldLayoutMkLst>
        </pc:sldLayoutChg>
        <pc:sldLayoutChg chg="add">
          <pc:chgData name="Alberto Ruiz" userId="47fa91d207cfb014" providerId="LiveId" clId="{DC7008C6-5601-4C55-B6BB-20F91776DDFE}" dt="2023-11-30T11:34:20.799" v="14" actId="26606"/>
          <pc:sldLayoutMkLst>
            <pc:docMk/>
            <pc:sldMasterMk cId="1013710278" sldId="2147483712"/>
            <pc:sldLayoutMk cId="3945701572" sldId="2147483706"/>
          </pc:sldLayoutMkLst>
        </pc:sldLayoutChg>
        <pc:sldLayoutChg chg="add">
          <pc:chgData name="Alberto Ruiz" userId="47fa91d207cfb014" providerId="LiveId" clId="{DC7008C6-5601-4C55-B6BB-20F91776DDFE}" dt="2023-11-30T11:34:20.799" v="14" actId="26606"/>
          <pc:sldLayoutMkLst>
            <pc:docMk/>
            <pc:sldMasterMk cId="1013710278" sldId="2147483712"/>
            <pc:sldLayoutMk cId="3992124562" sldId="2147483707"/>
          </pc:sldLayoutMkLst>
        </pc:sldLayoutChg>
        <pc:sldLayoutChg chg="add">
          <pc:chgData name="Alberto Ruiz" userId="47fa91d207cfb014" providerId="LiveId" clId="{DC7008C6-5601-4C55-B6BB-20F91776DDFE}" dt="2023-11-30T11:34:20.799" v="14" actId="26606"/>
          <pc:sldLayoutMkLst>
            <pc:docMk/>
            <pc:sldMasterMk cId="1013710278" sldId="2147483712"/>
            <pc:sldLayoutMk cId="1363347691" sldId="2147483708"/>
          </pc:sldLayoutMkLst>
        </pc:sldLayoutChg>
        <pc:sldLayoutChg chg="add">
          <pc:chgData name="Alberto Ruiz" userId="47fa91d207cfb014" providerId="LiveId" clId="{DC7008C6-5601-4C55-B6BB-20F91776DDFE}" dt="2023-11-30T11:34:20.799" v="14" actId="26606"/>
          <pc:sldLayoutMkLst>
            <pc:docMk/>
            <pc:sldMasterMk cId="1013710278" sldId="2147483712"/>
            <pc:sldLayoutMk cId="539539110" sldId="2147483709"/>
          </pc:sldLayoutMkLst>
        </pc:sldLayoutChg>
        <pc:sldLayoutChg chg="add">
          <pc:chgData name="Alberto Ruiz" userId="47fa91d207cfb014" providerId="LiveId" clId="{DC7008C6-5601-4C55-B6BB-20F91776DDFE}" dt="2023-11-30T11:34:20.799" v="14" actId="26606"/>
          <pc:sldLayoutMkLst>
            <pc:docMk/>
            <pc:sldMasterMk cId="1013710278" sldId="2147483712"/>
            <pc:sldLayoutMk cId="2626072519" sldId="2147483710"/>
          </pc:sldLayoutMkLst>
        </pc:sldLayoutChg>
        <pc:sldLayoutChg chg="add">
          <pc:chgData name="Alberto Ruiz" userId="47fa91d207cfb014" providerId="LiveId" clId="{DC7008C6-5601-4C55-B6BB-20F91776DDFE}" dt="2023-11-30T11:34:20.799" v="14" actId="26606"/>
          <pc:sldLayoutMkLst>
            <pc:docMk/>
            <pc:sldMasterMk cId="1013710278" sldId="2147483712"/>
            <pc:sldLayoutMk cId="1886758927" sldId="214748371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539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72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758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660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506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12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071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36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284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701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347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fld id="{1C8322F6-1C60-46CF-968C-BC20E470F443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71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01" r:id="rId4"/>
    <p:sldLayoutId id="2147483702" r:id="rId5"/>
    <p:sldLayoutId id="2147483707" r:id="rId6"/>
    <p:sldLayoutId id="2147483703" r:id="rId7"/>
    <p:sldLayoutId id="2147483704" r:id="rId8"/>
    <p:sldLayoutId id="2147483705" r:id="rId9"/>
    <p:sldLayoutId id="2147483706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java2s.com/Code/Jar/o/Downloadorgapachecommonsiojar.ht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60220DBA-8988-4873-8FCD-3FFAC3CF1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3" descr="Patrón de fondo&#10;&#10;Descripción generada automáticamente con confianza media">
            <a:extLst>
              <a:ext uri="{FF2B5EF4-FFF2-40B4-BE49-F238E27FC236}">
                <a16:creationId xmlns:a16="http://schemas.microsoft.com/office/drawing/2014/main" id="{09839545-78E1-B363-0F9F-46D4012780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11111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A6F091A-0D63-F820-65F4-9FECA522F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08791"/>
            <a:ext cx="6108192" cy="5099101"/>
          </a:xfrm>
        </p:spPr>
        <p:txBody>
          <a:bodyPr anchor="b">
            <a:normAutofit/>
          </a:bodyPr>
          <a:lstStyle/>
          <a:p>
            <a:r>
              <a:rPr lang="es-ES" sz="600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1. Gestión de la información almacenada en Ficheros.</a:t>
            </a:r>
            <a:br>
              <a:rPr lang="es-ES" sz="600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s-ES" sz="60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ABDEB6-D82F-3A3C-76C3-A9D07EF24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61099" y="917843"/>
            <a:ext cx="2359397" cy="5020747"/>
          </a:xfrm>
        </p:spPr>
        <p:txBody>
          <a:bodyPr anchor="t">
            <a:normAutofit/>
          </a:bodyPr>
          <a:lstStyle/>
          <a:p>
            <a:endParaRPr lang="es-ES">
              <a:solidFill>
                <a:srgbClr val="FFFFFF"/>
              </a:solidFill>
            </a:endParaRPr>
          </a:p>
        </p:txBody>
      </p:sp>
      <p:cxnSp>
        <p:nvCxnSpPr>
          <p:cNvPr id="17" name="Straight Connector 10">
            <a:extLst>
              <a:ext uri="{FF2B5EF4-FFF2-40B4-BE49-F238E27FC236}">
                <a16:creationId xmlns:a16="http://schemas.microsoft.com/office/drawing/2014/main" id="{3A8CB1B5-064D-4590-A7F2-70C604854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0238" y="571500"/>
            <a:ext cx="11060262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23F81E2-AE9A-4D71-87B5-D24817F30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7300" y="571500"/>
            <a:ext cx="0" cy="57150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5C0F619-4F98-49B2-B92F-39B242F38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5869" y="6287848"/>
            <a:ext cx="11060263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084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FD213-831B-9C2C-351D-9034A523B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310" y="127314"/>
            <a:ext cx="11049000" cy="301311"/>
          </a:xfrm>
        </p:spPr>
        <p:txBody>
          <a:bodyPr>
            <a:noAutofit/>
          </a:bodyPr>
          <a:lstStyle/>
          <a:p>
            <a:r>
              <a:rPr lang="es-ES" sz="2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CLASES ASOCIADAS A LAS OPERACIONES DE GESTIÓN DE FICHEROS Y DIRECTORIOS</a:t>
            </a:r>
            <a:endParaRPr lang="es-ES" sz="4800" dirty="0">
              <a:highlight>
                <a:srgbClr val="FFFF00"/>
              </a:highligh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CDA080-602D-FA4B-4919-FA35BAA6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310" y="752476"/>
            <a:ext cx="11049000" cy="2895599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s-ES" sz="2400" b="1" dirty="0" err="1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Libreria</a:t>
            </a:r>
            <a:r>
              <a:rPr lang="es-ES" sz="2400" b="1" dirty="0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java.io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2400" dirty="0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Esta librería contiene las clases necesarias para gestionar las operaciones de entrada y salida con Java. 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s-ES" sz="2400" b="1" i="1" dirty="0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¿Qué es lo que hace el objeto de clase File?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s-ES" sz="2400" dirty="0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permite examinar el nombre del archivo, descomponerlo en su rama de directorios o crear el archivo si no existe mediante el método: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840913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4ED7C57-E9CC-8D10-A171-B72840912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818523"/>
              </p:ext>
            </p:extLst>
          </p:nvPr>
        </p:nvGraphicFramePr>
        <p:xfrm>
          <a:off x="228599" y="762000"/>
          <a:ext cx="11744325" cy="56673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11192">
                  <a:extLst>
                    <a:ext uri="{9D8B030D-6E8A-4147-A177-3AD203B41FA5}">
                      <a16:colId xmlns:a16="http://schemas.microsoft.com/office/drawing/2014/main" val="3941008669"/>
                    </a:ext>
                  </a:extLst>
                </a:gridCol>
                <a:gridCol w="9533133">
                  <a:extLst>
                    <a:ext uri="{9D8B030D-6E8A-4147-A177-3AD203B41FA5}">
                      <a16:colId xmlns:a16="http://schemas.microsoft.com/office/drawing/2014/main" val="3845781584"/>
                    </a:ext>
                  </a:extLst>
                </a:gridCol>
              </a:tblGrid>
              <a:tr h="4442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2000">
                          <a:effectLst/>
                        </a:rPr>
                        <a:t>Método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2000">
                          <a:effectLst/>
                        </a:rPr>
                        <a:t>Descripción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7514983"/>
                  </a:ext>
                </a:extLst>
              </a:tr>
              <a:tr h="4442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File(String path)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2000">
                          <a:effectLst/>
                        </a:rPr>
                        <a:t>Constructor de </a:t>
                      </a:r>
                      <a:r>
                        <a:rPr lang="es-ES" sz="1600">
                          <a:effectLst/>
                        </a:rPr>
                        <a:t>File</a:t>
                      </a:r>
                      <a:r>
                        <a:rPr lang="es-ES" sz="2000">
                          <a:effectLst/>
                        </a:rPr>
                        <a:t> que crea una instancia de </a:t>
                      </a:r>
                      <a:r>
                        <a:rPr lang="es-ES" sz="1600">
                          <a:effectLst/>
                        </a:rPr>
                        <a:t>File</a:t>
                      </a:r>
                      <a:r>
                        <a:rPr lang="es-ES" sz="2000">
                          <a:effectLst/>
                        </a:rPr>
                        <a:t> con la ruta especificada.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935342"/>
                  </a:ext>
                </a:extLst>
              </a:tr>
              <a:tr h="4442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exists()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2000">
                          <a:effectLst/>
                        </a:rPr>
                        <a:t>Comprueba si el archivo o directorio especificado existe.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302109"/>
                  </a:ext>
                </a:extLst>
              </a:tr>
              <a:tr h="4442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getName()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2000">
                          <a:effectLst/>
                        </a:rPr>
                        <a:t>Obtiene el nombre del archivo o directorio sin la ruta completa.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4161164"/>
                  </a:ext>
                </a:extLst>
              </a:tr>
              <a:tr h="4442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getPath()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2000">
                          <a:effectLst/>
                        </a:rPr>
                        <a:t>Obtiene la ruta del archivo o directorio especificado.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3246203"/>
                  </a:ext>
                </a:extLst>
              </a:tr>
              <a:tr h="7807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getAbsolutePath()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2000">
                          <a:effectLst/>
                        </a:rPr>
                        <a:t>Obtiene la ruta absoluta del archivo o directorio especificado.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8606353"/>
                  </a:ext>
                </a:extLst>
              </a:tr>
              <a:tr h="4442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canRead()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2000">
                          <a:effectLst/>
                        </a:rPr>
                        <a:t>Comprueba si se puede leer el archivo o directorio.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1346746"/>
                  </a:ext>
                </a:extLst>
              </a:tr>
              <a:tr h="4442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canWrite()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2000">
                          <a:effectLst/>
                        </a:rPr>
                        <a:t>Comprueba si se puede escribir en el archivo o directorio.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2890253"/>
                  </a:ext>
                </a:extLst>
              </a:tr>
              <a:tr h="4442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length()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2000">
                          <a:effectLst/>
                        </a:rPr>
                        <a:t>Obtiene el tamaño del archivo en bytes.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2161471"/>
                  </a:ext>
                </a:extLst>
              </a:tr>
              <a:tr h="4442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isDirectory()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2000">
                          <a:effectLst/>
                        </a:rPr>
                        <a:t>Comprueba si el objeto </a:t>
                      </a:r>
                      <a:r>
                        <a:rPr lang="es-ES" sz="1600">
                          <a:effectLst/>
                        </a:rPr>
                        <a:t>File</a:t>
                      </a:r>
                      <a:r>
                        <a:rPr lang="es-ES" sz="2000">
                          <a:effectLst/>
                        </a:rPr>
                        <a:t> representa un directorio.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3937943"/>
                  </a:ext>
                </a:extLst>
              </a:tr>
              <a:tr h="4442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isFile()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2000">
                          <a:effectLst/>
                        </a:rPr>
                        <a:t>Comprueba si el objeto </a:t>
                      </a:r>
                      <a:r>
                        <a:rPr lang="es-ES" sz="1600">
                          <a:effectLst/>
                        </a:rPr>
                        <a:t>File</a:t>
                      </a:r>
                      <a:r>
                        <a:rPr lang="es-ES" sz="2000">
                          <a:effectLst/>
                        </a:rPr>
                        <a:t> representa un archivo.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6781167"/>
                  </a:ext>
                </a:extLst>
              </a:tr>
              <a:tr h="4442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getParent()</a:t>
                      </a: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s-ES" sz="2000" dirty="0">
                          <a:effectLst/>
                        </a:rPr>
                        <a:t>Obtiene la ruta del directorio padre del archivo o directorio especificado.</a:t>
                      </a:r>
                      <a:endParaRPr lang="es-E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607850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1E2D40AB-638A-BB31-FD14-93BBB14DEF0F}"/>
              </a:ext>
            </a:extLst>
          </p:cNvPr>
          <p:cNvSpPr txBox="1"/>
          <p:nvPr/>
        </p:nvSpPr>
        <p:spPr>
          <a:xfrm>
            <a:off x="1562100" y="142875"/>
            <a:ext cx="2702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Métodos de la clase File</a:t>
            </a:r>
          </a:p>
        </p:txBody>
      </p:sp>
    </p:spTree>
    <p:extLst>
      <p:ext uri="{BB962C8B-B14F-4D97-AF65-F5344CB8AC3E}">
        <p14:creationId xmlns:p14="http://schemas.microsoft.com/office/powerpoint/2010/main" val="3624313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E51B7-77FD-F769-6F16-A4EE68074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93990"/>
            <a:ext cx="11049000" cy="182036"/>
          </a:xfrm>
        </p:spPr>
        <p:txBody>
          <a:bodyPr>
            <a:normAutofit fontScale="90000"/>
          </a:bodyPr>
          <a:lstStyle/>
          <a:p>
            <a:r>
              <a:rPr lang="es-ES" dirty="0">
                <a:highlight>
                  <a:srgbClr val="FFFF00"/>
                </a:highlight>
              </a:rPr>
              <a:t>Crear directorios con </a:t>
            </a:r>
            <a:r>
              <a:rPr lang="es-ES" dirty="0" err="1">
                <a:highlight>
                  <a:srgbClr val="FFFF00"/>
                </a:highlight>
              </a:rPr>
              <a:t>mkdir</a:t>
            </a:r>
            <a:endParaRPr lang="es-ES" dirty="0">
              <a:highlight>
                <a:srgbClr val="FFFF00"/>
              </a:highligh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C62676-D4C3-F603-B313-B0967B202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6" y="628650"/>
            <a:ext cx="11450336" cy="603536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s-ES" sz="2800" dirty="0"/>
              <a:t>Veamos un ejemplo:</a:t>
            </a:r>
          </a:p>
          <a:p>
            <a:pPr marL="0" indent="0">
              <a:buNone/>
            </a:pPr>
            <a:r>
              <a:rPr lang="en-GB" sz="28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package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ficheros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es-E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s-E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8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java.io.File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es-E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s-E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8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public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GB" sz="28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class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CrearDirectorio3 {</a:t>
            </a:r>
            <a:endParaRPr lang="es-E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	</a:t>
            </a:r>
            <a:r>
              <a:rPr lang="en-GB" sz="28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public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GB" sz="28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static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GB" sz="28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main(String[] </a:t>
            </a:r>
            <a:r>
              <a:rPr lang="en-GB" sz="2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args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 {</a:t>
            </a:r>
            <a:endParaRPr lang="es-E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		</a:t>
            </a:r>
            <a:r>
              <a:rPr lang="es-E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String</a:t>
            </a: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s-ES" sz="2800" dirty="0">
                <a:solidFill>
                  <a:srgbClr val="6A3E3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ruta</a:t>
            </a: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s-ES" sz="2800" dirty="0">
                <a:solidFill>
                  <a:srgbClr val="2A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".\\</a:t>
            </a:r>
            <a:r>
              <a:rPr lang="es-ES" sz="2800" dirty="0" err="1">
                <a:solidFill>
                  <a:srgbClr val="2A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src</a:t>
            </a:r>
            <a:r>
              <a:rPr lang="es-ES" sz="2800" dirty="0">
                <a:solidFill>
                  <a:srgbClr val="2A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\\ficheros\\"</a:t>
            </a: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es-E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		</a:t>
            </a:r>
            <a:r>
              <a:rPr lang="es-E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String</a:t>
            </a: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s-ES" sz="2800" dirty="0">
                <a:solidFill>
                  <a:srgbClr val="6A3E3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carpeta</a:t>
            </a: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lang="es-ES" sz="2800" dirty="0">
                <a:solidFill>
                  <a:srgbClr val="2A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"ejercicio1"</a:t>
            </a: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es-E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		File </a:t>
            </a:r>
            <a:r>
              <a:rPr lang="es-ES" sz="2800" dirty="0">
                <a:solidFill>
                  <a:srgbClr val="6A3E3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directorio</a:t>
            </a: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lang="es-ES" sz="28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new</a:t>
            </a: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File(</a:t>
            </a:r>
            <a:r>
              <a:rPr lang="es-ES" sz="2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ruta</a:t>
            </a:r>
            <a:r>
              <a:rPr lang="es-E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s-ES" sz="2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carpeta</a:t>
            </a: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  <a:endParaRPr lang="es-E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		</a:t>
            </a:r>
            <a:r>
              <a:rPr lang="es-ES" sz="28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s-ES" sz="2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directorio</a:t>
            </a:r>
            <a:r>
              <a:rPr lang="es-E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.exists</a:t>
            </a: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()==</a:t>
            </a:r>
            <a:r>
              <a:rPr lang="es-ES" sz="28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 {</a:t>
            </a:r>
            <a:endParaRPr lang="es-E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			</a:t>
            </a:r>
            <a:r>
              <a:rPr lang="es-E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System.</a:t>
            </a:r>
            <a:r>
              <a:rPr lang="es-ES" sz="2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out</a:t>
            </a:r>
            <a:r>
              <a:rPr lang="es-E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.println</a:t>
            </a: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s-ES" sz="2800" dirty="0">
                <a:solidFill>
                  <a:srgbClr val="2A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"la carpeta existe idiota"</a:t>
            </a: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  <a:endParaRPr lang="es-E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		} </a:t>
            </a:r>
            <a:r>
              <a:rPr lang="es-ES" sz="28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else</a:t>
            </a: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{</a:t>
            </a:r>
            <a:endParaRPr lang="es-E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		</a:t>
            </a:r>
            <a:r>
              <a:rPr lang="es-ES" sz="2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directorio</a:t>
            </a:r>
            <a:r>
              <a:rPr lang="es-E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.mkdir</a:t>
            </a: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();</a:t>
            </a:r>
            <a:endParaRPr lang="es-E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		</a:t>
            </a:r>
            <a:r>
              <a:rPr lang="es-E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System.</a:t>
            </a:r>
            <a:r>
              <a:rPr lang="es-ES" sz="2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out</a:t>
            </a:r>
            <a:r>
              <a:rPr lang="es-E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.println</a:t>
            </a: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s-ES" sz="2800" dirty="0">
                <a:solidFill>
                  <a:srgbClr val="2A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"carpeta creada"</a:t>
            </a: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  <a:endParaRPr lang="es-E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		}</a:t>
            </a:r>
            <a:endParaRPr lang="es-E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	}</a:t>
            </a:r>
            <a:endParaRPr lang="es-E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s-ES" sz="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	</a:t>
            </a:r>
            <a:endParaRPr lang="es-ES" sz="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s-ES" sz="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es-ES" sz="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s-ES" sz="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s-ES" sz="900" dirty="0"/>
          </a:p>
        </p:txBody>
      </p:sp>
    </p:spTree>
    <p:extLst>
      <p:ext uri="{BB962C8B-B14F-4D97-AF65-F5344CB8AC3E}">
        <p14:creationId xmlns:p14="http://schemas.microsoft.com/office/powerpoint/2010/main" val="261731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29535-9EEC-9C09-4A2D-E61AD1CE9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89" y="108264"/>
            <a:ext cx="11049000" cy="377511"/>
          </a:xfrm>
        </p:spPr>
        <p:txBody>
          <a:bodyPr>
            <a:normAutofit fontScale="90000"/>
          </a:bodyPr>
          <a:lstStyle/>
          <a:p>
            <a:r>
              <a:rPr lang="es-ES" dirty="0">
                <a:highlight>
                  <a:srgbClr val="FFFF00"/>
                </a:highlight>
              </a:rPr>
              <a:t>Crear un fichero: Ejemplo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04857A-959C-2E31-7376-358F4B08A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1" y="752476"/>
            <a:ext cx="11839574" cy="5997260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s-ES" sz="1200" dirty="0" err="1"/>
              <a:t>package</a:t>
            </a:r>
            <a:r>
              <a:rPr lang="es-ES" sz="1200" dirty="0"/>
              <a:t> ficheros;</a:t>
            </a:r>
          </a:p>
          <a:p>
            <a:pPr marL="0" indent="0">
              <a:spcBef>
                <a:spcPts val="0"/>
              </a:spcBef>
              <a:buNone/>
            </a:pPr>
            <a:endParaRPr lang="es-ES" sz="1200" dirty="0"/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 err="1"/>
              <a:t>import</a:t>
            </a:r>
            <a:r>
              <a:rPr lang="es-ES" sz="1200" dirty="0"/>
              <a:t> </a:t>
            </a:r>
            <a:r>
              <a:rPr lang="es-ES" sz="1200" dirty="0" err="1"/>
              <a:t>java.io.File</a:t>
            </a:r>
            <a:r>
              <a:rPr lang="es-ES" sz="12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 err="1"/>
              <a:t>import</a:t>
            </a:r>
            <a:r>
              <a:rPr lang="es-ES" sz="1200" dirty="0"/>
              <a:t> </a:t>
            </a:r>
            <a:r>
              <a:rPr lang="es-ES" sz="1200" dirty="0" err="1"/>
              <a:t>java.io.IOException</a:t>
            </a:r>
            <a:r>
              <a:rPr lang="es-ES" sz="12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s-ES" sz="1200" dirty="0"/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 err="1"/>
              <a:t>public</a:t>
            </a:r>
            <a:r>
              <a:rPr lang="es-ES" sz="1200" dirty="0"/>
              <a:t> </a:t>
            </a:r>
            <a:r>
              <a:rPr lang="es-ES" sz="1200" dirty="0" err="1"/>
              <a:t>class</a:t>
            </a:r>
            <a:r>
              <a:rPr lang="es-ES" sz="1200" dirty="0"/>
              <a:t> </a:t>
            </a:r>
            <a:r>
              <a:rPr lang="es-ES" sz="1200" dirty="0" err="1"/>
              <a:t>CrearFicheroEnDirectorio</a:t>
            </a:r>
            <a:r>
              <a:rPr lang="es-ES" sz="1200" dirty="0"/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</a:t>
            </a:r>
            <a:r>
              <a:rPr lang="es-ES" sz="1200" dirty="0" err="1"/>
              <a:t>public</a:t>
            </a:r>
            <a:r>
              <a:rPr lang="es-ES" sz="1200" dirty="0"/>
              <a:t> </a:t>
            </a:r>
            <a:r>
              <a:rPr lang="es-ES" sz="1200" dirty="0" err="1"/>
              <a:t>static</a:t>
            </a:r>
            <a:r>
              <a:rPr lang="es-ES" sz="1200" dirty="0"/>
              <a:t> </a:t>
            </a:r>
            <a:r>
              <a:rPr lang="es-ES" sz="1200" dirty="0" err="1"/>
              <a:t>void</a:t>
            </a:r>
            <a:r>
              <a:rPr lang="es-ES" sz="1200" dirty="0"/>
              <a:t> </a:t>
            </a:r>
            <a:r>
              <a:rPr lang="es-ES" sz="1200" dirty="0" err="1"/>
              <a:t>main</a:t>
            </a:r>
            <a:r>
              <a:rPr lang="es-ES" sz="1200" dirty="0"/>
              <a:t>(</a:t>
            </a:r>
            <a:r>
              <a:rPr lang="es-ES" sz="1200" dirty="0" err="1"/>
              <a:t>String</a:t>
            </a:r>
            <a:r>
              <a:rPr lang="es-ES" sz="1200" dirty="0"/>
              <a:t>[] </a:t>
            </a:r>
            <a:r>
              <a:rPr lang="es-ES" sz="1200" dirty="0" err="1"/>
              <a:t>args</a:t>
            </a:r>
            <a:r>
              <a:rPr lang="es-ES" sz="1200" dirty="0"/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    </a:t>
            </a:r>
            <a:r>
              <a:rPr lang="es-ES" sz="1200" dirty="0" err="1"/>
              <a:t>String</a:t>
            </a:r>
            <a:r>
              <a:rPr lang="es-ES" sz="1200" dirty="0"/>
              <a:t> ruta = ".\\</a:t>
            </a:r>
            <a:r>
              <a:rPr lang="es-ES" sz="1200" dirty="0" err="1"/>
              <a:t>src</a:t>
            </a:r>
            <a:r>
              <a:rPr lang="es-ES" sz="1200" dirty="0"/>
              <a:t>\\ficheros\\ejercicio1";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    </a:t>
            </a:r>
            <a:r>
              <a:rPr lang="es-ES" sz="1200" dirty="0" err="1"/>
              <a:t>String</a:t>
            </a:r>
            <a:r>
              <a:rPr lang="es-ES" sz="1200" dirty="0"/>
              <a:t> </a:t>
            </a:r>
            <a:r>
              <a:rPr lang="es-ES" sz="1200" dirty="0" err="1"/>
              <a:t>nombreFichero</a:t>
            </a:r>
            <a:r>
              <a:rPr lang="es-ES" sz="1200" dirty="0"/>
              <a:t> = "fichero1.txt"; // Nombre del fichero que deseas crear</a:t>
            </a:r>
          </a:p>
          <a:p>
            <a:pPr marL="0" indent="0">
              <a:spcBef>
                <a:spcPts val="0"/>
              </a:spcBef>
              <a:buNone/>
            </a:pPr>
            <a:endParaRPr lang="es-ES" sz="1200" dirty="0"/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    // Combinar la ruta del directorio con el nombre del fichero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    </a:t>
            </a:r>
            <a:r>
              <a:rPr lang="es-ES" sz="1200" dirty="0" err="1"/>
              <a:t>String</a:t>
            </a:r>
            <a:r>
              <a:rPr lang="es-ES" sz="1200" dirty="0"/>
              <a:t> </a:t>
            </a:r>
            <a:r>
              <a:rPr lang="es-ES" sz="1200" dirty="0" err="1"/>
              <a:t>rutaFichero</a:t>
            </a:r>
            <a:r>
              <a:rPr lang="es-ES" sz="1200" dirty="0"/>
              <a:t> = ruta + </a:t>
            </a:r>
            <a:r>
              <a:rPr lang="es-ES" sz="1200" dirty="0" err="1"/>
              <a:t>File.separator</a:t>
            </a:r>
            <a:r>
              <a:rPr lang="es-ES" sz="1200" dirty="0"/>
              <a:t> + </a:t>
            </a:r>
            <a:r>
              <a:rPr lang="es-ES" sz="1200" dirty="0" err="1"/>
              <a:t>nombreFichero</a:t>
            </a:r>
            <a:r>
              <a:rPr lang="es-ES" sz="12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s-ES" sz="1200" dirty="0"/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    File fichero = new File(</a:t>
            </a:r>
            <a:r>
              <a:rPr lang="es-ES" sz="1200" dirty="0" err="1"/>
              <a:t>rutaFichero</a:t>
            </a:r>
            <a:r>
              <a:rPr lang="es-ES" sz="1200" dirty="0"/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es-ES" sz="1200" dirty="0"/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    </a:t>
            </a:r>
            <a:r>
              <a:rPr lang="es-ES" sz="1200" dirty="0" err="1"/>
              <a:t>if</a:t>
            </a:r>
            <a:r>
              <a:rPr lang="es-ES" sz="1200" dirty="0"/>
              <a:t> (</a:t>
            </a:r>
            <a:r>
              <a:rPr lang="es-ES" sz="1200" dirty="0" err="1"/>
              <a:t>fichero.exists</a:t>
            </a:r>
            <a:r>
              <a:rPr lang="es-ES" sz="1200" dirty="0"/>
              <a:t>())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        </a:t>
            </a:r>
            <a:r>
              <a:rPr lang="es-ES" sz="1200" dirty="0" err="1"/>
              <a:t>System.out.println</a:t>
            </a:r>
            <a:r>
              <a:rPr lang="es-ES" sz="1200" dirty="0"/>
              <a:t>("El fichero ya existe.");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    } </a:t>
            </a:r>
            <a:r>
              <a:rPr lang="es-ES" sz="1200" dirty="0" err="1"/>
              <a:t>else</a:t>
            </a:r>
            <a:r>
              <a:rPr lang="es-ES" sz="1200" dirty="0"/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        try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            </a:t>
            </a:r>
            <a:r>
              <a:rPr lang="es-ES" sz="1200" dirty="0" err="1"/>
              <a:t>boolean</a:t>
            </a:r>
            <a:r>
              <a:rPr lang="es-ES" sz="1200" dirty="0"/>
              <a:t> creado = </a:t>
            </a:r>
            <a:r>
              <a:rPr lang="es-ES" sz="1200" dirty="0" err="1"/>
              <a:t>fichero.createNewFile</a:t>
            </a:r>
            <a:r>
              <a:rPr lang="es-ES" sz="1200" dirty="0"/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            </a:t>
            </a:r>
            <a:r>
              <a:rPr lang="es-ES" sz="1200" dirty="0" err="1"/>
              <a:t>if</a:t>
            </a:r>
            <a:r>
              <a:rPr lang="es-ES" sz="1200" dirty="0"/>
              <a:t> (creado)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                </a:t>
            </a:r>
            <a:r>
              <a:rPr lang="es-ES" sz="1200" dirty="0" err="1"/>
              <a:t>System.out.println</a:t>
            </a:r>
            <a:r>
              <a:rPr lang="es-ES" sz="1200" dirty="0"/>
              <a:t>("El fichero ha sido creado con éxito.");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            } </a:t>
            </a:r>
            <a:r>
              <a:rPr lang="es-ES" sz="1200" dirty="0" err="1"/>
              <a:t>else</a:t>
            </a:r>
            <a:r>
              <a:rPr lang="es-ES" sz="1200" dirty="0"/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                </a:t>
            </a:r>
            <a:r>
              <a:rPr lang="es-ES" sz="1200" dirty="0" err="1"/>
              <a:t>System.out.println</a:t>
            </a:r>
            <a:r>
              <a:rPr lang="es-ES" sz="1200" dirty="0"/>
              <a:t>("No se pudo crear el fichero.");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    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        } catch (</a:t>
            </a:r>
            <a:r>
              <a:rPr lang="es-ES" sz="1200" dirty="0" err="1"/>
              <a:t>IOException</a:t>
            </a:r>
            <a:r>
              <a:rPr lang="es-ES" sz="1200" dirty="0"/>
              <a:t> e)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            </a:t>
            </a:r>
            <a:r>
              <a:rPr lang="es-ES" sz="1200" dirty="0" err="1"/>
              <a:t>System.out.println</a:t>
            </a:r>
            <a:r>
              <a:rPr lang="es-ES" sz="1200" dirty="0"/>
              <a:t>("Error al crear el fichero: " + </a:t>
            </a:r>
            <a:r>
              <a:rPr lang="es-ES" sz="1200" dirty="0" err="1"/>
              <a:t>e.getMessage</a:t>
            </a:r>
            <a:r>
              <a:rPr lang="es-ES" sz="1200" dirty="0"/>
              <a:t>());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3087606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FF450-3FB0-9E2D-C631-F19F19C7A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89" y="146364"/>
            <a:ext cx="11049000" cy="263211"/>
          </a:xfrm>
        </p:spPr>
        <p:txBody>
          <a:bodyPr>
            <a:normAutofit fontScale="90000"/>
          </a:bodyPr>
          <a:lstStyle/>
          <a:p>
            <a:r>
              <a:rPr lang="es-ES" dirty="0">
                <a:highlight>
                  <a:srgbClr val="FFFF00"/>
                </a:highlight>
              </a:rPr>
              <a:t>Borrar un fichero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0D2A65-0817-5E18-CA72-CAABED952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75" y="876300"/>
            <a:ext cx="11877675" cy="5835336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s-ES" sz="1800" dirty="0">
                <a:solidFill>
                  <a:srgbClr val="4A4A4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Desde este enlace, </a:t>
            </a:r>
            <a:r>
              <a:rPr lang="es-ES" sz="18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2"/>
              </a:rPr>
              <a:t>http://www.java2s.com/Code/Jar/o/Downloadorgapachecommonsiojar.htm</a:t>
            </a:r>
            <a:r>
              <a:rPr lang="es-ES" sz="1800" dirty="0">
                <a:solidFill>
                  <a:srgbClr val="4A4A4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s-ES" sz="1800" dirty="0">
                <a:solidFill>
                  <a:srgbClr val="4A4A4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podemos descargarnos el paquete </a:t>
            </a:r>
            <a:r>
              <a:rPr lang="es-ES" sz="1800" u="sng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</a:rPr>
              <a:t>org.apache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</a:rPr>
              <a:t>.commons.io; que nos va a permitir usar </a:t>
            </a:r>
            <a:r>
              <a:rPr lang="es-ES" sz="1800" u="sng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</a:rPr>
              <a:t>la clase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</a:rPr>
              <a:t>FileUtils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</a:rPr>
              <a:t> y el método </a:t>
            </a:r>
            <a:r>
              <a:rPr lang="es-ES" sz="1800" u="sng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</a:rPr>
              <a:t>FileUtils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</a:rPr>
              <a:t>.deleteDirectory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</a:rPr>
              <a:t> 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Borrar el fichero 1 de la carpeta fichero que está en </a:t>
            </a:r>
            <a:r>
              <a:rPr lang="es-ES" dirty="0" err="1"/>
              <a:t>src</a:t>
            </a:r>
            <a:r>
              <a:rPr lang="es-ES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endParaRPr lang="es-ES" dirty="0"/>
          </a:p>
          <a:p>
            <a:pPr marL="0" indent="0">
              <a:spcBef>
                <a:spcPts val="0"/>
              </a:spcBef>
              <a:buNone/>
            </a:pP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class</a:t>
            </a:r>
            <a:r>
              <a:rPr lang="es-ES" dirty="0"/>
              <a:t> BorrarFicheros6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    </a:t>
            </a: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static</a:t>
            </a:r>
            <a:r>
              <a:rPr lang="es-ES" dirty="0"/>
              <a:t> </a:t>
            </a: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main</a:t>
            </a:r>
            <a:r>
              <a:rPr lang="es-ES" dirty="0"/>
              <a:t>(</a:t>
            </a:r>
            <a:r>
              <a:rPr lang="es-ES" dirty="0" err="1"/>
              <a:t>String</a:t>
            </a:r>
            <a:r>
              <a:rPr lang="es-ES" dirty="0"/>
              <a:t>[] </a:t>
            </a:r>
            <a:r>
              <a:rPr lang="es-ES" dirty="0" err="1"/>
              <a:t>args</a:t>
            </a:r>
            <a:r>
              <a:rPr lang="es-ES" dirty="0"/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        </a:t>
            </a:r>
            <a:r>
              <a:rPr lang="es-ES" dirty="0" err="1"/>
              <a:t>String</a:t>
            </a:r>
            <a:r>
              <a:rPr lang="es-ES" dirty="0"/>
              <a:t> ruta = ".\\</a:t>
            </a:r>
            <a:r>
              <a:rPr lang="es-ES" dirty="0" err="1"/>
              <a:t>src</a:t>
            </a:r>
            <a:r>
              <a:rPr lang="es-ES" dirty="0"/>
              <a:t>\\ficheros\\ejercicio1";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        </a:t>
            </a:r>
            <a:r>
              <a:rPr lang="es-ES" dirty="0" err="1"/>
              <a:t>String</a:t>
            </a:r>
            <a:r>
              <a:rPr lang="es-ES" dirty="0"/>
              <a:t> </a:t>
            </a:r>
            <a:r>
              <a:rPr lang="es-ES" dirty="0" err="1"/>
              <a:t>nombreFichero</a:t>
            </a:r>
            <a:r>
              <a:rPr lang="es-ES" dirty="0"/>
              <a:t> = "fichero1.txt"; // Nombre del fichero que deseas borrar</a:t>
            </a:r>
          </a:p>
          <a:p>
            <a:pPr marL="0" indent="0">
              <a:spcBef>
                <a:spcPts val="0"/>
              </a:spcBef>
              <a:buNone/>
            </a:pPr>
            <a:endParaRPr lang="es-ES" dirty="0"/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        // Combinar la ruta del directorio con el nombre del fichero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        </a:t>
            </a:r>
            <a:r>
              <a:rPr lang="es-ES" dirty="0" err="1"/>
              <a:t>String</a:t>
            </a:r>
            <a:r>
              <a:rPr lang="es-ES" dirty="0"/>
              <a:t> </a:t>
            </a:r>
            <a:r>
              <a:rPr lang="es-ES" dirty="0" err="1"/>
              <a:t>rutaFichero</a:t>
            </a:r>
            <a:r>
              <a:rPr lang="es-ES" dirty="0"/>
              <a:t> = ruta + </a:t>
            </a:r>
            <a:r>
              <a:rPr lang="es-ES" dirty="0" err="1"/>
              <a:t>File.separator</a:t>
            </a:r>
            <a:r>
              <a:rPr lang="es-ES" dirty="0"/>
              <a:t> + </a:t>
            </a:r>
            <a:r>
              <a:rPr lang="es-ES" dirty="0" err="1"/>
              <a:t>nombreFichero</a:t>
            </a:r>
            <a:r>
              <a:rPr lang="es-ES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s-ES" dirty="0"/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        File fichero = new File(</a:t>
            </a:r>
            <a:r>
              <a:rPr lang="es-ES" dirty="0" err="1"/>
              <a:t>rutaFichero</a:t>
            </a:r>
            <a:r>
              <a:rPr lang="es-ES" dirty="0"/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es-ES" dirty="0"/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        </a:t>
            </a:r>
            <a:r>
              <a:rPr lang="es-ES" dirty="0" err="1"/>
              <a:t>if</a:t>
            </a:r>
            <a:r>
              <a:rPr lang="es-ES" dirty="0"/>
              <a:t> (</a:t>
            </a:r>
            <a:r>
              <a:rPr lang="es-ES" dirty="0" err="1"/>
              <a:t>fichero.exists</a:t>
            </a:r>
            <a:r>
              <a:rPr lang="es-ES" dirty="0"/>
              <a:t>())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            </a:t>
            </a:r>
            <a:r>
              <a:rPr lang="es-ES" dirty="0" err="1"/>
              <a:t>boolean</a:t>
            </a:r>
            <a:r>
              <a:rPr lang="es-ES" dirty="0"/>
              <a:t> borrado = </a:t>
            </a:r>
            <a:r>
              <a:rPr lang="es-ES" dirty="0" err="1"/>
              <a:t>fichero.delete</a:t>
            </a:r>
            <a:r>
              <a:rPr lang="es-ES" dirty="0"/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            </a:t>
            </a:r>
            <a:r>
              <a:rPr lang="es-ES" dirty="0" err="1"/>
              <a:t>if</a:t>
            </a:r>
            <a:r>
              <a:rPr lang="es-ES" dirty="0"/>
              <a:t> (borrado)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                </a:t>
            </a:r>
            <a:r>
              <a:rPr lang="es-ES" dirty="0" err="1"/>
              <a:t>System.out.println</a:t>
            </a:r>
            <a:r>
              <a:rPr lang="es-ES" dirty="0"/>
              <a:t>("El fichero ha sido borrado con éxito.");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            } </a:t>
            </a:r>
            <a:r>
              <a:rPr lang="es-ES" dirty="0" err="1"/>
              <a:t>else</a:t>
            </a:r>
            <a:r>
              <a:rPr lang="es-ES" dirty="0"/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                </a:t>
            </a:r>
            <a:r>
              <a:rPr lang="es-ES" dirty="0" err="1"/>
              <a:t>System.out.println</a:t>
            </a:r>
            <a:r>
              <a:rPr lang="es-ES" dirty="0"/>
              <a:t>("No se pudo borrar el fichero.");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    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        } </a:t>
            </a:r>
            <a:r>
              <a:rPr lang="es-ES" dirty="0" err="1"/>
              <a:t>else</a:t>
            </a:r>
            <a:r>
              <a:rPr lang="es-ES" dirty="0"/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            </a:t>
            </a:r>
            <a:r>
              <a:rPr lang="es-ES" dirty="0" err="1"/>
              <a:t>System.out.println</a:t>
            </a:r>
            <a:r>
              <a:rPr lang="es-ES" dirty="0"/>
              <a:t>("El fichero no existe en la ubicación especificada.");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33055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625CCF-640B-C982-9D90-1AC12648D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89" y="165414"/>
            <a:ext cx="11049000" cy="358461"/>
          </a:xfrm>
        </p:spPr>
        <p:txBody>
          <a:bodyPr>
            <a:normAutofit fontScale="90000"/>
          </a:bodyPr>
          <a:lstStyle/>
          <a:p>
            <a:r>
              <a:rPr lang="es-ES" dirty="0"/>
              <a:t>Flujos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924676-832B-2444-13B5-BEFA16D81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004" y="523875"/>
            <a:ext cx="11202685" cy="5348500"/>
          </a:xfrm>
        </p:spPr>
        <p:txBody>
          <a:bodyPr/>
          <a:lstStyle/>
          <a:p>
            <a:r>
              <a:rPr lang="es-ES" sz="180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Un flujo de datos en </a:t>
            </a:r>
            <a:r>
              <a:rPr lang="es-ES" sz="1800" b="1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java</a:t>
            </a:r>
            <a:r>
              <a:rPr lang="es-ES" sz="180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 es lo que permite que un programa realizado en </a:t>
            </a:r>
            <a:r>
              <a:rPr lang="es-ES" sz="1800" b="1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Java</a:t>
            </a:r>
            <a:r>
              <a:rPr lang="es-ES" sz="180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 u otro lenguaje de programación pueda leer o escribir datos en otro periférico, programa, etc. </a:t>
            </a:r>
            <a:r>
              <a:rPr lang="es-E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Un flujo es una abstracción de todo aquello que produce o consume información. En Java La vinculación de este flujo al dispositivo físico la hace el sistema de entrada y salida de Java. Podríamos definirlo por otr</a:t>
            </a:r>
            <a:r>
              <a:rPr lang="es-ES" sz="18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 parte como una secuencia de datos que se mueven de una fuente a un destino.</a:t>
            </a:r>
          </a:p>
          <a:p>
            <a:endParaRPr lang="es-ES" sz="1800" dirty="0">
              <a:solidFill>
                <a:srgbClr val="333333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s-ES" sz="180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En el caso de Java, realizamos este flujo de entrada o salida de al que denominamos E/S a través de un flujo, o también </a:t>
            </a:r>
            <a:r>
              <a:rPr lang="es-ES" sz="320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denominado </a:t>
            </a:r>
            <a:r>
              <a:rPr lang="es-ES" sz="3200" dirty="0" err="1">
                <a:solidFill>
                  <a:srgbClr val="202124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Stream</a:t>
            </a:r>
            <a:r>
              <a:rPr lang="es-ES" sz="320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s-E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Las clases y métodos de E/S que empleamos tienen la particularidad de ser independiente del dispositivo con el que estemos actuando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61114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BC6BF-DDD9-C420-FCB9-7F12A8A7B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90"/>
            <a:ext cx="11049000" cy="501336"/>
          </a:xfrm>
        </p:spPr>
        <p:txBody>
          <a:bodyPr>
            <a:normAutofit fontScale="90000"/>
          </a:bodyPr>
          <a:lstStyle/>
          <a:p>
            <a:r>
              <a:rPr lang="es-ES" dirty="0"/>
              <a:t>Tipos de flujos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A20327-5536-AEB2-021C-1466E8302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Clr>
                <a:srgbClr val="4A4A4A"/>
              </a:buClr>
              <a:buSzPts val="1000"/>
              <a:buFont typeface="Arial" panose="020B0604020202020204" pitchFamily="34" charset="0"/>
              <a:buChar char="●"/>
            </a:pPr>
            <a:r>
              <a:rPr lang="es-ES" sz="1800" b="1" u="none" strike="noStrike" dirty="0">
                <a:solidFill>
                  <a:srgbClr val="1C1C1C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Byte </a:t>
            </a:r>
            <a:r>
              <a:rPr lang="es-ES" sz="1800" b="1" u="none" strike="noStrike" dirty="0" err="1">
                <a:solidFill>
                  <a:srgbClr val="1C1C1C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streams</a:t>
            </a:r>
            <a:r>
              <a:rPr lang="es-ES" sz="1800" u="none" strike="noStrike" dirty="0">
                <a:solidFill>
                  <a:srgbClr val="1C1C1C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u="none" strike="noStrike" dirty="0">
                <a:solidFill>
                  <a:srgbClr val="4A4A4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(8 bits): </a:t>
            </a:r>
            <a:endParaRPr lang="es-ES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es-ES" sz="1800" dirty="0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orientado a la lectura y escritura de datos binarios, proporciona lo necesario para la gestión de entradas y salidas de bytes. El tratamiento del flujo de bytes viene determinado por dos clases abstractas que son: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es-ES" sz="1800" dirty="0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- </a:t>
            </a:r>
            <a:r>
              <a:rPr lang="es-ES" sz="1800" b="1" dirty="0" err="1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InputStream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es-ES" sz="1800" dirty="0">
                <a:solidFill>
                  <a:srgbClr val="4A4A4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</a:t>
            </a:r>
            <a:r>
              <a:rPr lang="es-ES" sz="1800" b="1" dirty="0" err="1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OutputStream</a:t>
            </a:r>
            <a:r>
              <a:rPr lang="es-ES" sz="1800" dirty="0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Clr>
                <a:srgbClr val="4A4A4A"/>
              </a:buClr>
              <a:buSzPts val="1000"/>
              <a:buFont typeface="Arial" panose="020B0604020202020204" pitchFamily="34" charset="0"/>
              <a:buChar char="●"/>
            </a:pPr>
            <a:r>
              <a:rPr lang="es-ES" sz="1800" b="1" u="none" strike="noStrike" dirty="0" err="1">
                <a:solidFill>
                  <a:srgbClr val="4A4A4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Character</a:t>
            </a:r>
            <a:r>
              <a:rPr lang="es-ES" sz="1800" b="1" u="none" strike="noStrike" dirty="0">
                <a:solidFill>
                  <a:srgbClr val="4A4A4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u="none" strike="noStrike" dirty="0" err="1">
                <a:solidFill>
                  <a:srgbClr val="4A4A4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streams</a:t>
            </a:r>
            <a:r>
              <a:rPr lang="es-ES" sz="1800" u="none" strike="noStrike" dirty="0">
                <a:solidFill>
                  <a:srgbClr val="4A4A4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(16 bits): </a:t>
            </a:r>
            <a:endParaRPr lang="es-ES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es-ES" sz="1800" dirty="0">
                <a:solidFill>
                  <a:srgbClr val="4A4A4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Los </a:t>
            </a:r>
            <a:r>
              <a:rPr lang="es-ES" sz="1800" dirty="0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flujos de caracteres están determinados por dos clases abstractas, en este caso: Reader y </a:t>
            </a:r>
            <a:r>
              <a:rPr lang="es-ES" sz="1800" dirty="0" err="1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Writer</a:t>
            </a:r>
            <a:r>
              <a:rPr lang="es-ES" sz="1800" dirty="0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Dichas clases manejan flujos de caracteres Unicode. 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94307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8BB445-BB65-3948-70BD-08496B142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90"/>
            <a:ext cx="11049000" cy="406086"/>
          </a:xfrm>
        </p:spPr>
        <p:txBody>
          <a:bodyPr>
            <a:normAutofit fontScale="90000"/>
          </a:bodyPr>
          <a:lstStyle/>
          <a:p>
            <a:r>
              <a:rPr lang="es-ES" dirty="0"/>
              <a:t>Serializar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DEB1D1-2AB8-B7F2-F66C-916B773EB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689" y="1943100"/>
            <a:ext cx="11059811" cy="4691275"/>
          </a:xfrm>
        </p:spPr>
        <p:txBody>
          <a:bodyPr/>
          <a:lstStyle/>
          <a:p>
            <a:r>
              <a:rPr lang="es-ES" b="0" i="0" dirty="0">
                <a:effectLst/>
                <a:latin typeface="Söhne"/>
              </a:rPr>
              <a:t>Serializar en el contexto de la programación se refiere al proceso de convertir un objeto en una secuencia de bytes o en un formato que pueda ser fácilmente almacenado o transmitido, y posteriormente reconstruido. La serialización es útil en situaciones donde es necesario guardar el estado de un objeto para su almacenamiento persistente, o para enviarlo a través de una red.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34000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93E01-30E4-463C-1CEF-1DBDA4030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310" y="98739"/>
            <a:ext cx="11049000" cy="301311"/>
          </a:xfrm>
        </p:spPr>
        <p:txBody>
          <a:bodyPr>
            <a:normAutofit fontScale="90000"/>
          </a:bodyPr>
          <a:lstStyle/>
          <a:p>
            <a:r>
              <a:rPr lang="es-ES" dirty="0"/>
              <a:t>FLUJOS BASADOS EN CARACTERES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E3A642-D683-2B30-115A-80EC37969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819150"/>
            <a:ext cx="11164585" cy="4638675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s-ES" sz="1800" u="none" strike="noStrike" dirty="0" err="1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BufferedReader</a:t>
            </a:r>
            <a:r>
              <a:rPr lang="es-ES" sz="180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 para trabajar con caracteres</a:t>
            </a:r>
            <a:endParaRPr lang="es-ES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s-ES" sz="1800" u="none" strike="noStrike" dirty="0" err="1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BufferedInputStream</a:t>
            </a:r>
            <a:r>
              <a:rPr lang="es-ES" sz="1800" u="none" strike="noStrike" dirty="0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: para trabajar con flujo de bytes.</a:t>
            </a:r>
            <a:endParaRPr lang="es-ES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s-ES" sz="1800" u="none" strike="noStrike" dirty="0" err="1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BufferedWriter</a:t>
            </a:r>
            <a:r>
              <a:rPr lang="es-ES" sz="180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 para trabajar con caracteres</a:t>
            </a:r>
            <a:endParaRPr lang="es-ES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endParaRPr lang="es-ES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s-ES" sz="1800" u="none" strike="noStrike" dirty="0" err="1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BufferedOutputStream</a:t>
            </a:r>
            <a:r>
              <a:rPr lang="es-ES" sz="1800" u="none" strike="noStrike" dirty="0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; para trabajar con flujo de bytes.</a:t>
            </a:r>
            <a:endParaRPr lang="es-ES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endParaRPr lang="es-ES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69681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7B861-840D-3164-4CA5-4DE5C4E0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BufferedReader</a:t>
            </a:r>
            <a:r>
              <a:rPr lang="es-ES" dirty="0"/>
              <a:t>:</a:t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46D0C7-2B2A-9F5E-A6DC-3FA638CB6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err="1"/>
              <a:t>BufferedReader</a:t>
            </a:r>
            <a:r>
              <a:rPr lang="es-ES" dirty="0"/>
              <a:t> es una clase que proporciona un búfer para la lectura eficiente de caracteres desde un flujo de entrada, como un archivo o un </a:t>
            </a:r>
            <a:r>
              <a:rPr lang="es-ES" dirty="0" err="1"/>
              <a:t>InputStreamReader</a:t>
            </a:r>
            <a:r>
              <a:rPr lang="es-ES" dirty="0"/>
              <a:t>.</a:t>
            </a:r>
          </a:p>
          <a:p>
            <a:r>
              <a:rPr lang="es-ES" dirty="0"/>
              <a:t>Ofrece métodos como </a:t>
            </a:r>
            <a:r>
              <a:rPr lang="es-ES" dirty="0" err="1"/>
              <a:t>readLine</a:t>
            </a:r>
            <a:r>
              <a:rPr lang="es-ES" dirty="0"/>
              <a:t>() para leer líneas completas y </a:t>
            </a:r>
            <a:r>
              <a:rPr lang="es-ES" dirty="0" err="1"/>
              <a:t>read</a:t>
            </a:r>
            <a:r>
              <a:rPr lang="es-ES" dirty="0"/>
              <a:t>() para leer caracteres individuales.</a:t>
            </a:r>
          </a:p>
          <a:p>
            <a:r>
              <a:rPr lang="es-ES" dirty="0"/>
              <a:t>Al usar un búfer, se minimiza la cantidad de acceso directo al sistema de archivos o a la red, lo que puede mejorar la velocidad de lectura.</a:t>
            </a:r>
          </a:p>
          <a:p>
            <a:pPr marL="0" indent="0">
              <a:buNone/>
            </a:pPr>
            <a:r>
              <a:rPr lang="es-ES" dirty="0" err="1"/>
              <a:t>BufferedReader</a:t>
            </a:r>
            <a:r>
              <a:rPr lang="es-ES" dirty="0"/>
              <a:t> </a:t>
            </a:r>
            <a:r>
              <a:rPr lang="es-ES" dirty="0" err="1"/>
              <a:t>br</a:t>
            </a:r>
            <a:r>
              <a:rPr lang="es-ES" dirty="0"/>
              <a:t> = new </a:t>
            </a:r>
            <a:r>
              <a:rPr lang="es-ES" dirty="0" err="1"/>
              <a:t>BufferedReader</a:t>
            </a:r>
            <a:r>
              <a:rPr lang="es-ES" dirty="0"/>
              <a:t>(new </a:t>
            </a:r>
            <a:r>
              <a:rPr lang="es-ES" dirty="0" err="1"/>
              <a:t>FileReader</a:t>
            </a:r>
            <a:r>
              <a:rPr lang="es-ES" dirty="0"/>
              <a:t>("archivo.txt"));</a:t>
            </a:r>
          </a:p>
        </p:txBody>
      </p:sp>
    </p:spTree>
    <p:extLst>
      <p:ext uri="{BB962C8B-B14F-4D97-AF65-F5344CB8AC3E}">
        <p14:creationId xmlns:p14="http://schemas.microsoft.com/office/powerpoint/2010/main" val="1729258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FCF073-D5F6-C7C5-2223-60EF3A368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i="0" dirty="0" err="1">
                <a:effectLst/>
                <a:latin typeface="Söhne"/>
              </a:rPr>
              <a:t>BufferedInputStream</a:t>
            </a:r>
            <a:r>
              <a:rPr lang="es-ES" b="1" i="0" dirty="0">
                <a:effectLst/>
                <a:latin typeface="Söhne"/>
              </a:rPr>
              <a:t>: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838DCC-09BE-F27E-9EA1-D75926A37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BufferedInputStream</a:t>
            </a:r>
            <a:r>
              <a:rPr lang="es-ES" dirty="0"/>
              <a:t> es una clase que proporciona un búfer para la lectura eficiente de bytes desde un flujo de entrada, como un archivo o un </a:t>
            </a:r>
            <a:r>
              <a:rPr lang="es-ES" dirty="0" err="1"/>
              <a:t>FileInputStream</a:t>
            </a:r>
            <a:r>
              <a:rPr lang="es-ES" dirty="0"/>
              <a:t>.</a:t>
            </a:r>
          </a:p>
          <a:p>
            <a:r>
              <a:rPr lang="es-ES" dirty="0"/>
              <a:t>Al igual que </a:t>
            </a:r>
            <a:r>
              <a:rPr lang="es-ES" dirty="0" err="1"/>
              <a:t>BufferedReader</a:t>
            </a:r>
            <a:r>
              <a:rPr lang="es-ES" dirty="0"/>
              <a:t>, reduce el número de operaciones de E/S al leer datos en bloques más grandes.</a:t>
            </a:r>
          </a:p>
          <a:p>
            <a:r>
              <a:rPr lang="es-ES" dirty="0"/>
              <a:t>Es útil cuando se necesita mejorar la eficiencia al leer datos desde un flujo de entrada.</a:t>
            </a:r>
          </a:p>
          <a:p>
            <a:r>
              <a:rPr lang="es-ES" dirty="0" err="1"/>
              <a:t>BufferedInputStream</a:t>
            </a:r>
            <a:r>
              <a:rPr lang="es-ES" dirty="0"/>
              <a:t> bis = new </a:t>
            </a:r>
            <a:r>
              <a:rPr lang="es-ES" dirty="0" err="1"/>
              <a:t>BufferedInputStream</a:t>
            </a:r>
            <a:r>
              <a:rPr lang="es-ES" dirty="0"/>
              <a:t>(new </a:t>
            </a:r>
            <a:r>
              <a:rPr lang="es-ES" dirty="0" err="1"/>
              <a:t>FileInputStream</a:t>
            </a:r>
            <a:r>
              <a:rPr lang="es-ES" dirty="0"/>
              <a:t>("</a:t>
            </a:r>
            <a:r>
              <a:rPr lang="es-ES" dirty="0" err="1"/>
              <a:t>arch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87676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B9359-A816-3AB6-716C-142975E1E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i="0" dirty="0" err="1">
                <a:effectLst/>
                <a:latin typeface="Söhne"/>
              </a:rPr>
              <a:t>BufferedWriter</a:t>
            </a:r>
            <a:r>
              <a:rPr lang="es-ES" b="1" i="0" dirty="0">
                <a:effectLst/>
                <a:latin typeface="Söhne"/>
              </a:rPr>
              <a:t>: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1C934D-1CE4-0882-6A8D-F788F82B3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err="1"/>
              <a:t>BufferedWriter</a:t>
            </a:r>
            <a:r>
              <a:rPr lang="es-ES" dirty="0"/>
              <a:t> es una clase que proporciona un búfer para la escritura eficiente de caracteres en un flujo de salida, como un archivo o un </a:t>
            </a:r>
            <a:r>
              <a:rPr lang="es-ES" dirty="0" err="1"/>
              <a:t>FileWriter</a:t>
            </a:r>
            <a:r>
              <a:rPr lang="es-ES" dirty="0"/>
              <a:t>.</a:t>
            </a:r>
          </a:p>
          <a:p>
            <a:r>
              <a:rPr lang="es-ES" dirty="0"/>
              <a:t>Ofrece métodos como </a:t>
            </a:r>
            <a:r>
              <a:rPr lang="es-ES" dirty="0" err="1"/>
              <a:t>write</a:t>
            </a:r>
            <a:r>
              <a:rPr lang="es-ES" dirty="0"/>
              <a:t>() para escribir caracteres y </a:t>
            </a:r>
            <a:r>
              <a:rPr lang="es-ES" dirty="0" err="1"/>
              <a:t>newLine</a:t>
            </a:r>
            <a:r>
              <a:rPr lang="es-ES" dirty="0"/>
              <a:t>() para insertar un salto de línea.</a:t>
            </a:r>
          </a:p>
          <a:p>
            <a:r>
              <a:rPr lang="es-ES" dirty="0"/>
              <a:t>Al usar un búfer, se minimiza la cantidad de operaciones de escritura directa, mejorando así la eficiencia.</a:t>
            </a:r>
          </a:p>
          <a:p>
            <a:r>
              <a:rPr lang="es-ES" dirty="0" err="1"/>
              <a:t>BufferedWriter</a:t>
            </a:r>
            <a:r>
              <a:rPr lang="es-ES" dirty="0"/>
              <a:t> </a:t>
            </a:r>
            <a:r>
              <a:rPr lang="es-ES" dirty="0" err="1"/>
              <a:t>bw</a:t>
            </a:r>
            <a:r>
              <a:rPr lang="es-ES" dirty="0"/>
              <a:t> = new </a:t>
            </a:r>
            <a:r>
              <a:rPr lang="es-ES" dirty="0" err="1"/>
              <a:t>BufferedWriter</a:t>
            </a:r>
            <a:r>
              <a:rPr lang="es-ES" dirty="0"/>
              <a:t>(new </a:t>
            </a:r>
            <a:r>
              <a:rPr lang="es-ES" dirty="0" err="1"/>
              <a:t>FileWriter</a:t>
            </a:r>
            <a:r>
              <a:rPr lang="es-ES" dirty="0"/>
              <a:t>("</a:t>
            </a:r>
            <a:r>
              <a:rPr lang="es-ES" dirty="0" err="1"/>
              <a:t>archivo_salida.tx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62357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4263B8-D56D-72BA-DC9B-480E513C3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i="0" dirty="0" err="1">
                <a:effectLst/>
                <a:latin typeface="Söhne"/>
              </a:rPr>
              <a:t>BufferedOutputStream</a:t>
            </a:r>
            <a:r>
              <a:rPr lang="es-ES" b="1" i="0" dirty="0">
                <a:effectLst/>
                <a:latin typeface="Söhne"/>
              </a:rPr>
              <a:t>: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AAA58E-0373-AF65-9683-9121A197E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BufferedOutputStream</a:t>
            </a:r>
            <a:r>
              <a:rPr lang="es-ES" dirty="0"/>
              <a:t> es una clase que proporciona un búfer para la escritura eficiente de bytes en un flujo de salida, como un archivo o un </a:t>
            </a:r>
            <a:r>
              <a:rPr lang="es-ES" dirty="0" err="1"/>
              <a:t>FileOutputStream</a:t>
            </a:r>
            <a:r>
              <a:rPr lang="es-ES" dirty="0"/>
              <a:t>.</a:t>
            </a:r>
          </a:p>
          <a:p>
            <a:r>
              <a:rPr lang="es-ES" dirty="0"/>
              <a:t>Similar a </a:t>
            </a:r>
            <a:r>
              <a:rPr lang="es-ES" dirty="0" err="1"/>
              <a:t>BufferedWriter</a:t>
            </a:r>
            <a:r>
              <a:rPr lang="es-ES" dirty="0"/>
              <a:t>, ayuda a reducir la cantidad de operaciones de escritura directa, mejorando el rendimiento al escribir datos en bloques más grandes.</a:t>
            </a:r>
          </a:p>
          <a:p>
            <a:r>
              <a:rPr lang="es-ES" dirty="0" err="1"/>
              <a:t>BufferedOutputStream</a:t>
            </a:r>
            <a:r>
              <a:rPr lang="es-ES" dirty="0"/>
              <a:t> </a:t>
            </a:r>
            <a:r>
              <a:rPr lang="es-ES" dirty="0" err="1"/>
              <a:t>bos</a:t>
            </a:r>
            <a:r>
              <a:rPr lang="es-ES" dirty="0"/>
              <a:t> = new </a:t>
            </a:r>
            <a:r>
              <a:rPr lang="es-ES" dirty="0" err="1"/>
              <a:t>BufferedOutputStream</a:t>
            </a:r>
            <a:r>
              <a:rPr lang="es-ES" dirty="0"/>
              <a:t>(new </a:t>
            </a:r>
            <a:r>
              <a:rPr lang="es-ES" dirty="0" err="1"/>
              <a:t>FileOutputStream</a:t>
            </a:r>
            <a:r>
              <a:rPr lang="es-ES" dirty="0"/>
              <a:t>(</a:t>
            </a:r>
          </a:p>
        </p:txBody>
      </p:sp>
    </p:spTree>
    <p:extLst>
      <p:ext uri="{BB962C8B-B14F-4D97-AF65-F5344CB8AC3E}">
        <p14:creationId xmlns:p14="http://schemas.microsoft.com/office/powerpoint/2010/main" val="2215082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4040E-7590-EDA3-FB93-C48318A45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06359"/>
            <a:ext cx="11049000" cy="602301"/>
          </a:xfrm>
        </p:spPr>
        <p:txBody>
          <a:bodyPr>
            <a:normAutofit fontScale="90000"/>
          </a:bodyPr>
          <a:lstStyle/>
          <a:p>
            <a:r>
              <a:rPr lang="es-ES" dirty="0"/>
              <a:t>Ejercicio: crear las siguientes clases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32EA2F-6C52-1228-2B2F-56130DD68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971551"/>
            <a:ext cx="12020550" cy="5886450"/>
          </a:xfrm>
        </p:spPr>
        <p:txBody>
          <a:bodyPr>
            <a:normAutofit lnSpcReduction="10000"/>
          </a:bodyPr>
          <a:lstStyle/>
          <a:p>
            <a:r>
              <a:rPr lang="es-ES" b="1" dirty="0">
                <a:solidFill>
                  <a:schemeClr val="accent3"/>
                </a:solidFill>
                <a:latin typeface="Consolas" panose="020B0609020204030204" pitchFamily="49" charset="0"/>
              </a:rPr>
              <a:t>1º Crear una clase que cree una carpeta que se llame prueba dentro de c: (c:\\prueba1\\)</a:t>
            </a:r>
          </a:p>
          <a:p>
            <a:r>
              <a:rPr lang="es-ES" b="1" dirty="0">
                <a:solidFill>
                  <a:schemeClr val="accent3"/>
                </a:solidFill>
                <a:latin typeface="Consolas" panose="020B0609020204030204" pitchFamily="49" charset="0"/>
              </a:rPr>
              <a:t>2º Crear una clase que creer un fichero que se llama “Malaga.txt”, el fichero estará vacío.</a:t>
            </a:r>
          </a:p>
          <a:p>
            <a:r>
              <a:rPr lang="es-ES" b="1" dirty="0">
                <a:solidFill>
                  <a:schemeClr val="accent3"/>
                </a:solidFill>
                <a:latin typeface="Consolas" panose="020B0609020204030204" pitchFamily="49" charset="0"/>
              </a:rPr>
              <a:t>3º vamos a modificar la clase anterior, y le vamos a añadir “Málaga es lo mejor del mundo”</a:t>
            </a:r>
          </a:p>
          <a:p>
            <a:r>
              <a:rPr lang="es-ES" b="1" dirty="0">
                <a:solidFill>
                  <a:schemeClr val="accent3"/>
                </a:solidFill>
                <a:latin typeface="Consolas" panose="020B0609020204030204" pitchFamily="49" charset="0"/>
              </a:rPr>
              <a:t>4º Ahora repetiremos lo mismo del ejercicio 3º creando dos ficheros “Cordoba.txt” y “Cadiz.txt” y pondremos “Córdoba es lo mejor del mundo” y “Cádiz es lo mejor del mundo”</a:t>
            </a:r>
          </a:p>
          <a:p>
            <a:r>
              <a:rPr lang="es-ES" b="1" dirty="0">
                <a:solidFill>
                  <a:schemeClr val="accent3"/>
                </a:solidFill>
                <a:latin typeface="Consolas" panose="020B0609020204030204" pitchFamily="49" charset="0"/>
              </a:rPr>
              <a:t>5º Ahora vamos a crear una clase que compruebe que existe el fichero, lo haremos para los tres ficheros, o en diferentes clases o en la misma clase que creemos. En el caso de realizarlo en la misma clase usaremos un array.</a:t>
            </a:r>
          </a:p>
          <a:p>
            <a:r>
              <a:rPr lang="es-ES" b="1" dirty="0">
                <a:solidFill>
                  <a:schemeClr val="accent3"/>
                </a:solidFill>
                <a:latin typeface="Consolas" panose="020B0609020204030204" pitchFamily="49" charset="0"/>
              </a:rPr>
              <a:t>6º Crea un fichero denominado productos.txt y agrega todas las ciudades de </a:t>
            </a:r>
            <a:r>
              <a:rPr lang="es-ES" b="1" dirty="0" err="1">
                <a:solidFill>
                  <a:schemeClr val="accent3"/>
                </a:solidFill>
                <a:latin typeface="Consolas" panose="020B0609020204030204" pitchFamily="49" charset="0"/>
              </a:rPr>
              <a:t>Andalucia</a:t>
            </a:r>
            <a:endParaRPr lang="es-ES" b="1" dirty="0">
              <a:solidFill>
                <a:schemeClr val="accent3"/>
              </a:solidFill>
              <a:latin typeface="Consolas" panose="020B0609020204030204" pitchFamily="49" charset="0"/>
            </a:endParaRPr>
          </a:p>
          <a:p>
            <a:r>
              <a:rPr lang="es-ES" b="1" dirty="0">
                <a:solidFill>
                  <a:schemeClr val="accent3"/>
                </a:solidFill>
                <a:latin typeface="Consolas" panose="020B0609020204030204" pitchFamily="49" charset="0"/>
              </a:rPr>
              <a:t>7º Crea una clase que lea el contenido de ese fichero.</a:t>
            </a:r>
          </a:p>
          <a:p>
            <a:endParaRPr lang="es-ES" b="1" dirty="0">
              <a:solidFill>
                <a:schemeClr val="accent3"/>
              </a:solidFill>
              <a:latin typeface="Consolas" panose="020B0609020204030204" pitchFamily="49" charset="0"/>
            </a:endParaRPr>
          </a:p>
          <a:p>
            <a:endParaRPr lang="es-ES" dirty="0">
              <a:solidFill>
                <a:srgbClr val="2A00FF"/>
              </a:solidFill>
              <a:effectLst/>
              <a:latin typeface="Consolas" panose="020B0609020204030204" pitchFamily="49" charset="0"/>
            </a:endParaRPr>
          </a:p>
          <a:p>
            <a:endParaRPr lang="es-ES" sz="2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6610C2F-8E37-A786-7586-EFA155767D7D}"/>
              </a:ext>
            </a:extLst>
          </p:cNvPr>
          <p:cNvSpPr txBox="1"/>
          <p:nvPr/>
        </p:nvSpPr>
        <p:spPr>
          <a:xfrm>
            <a:off x="2647950" y="2160320"/>
            <a:ext cx="7582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Cada clase le pondremos un nombre, Ejemplo: Ejercicio1CrearCarpeta</a:t>
            </a:r>
          </a:p>
        </p:txBody>
      </p:sp>
    </p:spTree>
    <p:extLst>
      <p:ext uri="{BB962C8B-B14F-4D97-AF65-F5344CB8AC3E}">
        <p14:creationId xmlns:p14="http://schemas.microsoft.com/office/powerpoint/2010/main" val="3607039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0A5E5-97D9-E5E4-4CAB-9CE187DFE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0"/>
            <a:ext cx="11049000" cy="442281"/>
          </a:xfrm>
        </p:spPr>
        <p:txBody>
          <a:bodyPr>
            <a:noAutofit/>
          </a:bodyPr>
          <a:lstStyle/>
          <a:p>
            <a:r>
              <a:rPr lang="es-ES" sz="1800" dirty="0"/>
              <a:t>Creando y leyendo ficheros binarios: ejemplo en el que pide un nombre de usuario y contraseña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57D94E-0031-1742-8974-32A34A8FB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590550"/>
            <a:ext cx="11972924" cy="6181725"/>
          </a:xfrm>
        </p:spPr>
        <p:txBody>
          <a:bodyPr>
            <a:normAutofit fontScale="77500" lnSpcReduction="2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FicheroBinario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s-ES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s-ES" sz="18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throws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ClassNotFoundException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usuario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clave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Escribir objetos en el archivo</a:t>
            </a:r>
            <a:endParaRPr lang="es-E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ObjectOutputStream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oos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ObjectOutputStream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FileOutputStream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"c:\\prueba1\\config.txt"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InputStreamReader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(System.</a:t>
            </a:r>
            <a:r>
              <a:rPr lang="es-ES" sz="1800" b="1" i="1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s-ES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"Ingrese el nombre de usuario: "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	usuario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.readLine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s-ES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"Ingrese la clave: "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	clave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.readLine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s-ES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oos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.writeObject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usuario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s-ES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oos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.writeObject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clave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s-E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s-ES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"Error al escribir en el archivo: "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s-ES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.getMessage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Leer objetos desde el archivo</a:t>
            </a:r>
            <a:endParaRPr lang="es-E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ObjectInputStream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ois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ObjectInputStream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FileInputStream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"c:\\prueba1\\config.txt"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	usuario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s-ES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ois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.readObject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	clave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s-ES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ois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.readObject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s-E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s-ES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"Error al leer del archivo: "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s-ES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.getMessage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s-E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s-ES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"Nombre de usuario: "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s-E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usuario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s-ES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"Clave: "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s-E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clave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96434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4F478-942C-0158-F7C4-2944C5723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final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C366B4-BA5D-B347-4087-F5E961CF8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Crear un menú que me permita crear carpeta, crear fichero, borrar carpeta, borrar fichero, leer fichero y salir.</a:t>
            </a:r>
          </a:p>
          <a:p>
            <a:r>
              <a:rPr lang="es-ES" dirty="0"/>
              <a:t>La carpeta se creará dentro de c: </a:t>
            </a:r>
            <a:r>
              <a:rPr lang="es-ES"/>
              <a:t>por ejemplo c:\prueba</a:t>
            </a:r>
            <a:endParaRPr lang="es-ES" dirty="0"/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71CEE1-20D1-9253-EE83-3283DA1F2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180" y="2919303"/>
            <a:ext cx="2438740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729338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nalogousFromRegularSeedRightStep">
      <a:dk1>
        <a:srgbClr val="000000"/>
      </a:dk1>
      <a:lt1>
        <a:srgbClr val="FFFFFF"/>
      </a:lt1>
      <a:dk2>
        <a:srgbClr val="261A2E"/>
      </a:dk2>
      <a:lt2>
        <a:srgbClr val="F3F0F0"/>
      </a:lt2>
      <a:accent1>
        <a:srgbClr val="20B4A8"/>
      </a:accent1>
      <a:accent2>
        <a:srgbClr val="1795D5"/>
      </a:accent2>
      <a:accent3>
        <a:srgbClr val="2957E7"/>
      </a:accent3>
      <a:accent4>
        <a:srgbClr val="482AD8"/>
      </a:accent4>
      <a:accent5>
        <a:srgbClr val="9929E7"/>
      </a:accent5>
      <a:accent6>
        <a:srgbClr val="D517D4"/>
      </a:accent6>
      <a:hlink>
        <a:srgbClr val="BF3F49"/>
      </a:hlink>
      <a:folHlink>
        <a:srgbClr val="7F7F7F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1911</Words>
  <Application>Microsoft Office PowerPoint</Application>
  <PresentationFormat>Panorámica</PresentationFormat>
  <Paragraphs>190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Batang</vt:lpstr>
      <vt:lpstr>Arial</vt:lpstr>
      <vt:lpstr>Avenir Next LT Pro Light</vt:lpstr>
      <vt:lpstr>Calibri</vt:lpstr>
      <vt:lpstr>Consolas</vt:lpstr>
      <vt:lpstr>Söhne</vt:lpstr>
      <vt:lpstr>Times New Roman</vt:lpstr>
      <vt:lpstr>AlignmentVTI</vt:lpstr>
      <vt:lpstr>1. Gestión de la información almacenada en Ficheros. </vt:lpstr>
      <vt:lpstr>CLASES ASOCIADAS A LAS OPERACIONES DE GESTIÓN DE FICHEROS Y DIRECTORIOS</vt:lpstr>
      <vt:lpstr>Presentación de PowerPoint</vt:lpstr>
      <vt:lpstr>Crear directorios con mkdir</vt:lpstr>
      <vt:lpstr>Crear un fichero: Ejemplo</vt:lpstr>
      <vt:lpstr>Borrar un fichero</vt:lpstr>
      <vt:lpstr>Flujos</vt:lpstr>
      <vt:lpstr>Tipos de flujos</vt:lpstr>
      <vt:lpstr>Serializar</vt:lpstr>
      <vt:lpstr>FLUJOS BASADOS EN CARACTERES</vt:lpstr>
      <vt:lpstr>BufferedReader: </vt:lpstr>
      <vt:lpstr>BufferedInputStream:</vt:lpstr>
      <vt:lpstr>BufferedWriter:</vt:lpstr>
      <vt:lpstr>BufferedOutputStream:</vt:lpstr>
      <vt:lpstr>Ejercicio: crear las siguientes clases</vt:lpstr>
      <vt:lpstr>Creando y leyendo ficheros binarios: ejemplo en el que pide un nombre de usuario y contraseña</vt:lpstr>
      <vt:lpstr>Ejercicio final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Gestión de la información almacenada en Ficheros. </dc:title>
  <dc:creator>Alberto Ruiz</dc:creator>
  <cp:lastModifiedBy>Alberto Ruiz</cp:lastModifiedBy>
  <cp:revision>1</cp:revision>
  <dcterms:created xsi:type="dcterms:W3CDTF">2023-11-30T11:34:01Z</dcterms:created>
  <dcterms:modified xsi:type="dcterms:W3CDTF">2024-10-01T16:12:40Z</dcterms:modified>
</cp:coreProperties>
</file>