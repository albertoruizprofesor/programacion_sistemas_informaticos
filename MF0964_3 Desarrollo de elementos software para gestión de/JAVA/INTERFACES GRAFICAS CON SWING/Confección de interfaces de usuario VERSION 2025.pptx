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7" r:id="rId3"/>
    <p:sldId id="307" r:id="rId4"/>
    <p:sldId id="274" r:id="rId5"/>
    <p:sldId id="275" r:id="rId6"/>
    <p:sldId id="276" r:id="rId7"/>
    <p:sldId id="277" r:id="rId8"/>
    <p:sldId id="289" r:id="rId9"/>
    <p:sldId id="290" r:id="rId10"/>
    <p:sldId id="308" r:id="rId11"/>
    <p:sldId id="283" r:id="rId12"/>
    <p:sldId id="270"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281" r:id="rId32"/>
    <p:sldId id="280" r:id="rId33"/>
    <p:sldId id="282" r:id="rId34"/>
    <p:sldId id="288" r:id="rId35"/>
    <p:sldId id="284" r:id="rId36"/>
    <p:sldId id="294" r:id="rId37"/>
    <p:sldId id="285" r:id="rId38"/>
    <p:sldId id="295" r:id="rId39"/>
    <p:sldId id="303" r:id="rId40"/>
    <p:sldId id="309" r:id="rId41"/>
    <p:sldId id="271" r:id="rId42"/>
    <p:sldId id="272" r:id="rId43"/>
    <p:sldId id="273" r:id="rId44"/>
    <p:sldId id="332" r:id="rId45"/>
    <p:sldId id="333" r:id="rId46"/>
    <p:sldId id="334" r:id="rId47"/>
    <p:sldId id="335" r:id="rId48"/>
    <p:sldId id="336" r:id="rId49"/>
    <p:sldId id="337" r:id="rId50"/>
    <p:sldId id="338" r:id="rId51"/>
    <p:sldId id="310" r:id="rId52"/>
    <p:sldId id="339" r:id="rId53"/>
    <p:sldId id="340" r:id="rId54"/>
    <p:sldId id="341" r:id="rId55"/>
    <p:sldId id="342" r:id="rId56"/>
    <p:sldId id="343" r:id="rId57"/>
    <p:sldId id="344" r:id="rId58"/>
    <p:sldId id="345" r:id="rId59"/>
    <p:sldId id="346" r:id="rId60"/>
    <p:sldId id="347" r:id="rId61"/>
    <p:sldId id="269" r:id="rId62"/>
    <p:sldId id="291" r:id="rId63"/>
    <p:sldId id="292" r:id="rId64"/>
    <p:sldId id="278" r:id="rId65"/>
    <p:sldId id="279" r:id="rId66"/>
    <p:sldId id="293" r:id="rId67"/>
    <p:sldId id="311" r:id="rId68"/>
    <p:sldId id="348" r:id="rId69"/>
    <p:sldId id="349" r:id="rId70"/>
    <p:sldId id="302" r:id="rId71"/>
    <p:sldId id="300" r:id="rId72"/>
    <p:sldId id="299" r:id="rId73"/>
    <p:sldId id="301" r:id="rId74"/>
    <p:sldId id="313" r:id="rId75"/>
    <p:sldId id="296" r:id="rId76"/>
    <p:sldId id="350" r:id="rId77"/>
    <p:sldId id="351" r:id="rId78"/>
    <p:sldId id="352" r:id="rId79"/>
    <p:sldId id="353" r:id="rId80"/>
    <p:sldId id="354" r:id="rId81"/>
    <p:sldId id="306" r:id="rId8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415BD-915C-40B9-8516-441B93E03E76}" v="2" dt="2024-10-18T07:45:00.45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4B6415BD-915C-40B9-8516-441B93E03E76}"/>
    <pc:docChg chg="modSld">
      <pc:chgData name="Alberto Ruiz" userId="47fa91d207cfb014" providerId="LiveId" clId="{4B6415BD-915C-40B9-8516-441B93E03E76}" dt="2024-10-18T07:45:00.451" v="1" actId="6549"/>
      <pc:docMkLst>
        <pc:docMk/>
      </pc:docMkLst>
      <pc:sldChg chg="modSp mod">
        <pc:chgData name="Alberto Ruiz" userId="47fa91d207cfb014" providerId="LiveId" clId="{4B6415BD-915C-40B9-8516-441B93E03E76}" dt="2024-10-18T07:45:00.451" v="1" actId="6549"/>
        <pc:sldMkLst>
          <pc:docMk/>
          <pc:sldMk cId="479753400" sldId="256"/>
        </pc:sldMkLst>
        <pc:spChg chg="mod">
          <ac:chgData name="Alberto Ruiz" userId="47fa91d207cfb014" providerId="LiveId" clId="{4B6415BD-915C-40B9-8516-441B93E03E76}" dt="2024-10-18T07:45:00.451" v="1" actId="6549"/>
          <ac:spMkLst>
            <pc:docMk/>
            <pc:sldMk cId="479753400" sldId="256"/>
            <ac:spMk id="2" creationId="{7317CB11-17FA-8764-9FD2-D01F73B095C7}"/>
          </ac:spMkLst>
        </pc:spChg>
      </pc:sldChg>
    </pc:docChg>
  </pc:docChgLst>
  <pc:docChgLst>
    <pc:chgData name="Alberto Ruiz" userId="47fa91d207cfb014" providerId="LiveId" clId="{86B9FD6E-FCCE-47D3-B210-21601CD691C7}"/>
    <pc:docChg chg="custSel addSld delSld modSld sldOrd">
      <pc:chgData name="Alberto Ruiz" userId="47fa91d207cfb014" providerId="LiveId" clId="{86B9FD6E-FCCE-47D3-B210-21601CD691C7}" dt="2023-12-07T12:02:44.957" v="342"/>
      <pc:docMkLst>
        <pc:docMk/>
      </pc:docMkLst>
      <pc:sldChg chg="modSp mod">
        <pc:chgData name="Alberto Ruiz" userId="47fa91d207cfb014" providerId="LiveId" clId="{86B9FD6E-FCCE-47D3-B210-21601CD691C7}" dt="2023-11-23T11:17:41.970" v="0" actId="1076"/>
        <pc:sldMkLst>
          <pc:docMk/>
          <pc:sldMk cId="2486387672" sldId="284"/>
        </pc:sldMkLst>
        <pc:spChg chg="mod">
          <ac:chgData name="Alberto Ruiz" userId="47fa91d207cfb014" providerId="LiveId" clId="{86B9FD6E-FCCE-47D3-B210-21601CD691C7}" dt="2023-11-23T11:17:41.970" v="0" actId="1076"/>
          <ac:spMkLst>
            <pc:docMk/>
            <pc:sldMk cId="2486387672" sldId="284"/>
            <ac:spMk id="10" creationId="{5E306057-1FD6-F980-CBE5-190082DB129E}"/>
          </ac:spMkLst>
        </pc:spChg>
      </pc:sldChg>
      <pc:sldChg chg="addSp delSp modSp del mod">
        <pc:chgData name="Alberto Ruiz" userId="47fa91d207cfb014" providerId="LiveId" clId="{86B9FD6E-FCCE-47D3-B210-21601CD691C7}" dt="2023-11-23T12:17:08.285" v="53" actId="47"/>
        <pc:sldMkLst>
          <pc:docMk/>
          <pc:sldMk cId="3395675315" sldId="286"/>
        </pc:sldMkLst>
        <pc:spChg chg="mod">
          <ac:chgData name="Alberto Ruiz" userId="47fa91d207cfb014" providerId="LiveId" clId="{86B9FD6E-FCCE-47D3-B210-21601CD691C7}" dt="2023-11-23T12:16:57.063" v="29" actId="122"/>
          <ac:spMkLst>
            <pc:docMk/>
            <pc:sldMk cId="3395675315" sldId="286"/>
            <ac:spMk id="2" creationId="{D04543A0-1F7C-2C63-D020-71DDBBA18A12}"/>
          </ac:spMkLst>
        </pc:spChg>
        <pc:spChg chg="del mod">
          <ac:chgData name="Alberto Ruiz" userId="47fa91d207cfb014" providerId="LiveId" clId="{86B9FD6E-FCCE-47D3-B210-21601CD691C7}" dt="2023-11-23T12:17:06.415" v="52" actId="478"/>
          <ac:spMkLst>
            <pc:docMk/>
            <pc:sldMk cId="3395675315" sldId="286"/>
            <ac:spMk id="3" creationId="{444E1217-EDC6-83F6-FED6-71222479B038}"/>
          </ac:spMkLst>
        </pc:spChg>
        <pc:spChg chg="add mod">
          <ac:chgData name="Alberto Ruiz" userId="47fa91d207cfb014" providerId="LiveId" clId="{86B9FD6E-FCCE-47D3-B210-21601CD691C7}" dt="2023-11-23T12:17:06.415" v="52" actId="478"/>
          <ac:spMkLst>
            <pc:docMk/>
            <pc:sldMk cId="3395675315" sldId="286"/>
            <ac:spMk id="6" creationId="{941D7BA5-38B9-DB23-0854-3DF0307F9852}"/>
          </ac:spMkLst>
        </pc:spChg>
      </pc:sldChg>
      <pc:sldChg chg="del">
        <pc:chgData name="Alberto Ruiz" userId="47fa91d207cfb014" providerId="LiveId" clId="{86B9FD6E-FCCE-47D3-B210-21601CD691C7}" dt="2023-11-23T12:17:10.245" v="54" actId="47"/>
        <pc:sldMkLst>
          <pc:docMk/>
          <pc:sldMk cId="1698724858" sldId="287"/>
        </pc:sldMkLst>
      </pc:sldChg>
      <pc:sldChg chg="modSp new mod">
        <pc:chgData name="Alberto Ruiz" userId="47fa91d207cfb014" providerId="LiveId" clId="{86B9FD6E-FCCE-47D3-B210-21601CD691C7}" dt="2023-11-23T12:53:57.039" v="69" actId="27636"/>
        <pc:sldMkLst>
          <pc:docMk/>
          <pc:sldMk cId="3835259904" sldId="295"/>
        </pc:sldMkLst>
        <pc:spChg chg="mod">
          <ac:chgData name="Alberto Ruiz" userId="47fa91d207cfb014" providerId="LiveId" clId="{86B9FD6E-FCCE-47D3-B210-21601CD691C7}" dt="2023-11-23T12:53:44.281" v="64" actId="1076"/>
          <ac:spMkLst>
            <pc:docMk/>
            <pc:sldMk cId="3835259904" sldId="295"/>
            <ac:spMk id="2" creationId="{D2522B44-E070-DF8D-007F-F1A0750A6226}"/>
          </ac:spMkLst>
        </pc:spChg>
        <pc:spChg chg="mod">
          <ac:chgData name="Alberto Ruiz" userId="47fa91d207cfb014" providerId="LiveId" clId="{86B9FD6E-FCCE-47D3-B210-21601CD691C7}" dt="2023-11-23T12:53:57.039" v="69" actId="27636"/>
          <ac:spMkLst>
            <pc:docMk/>
            <pc:sldMk cId="3835259904" sldId="295"/>
            <ac:spMk id="3" creationId="{B5CF809D-B150-1254-58AC-3C72E924FAB8}"/>
          </ac:spMkLst>
        </pc:spChg>
      </pc:sldChg>
      <pc:sldChg chg="addSp delSp modSp new mod">
        <pc:chgData name="Alberto Ruiz" userId="47fa91d207cfb014" providerId="LiveId" clId="{86B9FD6E-FCCE-47D3-B210-21601CD691C7}" dt="2023-11-23T12:54:17.919" v="81" actId="1076"/>
        <pc:sldMkLst>
          <pc:docMk/>
          <pc:sldMk cId="2360850769" sldId="296"/>
        </pc:sldMkLst>
        <pc:spChg chg="del">
          <ac:chgData name="Alberto Ruiz" userId="47fa91d207cfb014" providerId="LiveId" clId="{86B9FD6E-FCCE-47D3-B210-21601CD691C7}" dt="2023-11-23T12:54:05.713" v="71"/>
          <ac:spMkLst>
            <pc:docMk/>
            <pc:sldMk cId="2360850769" sldId="296"/>
            <ac:spMk id="3" creationId="{65BE416B-56AB-F17B-4E0B-E1F7D988DE9D}"/>
          </ac:spMkLst>
        </pc:spChg>
        <pc:graphicFrameChg chg="add mod modGraphic">
          <ac:chgData name="Alberto Ruiz" userId="47fa91d207cfb014" providerId="LiveId" clId="{86B9FD6E-FCCE-47D3-B210-21601CD691C7}" dt="2023-11-23T12:54:17.919" v="81" actId="1076"/>
          <ac:graphicFrameMkLst>
            <pc:docMk/>
            <pc:sldMk cId="2360850769" sldId="296"/>
            <ac:graphicFrameMk id="4" creationId="{BE712FD4-6CEF-5EBA-2CAE-E74E7DFBC04D}"/>
          </ac:graphicFrameMkLst>
        </pc:graphicFrameChg>
      </pc:sldChg>
      <pc:sldChg chg="modSp new mod">
        <pc:chgData name="Alberto Ruiz" userId="47fa91d207cfb014" providerId="LiveId" clId="{86B9FD6E-FCCE-47D3-B210-21601CD691C7}" dt="2023-11-23T16:21:37.724" v="265" actId="14100"/>
        <pc:sldMkLst>
          <pc:docMk/>
          <pc:sldMk cId="1280474695" sldId="297"/>
        </pc:sldMkLst>
        <pc:spChg chg="mod">
          <ac:chgData name="Alberto Ruiz" userId="47fa91d207cfb014" providerId="LiveId" clId="{86B9FD6E-FCCE-47D3-B210-21601CD691C7}" dt="2023-11-23T12:56:02.778" v="97" actId="403"/>
          <ac:spMkLst>
            <pc:docMk/>
            <pc:sldMk cId="1280474695" sldId="297"/>
            <ac:spMk id="2" creationId="{877EBB00-FEB3-551F-6393-63DD4A11DEE0}"/>
          </ac:spMkLst>
        </pc:spChg>
        <pc:spChg chg="mod">
          <ac:chgData name="Alberto Ruiz" userId="47fa91d207cfb014" providerId="LiveId" clId="{86B9FD6E-FCCE-47D3-B210-21601CD691C7}" dt="2023-11-23T16:21:37.724" v="265" actId="14100"/>
          <ac:spMkLst>
            <pc:docMk/>
            <pc:sldMk cId="1280474695" sldId="297"/>
            <ac:spMk id="3" creationId="{D0205108-579E-AB73-CAA5-1A7BBA4731EA}"/>
          </ac:spMkLst>
        </pc:spChg>
      </pc:sldChg>
      <pc:sldChg chg="new del">
        <pc:chgData name="Alberto Ruiz" userId="47fa91d207cfb014" providerId="LiveId" clId="{86B9FD6E-FCCE-47D3-B210-21601CD691C7}" dt="2023-11-23T12:54:43.782" v="83" actId="47"/>
        <pc:sldMkLst>
          <pc:docMk/>
          <pc:sldMk cId="1760475939" sldId="297"/>
        </pc:sldMkLst>
      </pc:sldChg>
      <pc:sldChg chg="addSp delSp modSp new mod">
        <pc:chgData name="Alberto Ruiz" userId="47fa91d207cfb014" providerId="LiveId" clId="{86B9FD6E-FCCE-47D3-B210-21601CD691C7}" dt="2023-11-23T12:56:49.659" v="129" actId="1076"/>
        <pc:sldMkLst>
          <pc:docMk/>
          <pc:sldMk cId="1531403697" sldId="298"/>
        </pc:sldMkLst>
        <pc:spChg chg="mod">
          <ac:chgData name="Alberto Ruiz" userId="47fa91d207cfb014" providerId="LiveId" clId="{86B9FD6E-FCCE-47D3-B210-21601CD691C7}" dt="2023-11-23T12:56:40.811" v="123" actId="20577"/>
          <ac:spMkLst>
            <pc:docMk/>
            <pc:sldMk cId="1531403697" sldId="298"/>
            <ac:spMk id="2" creationId="{780C1B36-1797-84EF-616A-A370388A6D49}"/>
          </ac:spMkLst>
        </pc:spChg>
        <pc:spChg chg="mod">
          <ac:chgData name="Alberto Ruiz" userId="47fa91d207cfb014" providerId="LiveId" clId="{86B9FD6E-FCCE-47D3-B210-21601CD691C7}" dt="2023-11-23T12:56:49.659" v="129" actId="1076"/>
          <ac:spMkLst>
            <pc:docMk/>
            <pc:sldMk cId="1531403697" sldId="298"/>
            <ac:spMk id="3" creationId="{8ED44C60-7D5B-9CE9-CF44-FF3F0F5D96B8}"/>
          </ac:spMkLst>
        </pc:spChg>
        <pc:spChg chg="add del">
          <ac:chgData name="Alberto Ruiz" userId="47fa91d207cfb014" providerId="LiveId" clId="{86B9FD6E-FCCE-47D3-B210-21601CD691C7}" dt="2023-11-23T12:56:44.766" v="125"/>
          <ac:spMkLst>
            <pc:docMk/>
            <pc:sldMk cId="1531403697" sldId="298"/>
            <ac:spMk id="4" creationId="{012519A1-1C06-1C06-AAD2-3D8260D7D154}"/>
          </ac:spMkLst>
        </pc:spChg>
        <pc:spChg chg="add del">
          <ac:chgData name="Alberto Ruiz" userId="47fa91d207cfb014" providerId="LiveId" clId="{86B9FD6E-FCCE-47D3-B210-21601CD691C7}" dt="2023-11-23T12:56:44.766" v="125"/>
          <ac:spMkLst>
            <pc:docMk/>
            <pc:sldMk cId="1531403697" sldId="298"/>
            <ac:spMk id="5" creationId="{5E87B9B3-0AB4-34EF-0C54-C5B99E38106E}"/>
          </ac:spMkLst>
        </pc:spChg>
        <pc:picChg chg="add del">
          <ac:chgData name="Alberto Ruiz" userId="47fa91d207cfb014" providerId="LiveId" clId="{86B9FD6E-FCCE-47D3-B210-21601CD691C7}" dt="2023-11-23T12:56:44.766" v="125"/>
          <ac:picMkLst>
            <pc:docMk/>
            <pc:sldMk cId="1531403697" sldId="298"/>
            <ac:picMk id="2049" creationId="{E9AA849F-3F5C-33E7-E01A-880F985092C6}"/>
          </ac:picMkLst>
        </pc:picChg>
      </pc:sldChg>
      <pc:sldChg chg="modSp new mod">
        <pc:chgData name="Alberto Ruiz" userId="47fa91d207cfb014" providerId="LiveId" clId="{86B9FD6E-FCCE-47D3-B210-21601CD691C7}" dt="2023-11-23T12:57:14.764" v="137" actId="27636"/>
        <pc:sldMkLst>
          <pc:docMk/>
          <pc:sldMk cId="3590990848" sldId="299"/>
        </pc:sldMkLst>
        <pc:spChg chg="mod">
          <ac:chgData name="Alberto Ruiz" userId="47fa91d207cfb014" providerId="LiveId" clId="{86B9FD6E-FCCE-47D3-B210-21601CD691C7}" dt="2023-11-23T12:57:14.764" v="137" actId="27636"/>
          <ac:spMkLst>
            <pc:docMk/>
            <pc:sldMk cId="3590990848" sldId="299"/>
            <ac:spMk id="3" creationId="{220D9892-EBCE-2D36-2D8C-DA2C4D6419B6}"/>
          </ac:spMkLst>
        </pc:spChg>
      </pc:sldChg>
      <pc:sldChg chg="modSp new mod ord">
        <pc:chgData name="Alberto Ruiz" userId="47fa91d207cfb014" providerId="LiveId" clId="{86B9FD6E-FCCE-47D3-B210-21601CD691C7}" dt="2023-11-23T16:06:41.001" v="214"/>
        <pc:sldMkLst>
          <pc:docMk/>
          <pc:sldMk cId="1334630137" sldId="300"/>
        </pc:sldMkLst>
        <pc:spChg chg="mod">
          <ac:chgData name="Alberto Ruiz" userId="47fa91d207cfb014" providerId="LiveId" clId="{86B9FD6E-FCCE-47D3-B210-21601CD691C7}" dt="2023-11-23T12:58:10.945" v="155" actId="1076"/>
          <ac:spMkLst>
            <pc:docMk/>
            <pc:sldMk cId="1334630137" sldId="300"/>
            <ac:spMk id="2" creationId="{648D2054-033E-CB62-EC53-CDC8FD6A2D6D}"/>
          </ac:spMkLst>
        </pc:spChg>
        <pc:spChg chg="mod">
          <ac:chgData name="Alberto Ruiz" userId="47fa91d207cfb014" providerId="LiveId" clId="{86B9FD6E-FCCE-47D3-B210-21601CD691C7}" dt="2023-11-23T12:57:59.612" v="154" actId="403"/>
          <ac:spMkLst>
            <pc:docMk/>
            <pc:sldMk cId="1334630137" sldId="300"/>
            <ac:spMk id="3" creationId="{C3B0468D-5ADF-8E45-B98B-88BE1F0A8197}"/>
          </ac:spMkLst>
        </pc:spChg>
      </pc:sldChg>
      <pc:sldChg chg="modSp new mod">
        <pc:chgData name="Alberto Ruiz" userId="47fa91d207cfb014" providerId="LiveId" clId="{86B9FD6E-FCCE-47D3-B210-21601CD691C7}" dt="2023-11-23T12:58:36.865" v="184" actId="1076"/>
        <pc:sldMkLst>
          <pc:docMk/>
          <pc:sldMk cId="648333400" sldId="301"/>
        </pc:sldMkLst>
        <pc:spChg chg="mod">
          <ac:chgData name="Alberto Ruiz" userId="47fa91d207cfb014" providerId="LiveId" clId="{86B9FD6E-FCCE-47D3-B210-21601CD691C7}" dt="2023-11-23T12:58:30.787" v="178" actId="20577"/>
          <ac:spMkLst>
            <pc:docMk/>
            <pc:sldMk cId="648333400" sldId="301"/>
            <ac:spMk id="2" creationId="{3BD56768-733A-01C4-0234-D67B505484DA}"/>
          </ac:spMkLst>
        </pc:spChg>
        <pc:spChg chg="mod">
          <ac:chgData name="Alberto Ruiz" userId="47fa91d207cfb014" providerId="LiveId" clId="{86B9FD6E-FCCE-47D3-B210-21601CD691C7}" dt="2023-11-23T12:58:36.865" v="184" actId="1076"/>
          <ac:spMkLst>
            <pc:docMk/>
            <pc:sldMk cId="648333400" sldId="301"/>
            <ac:spMk id="3" creationId="{EE47C799-D095-6EA1-2A35-44DB3858C21B}"/>
          </ac:spMkLst>
        </pc:spChg>
      </pc:sldChg>
      <pc:sldChg chg="modSp new mod ord">
        <pc:chgData name="Alberto Ruiz" userId="47fa91d207cfb014" providerId="LiveId" clId="{86B9FD6E-FCCE-47D3-B210-21601CD691C7}" dt="2023-11-23T16:21:52.867" v="272" actId="14100"/>
        <pc:sldMkLst>
          <pc:docMk/>
          <pc:sldMk cId="3581618176" sldId="302"/>
        </pc:sldMkLst>
        <pc:spChg chg="mod">
          <ac:chgData name="Alberto Ruiz" userId="47fa91d207cfb014" providerId="LiveId" clId="{86B9FD6E-FCCE-47D3-B210-21601CD691C7}" dt="2023-11-23T16:21:48.422" v="270" actId="14100"/>
          <ac:spMkLst>
            <pc:docMk/>
            <pc:sldMk cId="3581618176" sldId="302"/>
            <ac:spMk id="2" creationId="{63204D00-C69E-C96F-9CBB-78F4089EA9AC}"/>
          </ac:spMkLst>
        </pc:spChg>
        <pc:spChg chg="mod">
          <ac:chgData name="Alberto Ruiz" userId="47fa91d207cfb014" providerId="LiveId" clId="{86B9FD6E-FCCE-47D3-B210-21601CD691C7}" dt="2023-11-23T16:21:52.867" v="272" actId="14100"/>
          <ac:spMkLst>
            <pc:docMk/>
            <pc:sldMk cId="3581618176" sldId="302"/>
            <ac:spMk id="3" creationId="{C25E5E47-84E5-F554-2AF8-9122FA2D3723}"/>
          </ac:spMkLst>
        </pc:spChg>
      </pc:sldChg>
      <pc:sldChg chg="modSp new mod ord">
        <pc:chgData name="Alberto Ruiz" userId="47fa91d207cfb014" providerId="LiveId" clId="{86B9FD6E-FCCE-47D3-B210-21601CD691C7}" dt="2023-11-23T16:22:08.742" v="283" actId="403"/>
        <pc:sldMkLst>
          <pc:docMk/>
          <pc:sldMk cId="2719879875" sldId="303"/>
        </pc:sldMkLst>
        <pc:spChg chg="mod">
          <ac:chgData name="Alberto Ruiz" userId="47fa91d207cfb014" providerId="LiveId" clId="{86B9FD6E-FCCE-47D3-B210-21601CD691C7}" dt="2023-11-23T16:21:59.497" v="274" actId="27636"/>
          <ac:spMkLst>
            <pc:docMk/>
            <pc:sldMk cId="2719879875" sldId="303"/>
            <ac:spMk id="2" creationId="{377DB158-C7B5-4799-5155-3483E594C237}"/>
          </ac:spMkLst>
        </pc:spChg>
        <pc:spChg chg="mod">
          <ac:chgData name="Alberto Ruiz" userId="47fa91d207cfb014" providerId="LiveId" clId="{86B9FD6E-FCCE-47D3-B210-21601CD691C7}" dt="2023-11-23T16:22:08.742" v="283" actId="403"/>
          <ac:spMkLst>
            <pc:docMk/>
            <pc:sldMk cId="2719879875" sldId="303"/>
            <ac:spMk id="3" creationId="{0FFBF169-55AE-4024-C9DA-CB1AAB3144AC}"/>
          </ac:spMkLst>
        </pc:spChg>
      </pc:sldChg>
      <pc:sldChg chg="addSp delSp modSp new del mod">
        <pc:chgData name="Alberto Ruiz" userId="47fa91d207cfb014" providerId="LiveId" clId="{86B9FD6E-FCCE-47D3-B210-21601CD691C7}" dt="2023-11-23T16:23:20.447" v="291" actId="47"/>
        <pc:sldMkLst>
          <pc:docMk/>
          <pc:sldMk cId="1940973219" sldId="304"/>
        </pc:sldMkLst>
        <pc:spChg chg="mod">
          <ac:chgData name="Alberto Ruiz" userId="47fa91d207cfb014" providerId="LiveId" clId="{86B9FD6E-FCCE-47D3-B210-21601CD691C7}" dt="2023-11-23T16:22:25.077" v="288" actId="1076"/>
          <ac:spMkLst>
            <pc:docMk/>
            <pc:sldMk cId="1940973219" sldId="304"/>
            <ac:spMk id="2" creationId="{6E8D0734-0D72-8602-819E-564E737B0279}"/>
          </ac:spMkLst>
        </pc:spChg>
        <pc:spChg chg="add del mod">
          <ac:chgData name="Alberto Ruiz" userId="47fa91d207cfb014" providerId="LiveId" clId="{86B9FD6E-FCCE-47D3-B210-21601CD691C7}" dt="2023-11-23T16:22:26.979" v="290" actId="27636"/>
          <ac:spMkLst>
            <pc:docMk/>
            <pc:sldMk cId="1940973219" sldId="304"/>
            <ac:spMk id="3" creationId="{C0553210-C186-CE75-3AD1-D5E4FC59D120}"/>
          </ac:spMkLst>
        </pc:spChg>
        <pc:spChg chg="add del mod">
          <ac:chgData name="Alberto Ruiz" userId="47fa91d207cfb014" providerId="LiveId" clId="{86B9FD6E-FCCE-47D3-B210-21601CD691C7}" dt="2023-11-23T16:19:49.296" v="237"/>
          <ac:spMkLst>
            <pc:docMk/>
            <pc:sldMk cId="1940973219" sldId="304"/>
            <ac:spMk id="4" creationId="{A0D00A55-9610-B20E-B94B-FDF410D994AF}"/>
          </ac:spMkLst>
        </pc:spChg>
      </pc:sldChg>
      <pc:sldChg chg="addSp delSp modSp new mod">
        <pc:chgData name="Alberto Ruiz" userId="47fa91d207cfb014" providerId="LiveId" clId="{86B9FD6E-FCCE-47D3-B210-21601CD691C7}" dt="2023-12-07T12:02:44.957" v="342"/>
        <pc:sldMkLst>
          <pc:docMk/>
          <pc:sldMk cId="3729675492" sldId="305"/>
        </pc:sldMkLst>
        <pc:spChg chg="del">
          <ac:chgData name="Alberto Ruiz" userId="47fa91d207cfb014" providerId="LiveId" clId="{86B9FD6E-FCCE-47D3-B210-21601CD691C7}" dt="2023-11-23T16:20:49.630" v="249"/>
          <ac:spMkLst>
            <pc:docMk/>
            <pc:sldMk cId="3729675492" sldId="305"/>
            <ac:spMk id="3" creationId="{6325D39F-DE30-0CF6-6368-8F043EF09EB0}"/>
          </ac:spMkLst>
        </pc:spChg>
        <pc:graphicFrameChg chg="add mod modGraphic">
          <ac:chgData name="Alberto Ruiz" userId="47fa91d207cfb014" providerId="LiveId" clId="{86B9FD6E-FCCE-47D3-B210-21601CD691C7}" dt="2023-12-07T12:02:44.957" v="342"/>
          <ac:graphicFrameMkLst>
            <pc:docMk/>
            <pc:sldMk cId="3729675492" sldId="305"/>
            <ac:graphicFrameMk id="4" creationId="{FBB683DA-FECE-03B5-ABD7-D57B35A308D7}"/>
          </ac:graphicFrameMkLst>
        </pc:graphicFrameChg>
      </pc:sldChg>
      <pc:sldChg chg="addSp delSp modSp new mod">
        <pc:chgData name="Alberto Ruiz" userId="47fa91d207cfb014" providerId="LiveId" clId="{86B9FD6E-FCCE-47D3-B210-21601CD691C7}" dt="2023-11-26T09:57:26.786" v="341" actId="20577"/>
        <pc:sldMkLst>
          <pc:docMk/>
          <pc:sldMk cId="1031569987" sldId="306"/>
        </pc:sldMkLst>
        <pc:spChg chg="mod">
          <ac:chgData name="Alberto Ruiz" userId="47fa91d207cfb014" providerId="LiveId" clId="{86B9FD6E-FCCE-47D3-B210-21601CD691C7}" dt="2023-11-26T09:57:26.786" v="341" actId="20577"/>
          <ac:spMkLst>
            <pc:docMk/>
            <pc:sldMk cId="1031569987" sldId="306"/>
            <ac:spMk id="2" creationId="{6252D083-4C0B-36A1-62E4-EC44F8A0B379}"/>
          </ac:spMkLst>
        </pc:spChg>
        <pc:spChg chg="del">
          <ac:chgData name="Alberto Ruiz" userId="47fa91d207cfb014" providerId="LiveId" clId="{86B9FD6E-FCCE-47D3-B210-21601CD691C7}" dt="2023-11-26T09:56:28.393" v="300" actId="1032"/>
          <ac:spMkLst>
            <pc:docMk/>
            <pc:sldMk cId="1031569987" sldId="306"/>
            <ac:spMk id="3" creationId="{C06A1871-8A7E-AA24-1E77-2E811B25B8A0}"/>
          </ac:spMkLst>
        </pc:spChg>
        <pc:graphicFrameChg chg="add mod modGraphic">
          <ac:chgData name="Alberto Ruiz" userId="47fa91d207cfb014" providerId="LiveId" clId="{86B9FD6E-FCCE-47D3-B210-21601CD691C7}" dt="2023-11-26T09:57:05.639" v="312" actId="14100"/>
          <ac:graphicFrameMkLst>
            <pc:docMk/>
            <pc:sldMk cId="1031569987" sldId="306"/>
            <ac:graphicFrameMk id="4" creationId="{53D3F9E0-3258-46C8-38B3-450B0A4A4509}"/>
          </ac:graphicFrameMkLst>
        </pc:graphicFrameChg>
      </pc:sldChg>
    </pc:docChg>
  </pc:docChgLst>
  <pc:docChgLst>
    <pc:chgData name="Alberto Ruiz" userId="47fa91d207cfb014" providerId="LiveId" clId="{67FC67EA-7473-4C0E-8920-DAE81C0600F4}"/>
    <pc:docChg chg="modSld">
      <pc:chgData name="Alberto Ruiz" userId="47fa91d207cfb014" providerId="LiveId" clId="{67FC67EA-7473-4C0E-8920-DAE81C0600F4}" dt="2023-11-10T16:16:32.604" v="0" actId="14734"/>
      <pc:docMkLst>
        <pc:docMk/>
      </pc:docMkLst>
      <pc:sldChg chg="modSp mod">
        <pc:chgData name="Alberto Ruiz" userId="47fa91d207cfb014" providerId="LiveId" clId="{67FC67EA-7473-4C0E-8920-DAE81C0600F4}" dt="2023-11-10T16:16:32.604" v="0" actId="14734"/>
        <pc:sldMkLst>
          <pc:docMk/>
          <pc:sldMk cId="1513407466" sldId="277"/>
        </pc:sldMkLst>
        <pc:graphicFrameChg chg="modGraphic">
          <ac:chgData name="Alberto Ruiz" userId="47fa91d207cfb014" providerId="LiveId" clId="{67FC67EA-7473-4C0E-8920-DAE81C0600F4}" dt="2023-11-10T16:16:32.604" v="0" actId="14734"/>
          <ac:graphicFrameMkLst>
            <pc:docMk/>
            <pc:sldMk cId="1513407466" sldId="277"/>
            <ac:graphicFrameMk id="4" creationId="{1688C76D-B363-50E6-3D47-FC95D8A39161}"/>
          </ac:graphicFrameMkLst>
        </pc:graphicFrameChg>
      </pc:sldChg>
    </pc:docChg>
  </pc:docChgLst>
  <pc:docChgLst>
    <pc:chgData name="Alberto Ruiz" userId="47fa91d207cfb014" providerId="LiveId" clId="{3B339989-86FF-4D88-AEC8-41C3A946A65E}"/>
    <pc:docChg chg="undo custSel addSld delSld modSld sldOrd">
      <pc:chgData name="Alberto Ruiz" userId="47fa91d207cfb014" providerId="LiveId" clId="{3B339989-86FF-4D88-AEC8-41C3A946A65E}" dt="2023-11-06T16:07:17.875" v="5676" actId="1076"/>
      <pc:docMkLst>
        <pc:docMk/>
      </pc:docMkLst>
      <pc:sldChg chg="addSp delSp modSp new mod setBg addAnim delAnim">
        <pc:chgData name="Alberto Ruiz" userId="47fa91d207cfb014" providerId="LiveId" clId="{3B339989-86FF-4D88-AEC8-41C3A946A65E}" dt="2023-11-05T07:42:37.475" v="1434" actId="1076"/>
        <pc:sldMkLst>
          <pc:docMk/>
          <pc:sldMk cId="479753400" sldId="256"/>
        </pc:sldMkLst>
        <pc:spChg chg="mod">
          <ac:chgData name="Alberto Ruiz" userId="47fa91d207cfb014" providerId="LiveId" clId="{3B339989-86FF-4D88-AEC8-41C3A946A65E}" dt="2023-10-22T15:58:35.493" v="33" actId="26606"/>
          <ac:spMkLst>
            <pc:docMk/>
            <pc:sldMk cId="479753400" sldId="256"/>
            <ac:spMk id="2" creationId="{7317CB11-17FA-8764-9FD2-D01F73B095C7}"/>
          </ac:spMkLst>
        </pc:spChg>
        <pc:spChg chg="mod">
          <ac:chgData name="Alberto Ruiz" userId="47fa91d207cfb014" providerId="LiveId" clId="{3B339989-86FF-4D88-AEC8-41C3A946A65E}" dt="2023-10-22T15:58:41.780" v="45" actId="20577"/>
          <ac:spMkLst>
            <pc:docMk/>
            <pc:sldMk cId="479753400" sldId="256"/>
            <ac:spMk id="3" creationId="{54BAED4C-C195-F327-C40C-211CAF43D55F}"/>
          </ac:spMkLst>
        </pc:spChg>
        <pc:spChg chg="add del">
          <ac:chgData name="Alberto Ruiz" userId="47fa91d207cfb014" providerId="LiveId" clId="{3B339989-86FF-4D88-AEC8-41C3A946A65E}" dt="2023-10-22T15:58:35.487" v="32" actId="26606"/>
          <ac:spMkLst>
            <pc:docMk/>
            <pc:sldMk cId="479753400" sldId="256"/>
            <ac:spMk id="9" creationId="{6CCA5F87-1D1E-45CB-8D83-FC7EEFAD9935}"/>
          </ac:spMkLst>
        </pc:spChg>
        <pc:spChg chg="add del">
          <ac:chgData name="Alberto Ruiz" userId="47fa91d207cfb014" providerId="LiveId" clId="{3B339989-86FF-4D88-AEC8-41C3A946A65E}" dt="2023-10-22T15:58:35.487" v="32" actId="26606"/>
          <ac:spMkLst>
            <pc:docMk/>
            <pc:sldMk cId="479753400" sldId="256"/>
            <ac:spMk id="11" creationId="{7CCFC2C6-6238-4A2F-93DE-2ADF74AF635E}"/>
          </ac:spMkLst>
        </pc:spChg>
        <pc:spChg chg="add del">
          <ac:chgData name="Alberto Ruiz" userId="47fa91d207cfb014" providerId="LiveId" clId="{3B339989-86FF-4D88-AEC8-41C3A946A65E}" dt="2023-10-22T15:58:35.487" v="32" actId="26606"/>
          <ac:spMkLst>
            <pc:docMk/>
            <pc:sldMk cId="479753400" sldId="256"/>
            <ac:spMk id="13" creationId="{AF2F604E-43BE-4DC3-B983-E071523364F8}"/>
          </ac:spMkLst>
        </pc:spChg>
        <pc:spChg chg="add del">
          <ac:chgData name="Alberto Ruiz" userId="47fa91d207cfb014" providerId="LiveId" clId="{3B339989-86FF-4D88-AEC8-41C3A946A65E}" dt="2023-10-22T15:58:35.487" v="32" actId="26606"/>
          <ac:spMkLst>
            <pc:docMk/>
            <pc:sldMk cId="479753400" sldId="256"/>
            <ac:spMk id="15" creationId="{08C9B587-E65E-4B52-B37C-ABEBB6E87928}"/>
          </ac:spMkLst>
        </pc:spChg>
        <pc:spChg chg="add">
          <ac:chgData name="Alberto Ruiz" userId="47fa91d207cfb014" providerId="LiveId" clId="{3B339989-86FF-4D88-AEC8-41C3A946A65E}" dt="2023-10-22T15:58:35.493" v="33" actId="26606"/>
          <ac:spMkLst>
            <pc:docMk/>
            <pc:sldMk cId="479753400" sldId="256"/>
            <ac:spMk id="17" creationId="{5A59F003-E00A-43F9-91DC-CC54E3B87466}"/>
          </ac:spMkLst>
        </pc:spChg>
        <pc:spChg chg="add">
          <ac:chgData name="Alberto Ruiz" userId="47fa91d207cfb014" providerId="LiveId" clId="{3B339989-86FF-4D88-AEC8-41C3A946A65E}" dt="2023-10-22T15:58:35.493" v="33" actId="26606"/>
          <ac:spMkLst>
            <pc:docMk/>
            <pc:sldMk cId="479753400" sldId="256"/>
            <ac:spMk id="19" creationId="{D74A4382-E3AD-430A-9A1F-DFA3E0E77A7D}"/>
          </ac:spMkLst>
        </pc:spChg>
        <pc:spChg chg="add">
          <ac:chgData name="Alberto Ruiz" userId="47fa91d207cfb014" providerId="LiveId" clId="{3B339989-86FF-4D88-AEC8-41C3A946A65E}" dt="2023-10-22T15:58:35.493" v="33" actId="26606"/>
          <ac:spMkLst>
            <pc:docMk/>
            <pc:sldMk cId="479753400" sldId="256"/>
            <ac:spMk id="20" creationId="{79F40191-0F44-4FD1-82CC-ACB507C14BE6}"/>
          </ac:spMkLst>
        </pc:spChg>
        <pc:picChg chg="add del">
          <ac:chgData name="Alberto Ruiz" userId="47fa91d207cfb014" providerId="LiveId" clId="{3B339989-86FF-4D88-AEC8-41C3A946A65E}" dt="2023-10-22T15:58:35.487" v="32" actId="26606"/>
          <ac:picMkLst>
            <pc:docMk/>
            <pc:sldMk cId="479753400" sldId="256"/>
            <ac:picMk id="5" creationId="{8C579BF6-1356-3B60-B934-9204863CDBDF}"/>
          </ac:picMkLst>
        </pc:picChg>
        <pc:picChg chg="add">
          <ac:chgData name="Alberto Ruiz" userId="47fa91d207cfb014" providerId="LiveId" clId="{3B339989-86FF-4D88-AEC8-41C3A946A65E}" dt="2023-10-22T15:58:35.493" v="33" actId="26606"/>
          <ac:picMkLst>
            <pc:docMk/>
            <pc:sldMk cId="479753400" sldId="256"/>
            <ac:picMk id="18" creationId="{EC0FAB4B-E89E-DD07-5AB8-6D44794B4FEA}"/>
          </ac:picMkLst>
        </pc:picChg>
        <pc:picChg chg="add mod">
          <ac:chgData name="Alberto Ruiz" userId="47fa91d207cfb014" providerId="LiveId" clId="{3B339989-86FF-4D88-AEC8-41C3A946A65E}" dt="2023-11-05T07:42:37.475" v="1434" actId="1076"/>
          <ac:picMkLst>
            <pc:docMk/>
            <pc:sldMk cId="479753400" sldId="256"/>
            <ac:picMk id="1026" creationId="{0C08DA06-4845-308F-2ED2-5A2709B69ECC}"/>
          </ac:picMkLst>
        </pc:picChg>
      </pc:sldChg>
      <pc:sldChg chg="addSp delSp modSp new mod">
        <pc:chgData name="Alberto Ruiz" userId="47fa91d207cfb014" providerId="LiveId" clId="{3B339989-86FF-4D88-AEC8-41C3A946A65E}" dt="2023-11-05T07:42:57.530" v="1442" actId="1076"/>
        <pc:sldMkLst>
          <pc:docMk/>
          <pc:sldMk cId="734683637" sldId="257"/>
        </pc:sldMkLst>
        <pc:spChg chg="del">
          <ac:chgData name="Alberto Ruiz" userId="47fa91d207cfb014" providerId="LiveId" clId="{3B339989-86FF-4D88-AEC8-41C3A946A65E}" dt="2023-10-22T15:57:39.621" v="16" actId="478"/>
          <ac:spMkLst>
            <pc:docMk/>
            <pc:sldMk cId="734683637" sldId="257"/>
            <ac:spMk id="2" creationId="{2B1015DC-4934-3758-21A3-94F296D80668}"/>
          </ac:spMkLst>
        </pc:spChg>
        <pc:spChg chg="mod">
          <ac:chgData name="Alberto Ruiz" userId="47fa91d207cfb014" providerId="LiveId" clId="{3B339989-86FF-4D88-AEC8-41C3A946A65E}" dt="2023-11-05T07:42:47.648" v="1438" actId="14100"/>
          <ac:spMkLst>
            <pc:docMk/>
            <pc:sldMk cId="734683637" sldId="257"/>
            <ac:spMk id="3" creationId="{A12ED71D-85E6-0558-4CC6-C2D736D402BE}"/>
          </ac:spMkLst>
        </pc:spChg>
        <pc:picChg chg="add del mod">
          <ac:chgData name="Alberto Ruiz" userId="47fa91d207cfb014" providerId="LiveId" clId="{3B339989-86FF-4D88-AEC8-41C3A946A65E}" dt="2023-11-05T07:42:48.073" v="1439"/>
          <ac:picMkLst>
            <pc:docMk/>
            <pc:sldMk cId="734683637" sldId="257"/>
            <ac:picMk id="2050" creationId="{EDDC88D9-DD70-E737-1DB9-895F316D12AD}"/>
          </ac:picMkLst>
        </pc:picChg>
        <pc:picChg chg="add mod">
          <ac:chgData name="Alberto Ruiz" userId="47fa91d207cfb014" providerId="LiveId" clId="{3B339989-86FF-4D88-AEC8-41C3A946A65E}" dt="2023-11-05T07:42:57.530" v="1442" actId="1076"/>
          <ac:picMkLst>
            <pc:docMk/>
            <pc:sldMk cId="734683637" sldId="257"/>
            <ac:picMk id="2052" creationId="{EB291BB8-29B3-10C3-2368-110DBAF193E7}"/>
          </ac:picMkLst>
        </pc:picChg>
      </pc:sldChg>
      <pc:sldChg chg="addSp delSp modSp new mod">
        <pc:chgData name="Alberto Ruiz" userId="47fa91d207cfb014" providerId="LiveId" clId="{3B339989-86FF-4D88-AEC8-41C3A946A65E}" dt="2023-11-05T07:43:00.800" v="1443"/>
        <pc:sldMkLst>
          <pc:docMk/>
          <pc:sldMk cId="1006393069" sldId="258"/>
        </pc:sldMkLst>
        <pc:spChg chg="del">
          <ac:chgData name="Alberto Ruiz" userId="47fa91d207cfb014" providerId="LiveId" clId="{3B339989-86FF-4D88-AEC8-41C3A946A65E}" dt="2023-10-22T15:58:23.828" v="28" actId="478"/>
          <ac:spMkLst>
            <pc:docMk/>
            <pc:sldMk cId="1006393069" sldId="258"/>
            <ac:spMk id="2" creationId="{7B3B2ED1-D111-E036-4F0F-7EC8ACBB7E32}"/>
          </ac:spMkLst>
        </pc:spChg>
        <pc:spChg chg="mod">
          <ac:chgData name="Alberto Ruiz" userId="47fa91d207cfb014" providerId="LiveId" clId="{3B339989-86FF-4D88-AEC8-41C3A946A65E}" dt="2023-10-22T15:58:26.260" v="29" actId="1076"/>
          <ac:spMkLst>
            <pc:docMk/>
            <pc:sldMk cId="1006393069" sldId="258"/>
            <ac:spMk id="3" creationId="{FA6E1238-3C03-DA93-FA7C-93020A416DBF}"/>
          </ac:spMkLst>
        </pc:spChg>
        <pc:picChg chg="add mod">
          <ac:chgData name="Alberto Ruiz" userId="47fa91d207cfb014" providerId="LiveId" clId="{3B339989-86FF-4D88-AEC8-41C3A946A65E}" dt="2023-11-05T07:43:00.800" v="1443"/>
          <ac:picMkLst>
            <pc:docMk/>
            <pc:sldMk cId="1006393069" sldId="258"/>
            <ac:picMk id="2" creationId="{9FD80461-A817-19B6-818B-457459040F01}"/>
          </ac:picMkLst>
        </pc:picChg>
      </pc:sldChg>
      <pc:sldChg chg="addSp delSp modSp new mod">
        <pc:chgData name="Alberto Ruiz" userId="47fa91d207cfb014" providerId="LiveId" clId="{3B339989-86FF-4D88-AEC8-41C3A946A65E}" dt="2023-11-05T07:43:02.639" v="1444"/>
        <pc:sldMkLst>
          <pc:docMk/>
          <pc:sldMk cId="1150850528" sldId="259"/>
        </pc:sldMkLst>
        <pc:spChg chg="mod">
          <ac:chgData name="Alberto Ruiz" userId="47fa91d207cfb014" providerId="LiveId" clId="{3B339989-86FF-4D88-AEC8-41C3A946A65E}" dt="2023-10-22T15:59:04.975" v="53" actId="27636"/>
          <ac:spMkLst>
            <pc:docMk/>
            <pc:sldMk cId="1150850528" sldId="259"/>
            <ac:spMk id="2" creationId="{918B2B43-C0E1-484F-3207-954C20B20292}"/>
          </ac:spMkLst>
        </pc:spChg>
        <pc:spChg chg="del">
          <ac:chgData name="Alberto Ruiz" userId="47fa91d207cfb014" providerId="LiveId" clId="{3B339989-86FF-4D88-AEC8-41C3A946A65E}" dt="2023-10-22T15:59:13.393" v="54"/>
          <ac:spMkLst>
            <pc:docMk/>
            <pc:sldMk cId="1150850528" sldId="259"/>
            <ac:spMk id="3" creationId="{96BE3AFC-A963-CE8A-B823-C07D9790C8F6}"/>
          </ac:spMkLst>
        </pc:spChg>
        <pc:graphicFrameChg chg="add mod modGraphic">
          <ac:chgData name="Alberto Ruiz" userId="47fa91d207cfb014" providerId="LiveId" clId="{3B339989-86FF-4D88-AEC8-41C3A946A65E}" dt="2023-10-22T16:00:58.572" v="70" actId="14734"/>
          <ac:graphicFrameMkLst>
            <pc:docMk/>
            <pc:sldMk cId="1150850528" sldId="259"/>
            <ac:graphicFrameMk id="4" creationId="{ED5EDD19-3B21-0A96-9B37-7EF92CFDF5C5}"/>
          </ac:graphicFrameMkLst>
        </pc:graphicFrameChg>
        <pc:picChg chg="add mod">
          <ac:chgData name="Alberto Ruiz" userId="47fa91d207cfb014" providerId="LiveId" clId="{3B339989-86FF-4D88-AEC8-41C3A946A65E}" dt="2023-11-05T07:43:02.639" v="1444"/>
          <ac:picMkLst>
            <pc:docMk/>
            <pc:sldMk cId="1150850528" sldId="259"/>
            <ac:picMk id="3" creationId="{0E5690EC-699F-B20F-E399-104C7AD4B2CF}"/>
          </ac:picMkLst>
        </pc:picChg>
      </pc:sldChg>
      <pc:sldChg chg="addSp modSp new mod">
        <pc:chgData name="Alberto Ruiz" userId="47fa91d207cfb014" providerId="LiveId" clId="{3B339989-86FF-4D88-AEC8-41C3A946A65E}" dt="2023-11-05T07:43:04.696" v="1445"/>
        <pc:sldMkLst>
          <pc:docMk/>
          <pc:sldMk cId="2705376389" sldId="260"/>
        </pc:sldMkLst>
        <pc:spChg chg="mod">
          <ac:chgData name="Alberto Ruiz" userId="47fa91d207cfb014" providerId="LiveId" clId="{3B339989-86FF-4D88-AEC8-41C3A946A65E}" dt="2023-10-22T16:03:47.432" v="80" actId="27636"/>
          <ac:spMkLst>
            <pc:docMk/>
            <pc:sldMk cId="2705376389" sldId="260"/>
            <ac:spMk id="2" creationId="{AF745F3A-FE14-F785-4453-211042D2C831}"/>
          </ac:spMkLst>
        </pc:spChg>
        <pc:spChg chg="mod">
          <ac:chgData name="Alberto Ruiz" userId="47fa91d207cfb014" providerId="LiveId" clId="{3B339989-86FF-4D88-AEC8-41C3A946A65E}" dt="2023-10-22T16:03:57.781" v="85" actId="403"/>
          <ac:spMkLst>
            <pc:docMk/>
            <pc:sldMk cId="2705376389" sldId="260"/>
            <ac:spMk id="3" creationId="{513C6FCF-D990-CB07-68DD-244FCD913124}"/>
          </ac:spMkLst>
        </pc:spChg>
        <pc:picChg chg="add mod">
          <ac:chgData name="Alberto Ruiz" userId="47fa91d207cfb014" providerId="LiveId" clId="{3B339989-86FF-4D88-AEC8-41C3A946A65E}" dt="2023-11-05T07:43:04.696" v="1445"/>
          <ac:picMkLst>
            <pc:docMk/>
            <pc:sldMk cId="2705376389" sldId="260"/>
            <ac:picMk id="4" creationId="{66658225-E0FF-31D2-7AD4-0FE3C083B3C5}"/>
          </ac:picMkLst>
        </pc:picChg>
      </pc:sldChg>
      <pc:sldChg chg="addSp modSp new mod">
        <pc:chgData name="Alberto Ruiz" userId="47fa91d207cfb014" providerId="LiveId" clId="{3B339989-86FF-4D88-AEC8-41C3A946A65E}" dt="2023-11-05T07:43:06.529" v="1446"/>
        <pc:sldMkLst>
          <pc:docMk/>
          <pc:sldMk cId="3233206642" sldId="261"/>
        </pc:sldMkLst>
        <pc:spChg chg="mod">
          <ac:chgData name="Alberto Ruiz" userId="47fa91d207cfb014" providerId="LiveId" clId="{3B339989-86FF-4D88-AEC8-41C3A946A65E}" dt="2023-10-22T16:04:32.378" v="96" actId="27636"/>
          <ac:spMkLst>
            <pc:docMk/>
            <pc:sldMk cId="3233206642" sldId="261"/>
            <ac:spMk id="2" creationId="{BD5CD9A8-AA9F-18B6-4736-942BC5BD85BE}"/>
          </ac:spMkLst>
        </pc:spChg>
        <pc:spChg chg="mod">
          <ac:chgData name="Alberto Ruiz" userId="47fa91d207cfb014" providerId="LiveId" clId="{3B339989-86FF-4D88-AEC8-41C3A946A65E}" dt="2023-10-22T16:04:52.957" v="166" actId="20577"/>
          <ac:spMkLst>
            <pc:docMk/>
            <pc:sldMk cId="3233206642" sldId="261"/>
            <ac:spMk id="3" creationId="{0A01C22D-4931-C401-125D-3059CA3225FD}"/>
          </ac:spMkLst>
        </pc:spChg>
        <pc:picChg chg="add mod">
          <ac:chgData name="Alberto Ruiz" userId="47fa91d207cfb014" providerId="LiveId" clId="{3B339989-86FF-4D88-AEC8-41C3A946A65E}" dt="2023-11-05T07:43:06.529" v="1446"/>
          <ac:picMkLst>
            <pc:docMk/>
            <pc:sldMk cId="3233206642" sldId="261"/>
            <ac:picMk id="4" creationId="{C7488642-DA1E-4EC4-3873-44033BA899E2}"/>
          </ac:picMkLst>
        </pc:picChg>
      </pc:sldChg>
      <pc:sldChg chg="addSp modSp new mod">
        <pc:chgData name="Alberto Ruiz" userId="47fa91d207cfb014" providerId="LiveId" clId="{3B339989-86FF-4D88-AEC8-41C3A946A65E}" dt="2023-11-05T07:43:07.851" v="1447"/>
        <pc:sldMkLst>
          <pc:docMk/>
          <pc:sldMk cId="3317860232" sldId="262"/>
        </pc:sldMkLst>
        <pc:spChg chg="mod">
          <ac:chgData name="Alberto Ruiz" userId="47fa91d207cfb014" providerId="LiveId" clId="{3B339989-86FF-4D88-AEC8-41C3A946A65E}" dt="2023-10-22T16:05:35.941" v="174" actId="27636"/>
          <ac:spMkLst>
            <pc:docMk/>
            <pc:sldMk cId="3317860232" sldId="262"/>
            <ac:spMk id="2" creationId="{0552884B-04F4-BDC5-A218-6CD62C524679}"/>
          </ac:spMkLst>
        </pc:spChg>
        <pc:spChg chg="add mod">
          <ac:chgData name="Alberto Ruiz" userId="47fa91d207cfb014" providerId="LiveId" clId="{3B339989-86FF-4D88-AEC8-41C3A946A65E}" dt="2023-10-22T16:06:00.196" v="253" actId="20577"/>
          <ac:spMkLst>
            <pc:docMk/>
            <pc:sldMk cId="3317860232" sldId="262"/>
            <ac:spMk id="5" creationId="{FACBBF8B-CFA7-8C66-F130-E725A0A706DF}"/>
          </ac:spMkLst>
        </pc:spChg>
        <pc:picChg chg="add mod">
          <ac:chgData name="Alberto Ruiz" userId="47fa91d207cfb014" providerId="LiveId" clId="{3B339989-86FF-4D88-AEC8-41C3A946A65E}" dt="2023-10-22T16:05:37.388" v="175" actId="1076"/>
          <ac:picMkLst>
            <pc:docMk/>
            <pc:sldMk cId="3317860232" sldId="262"/>
            <ac:picMk id="4" creationId="{E4619120-73B7-4691-E44E-50924126E957}"/>
          </ac:picMkLst>
        </pc:picChg>
        <pc:picChg chg="add mod">
          <ac:chgData name="Alberto Ruiz" userId="47fa91d207cfb014" providerId="LiveId" clId="{3B339989-86FF-4D88-AEC8-41C3A946A65E}" dt="2023-11-05T07:43:07.851" v="1447"/>
          <ac:picMkLst>
            <pc:docMk/>
            <pc:sldMk cId="3317860232" sldId="262"/>
            <ac:picMk id="6" creationId="{C75492CD-5790-3948-90D5-0B7E694A1E63}"/>
          </ac:picMkLst>
        </pc:picChg>
      </pc:sldChg>
      <pc:sldChg chg="addSp modSp new mod">
        <pc:chgData name="Alberto Ruiz" userId="47fa91d207cfb014" providerId="LiveId" clId="{3B339989-86FF-4D88-AEC8-41C3A946A65E}" dt="2023-11-05T07:43:09.112" v="1448"/>
        <pc:sldMkLst>
          <pc:docMk/>
          <pc:sldMk cId="2350523130" sldId="263"/>
        </pc:sldMkLst>
        <pc:spChg chg="mod">
          <ac:chgData name="Alberto Ruiz" userId="47fa91d207cfb014" providerId="LiveId" clId="{3B339989-86FF-4D88-AEC8-41C3A946A65E}" dt="2023-10-22T16:06:54.220" v="285" actId="1076"/>
          <ac:spMkLst>
            <pc:docMk/>
            <pc:sldMk cId="2350523130" sldId="263"/>
            <ac:spMk id="2" creationId="{FF9146E8-5350-E210-10C4-3CCFDBA0E6B9}"/>
          </ac:spMkLst>
        </pc:spChg>
        <pc:spChg chg="mod">
          <ac:chgData name="Alberto Ruiz" userId="47fa91d207cfb014" providerId="LiveId" clId="{3B339989-86FF-4D88-AEC8-41C3A946A65E}" dt="2023-10-22T16:07:34.369" v="307" actId="27636"/>
          <ac:spMkLst>
            <pc:docMk/>
            <pc:sldMk cId="2350523130" sldId="263"/>
            <ac:spMk id="3" creationId="{92B120A9-0C0D-DE7E-95DD-259A62C02EAA}"/>
          </ac:spMkLst>
        </pc:spChg>
        <pc:picChg chg="add mod">
          <ac:chgData name="Alberto Ruiz" userId="47fa91d207cfb014" providerId="LiveId" clId="{3B339989-86FF-4D88-AEC8-41C3A946A65E}" dt="2023-11-05T07:43:09.112" v="1448"/>
          <ac:picMkLst>
            <pc:docMk/>
            <pc:sldMk cId="2350523130" sldId="263"/>
            <ac:picMk id="4" creationId="{B07E5FD7-B109-05F0-44A6-195C70585639}"/>
          </ac:picMkLst>
        </pc:picChg>
      </pc:sldChg>
      <pc:sldChg chg="addSp modSp new mod">
        <pc:chgData name="Alberto Ruiz" userId="47fa91d207cfb014" providerId="LiveId" clId="{3B339989-86FF-4D88-AEC8-41C3A946A65E}" dt="2023-11-05T07:43:10.984" v="1449"/>
        <pc:sldMkLst>
          <pc:docMk/>
          <pc:sldMk cId="545686148" sldId="264"/>
        </pc:sldMkLst>
        <pc:spChg chg="mod">
          <ac:chgData name="Alberto Ruiz" userId="47fa91d207cfb014" providerId="LiveId" clId="{3B339989-86FF-4D88-AEC8-41C3A946A65E}" dt="2023-10-22T16:08:52.294" v="321" actId="20577"/>
          <ac:spMkLst>
            <pc:docMk/>
            <pc:sldMk cId="545686148" sldId="264"/>
            <ac:spMk id="2" creationId="{2270C38C-21CC-F17C-001D-4CCA04E76DFB}"/>
          </ac:spMkLst>
        </pc:spChg>
        <pc:spChg chg="mod">
          <ac:chgData name="Alberto Ruiz" userId="47fa91d207cfb014" providerId="LiveId" clId="{3B339989-86FF-4D88-AEC8-41C3A946A65E}" dt="2023-10-22T16:09:03.004" v="324" actId="1076"/>
          <ac:spMkLst>
            <pc:docMk/>
            <pc:sldMk cId="545686148" sldId="264"/>
            <ac:spMk id="3" creationId="{CE29E0F4-AC92-B73D-0E95-4983F522215B}"/>
          </ac:spMkLst>
        </pc:spChg>
        <pc:picChg chg="add mod">
          <ac:chgData name="Alberto Ruiz" userId="47fa91d207cfb014" providerId="LiveId" clId="{3B339989-86FF-4D88-AEC8-41C3A946A65E}" dt="2023-11-05T07:43:10.984" v="1449"/>
          <ac:picMkLst>
            <pc:docMk/>
            <pc:sldMk cId="545686148" sldId="264"/>
            <ac:picMk id="4" creationId="{D417F085-5CF0-3EBF-3DCD-78F937505A2C}"/>
          </ac:picMkLst>
        </pc:picChg>
        <pc:picChg chg="add mod">
          <ac:chgData name="Alberto Ruiz" userId="47fa91d207cfb014" providerId="LiveId" clId="{3B339989-86FF-4D88-AEC8-41C3A946A65E}" dt="2023-10-22T16:09:28.020" v="326" actId="1076"/>
          <ac:picMkLst>
            <pc:docMk/>
            <pc:sldMk cId="545686148" sldId="264"/>
            <ac:picMk id="5" creationId="{B1ADFF9B-25FC-F334-6966-0D0501F18BD8}"/>
          </ac:picMkLst>
        </pc:picChg>
      </pc:sldChg>
      <pc:sldChg chg="addSp modSp new mod">
        <pc:chgData name="Alberto Ruiz" userId="47fa91d207cfb014" providerId="LiveId" clId="{3B339989-86FF-4D88-AEC8-41C3A946A65E}" dt="2023-11-05T07:43:11.657" v="1450"/>
        <pc:sldMkLst>
          <pc:docMk/>
          <pc:sldMk cId="4240286439" sldId="265"/>
        </pc:sldMkLst>
        <pc:spChg chg="mod">
          <ac:chgData name="Alberto Ruiz" userId="47fa91d207cfb014" providerId="LiveId" clId="{3B339989-86FF-4D88-AEC8-41C3A946A65E}" dt="2023-10-22T16:10:47.324" v="446" actId="20577"/>
          <ac:spMkLst>
            <pc:docMk/>
            <pc:sldMk cId="4240286439" sldId="265"/>
            <ac:spMk id="2" creationId="{AD8FD450-FE99-87BA-AC70-433044A5A05D}"/>
          </ac:spMkLst>
        </pc:spChg>
        <pc:spChg chg="mod">
          <ac:chgData name="Alberto Ruiz" userId="47fa91d207cfb014" providerId="LiveId" clId="{3B339989-86FF-4D88-AEC8-41C3A946A65E}" dt="2023-10-22T16:10:34.509" v="414" actId="20577"/>
          <ac:spMkLst>
            <pc:docMk/>
            <pc:sldMk cId="4240286439" sldId="265"/>
            <ac:spMk id="3" creationId="{498CE25A-1064-EB37-A428-9D826A12A1D8}"/>
          </ac:spMkLst>
        </pc:spChg>
        <pc:picChg chg="add mod">
          <ac:chgData name="Alberto Ruiz" userId="47fa91d207cfb014" providerId="LiveId" clId="{3B339989-86FF-4D88-AEC8-41C3A946A65E}" dt="2023-11-05T07:43:11.657" v="1450"/>
          <ac:picMkLst>
            <pc:docMk/>
            <pc:sldMk cId="4240286439" sldId="265"/>
            <ac:picMk id="4" creationId="{5BC37FAB-5A4C-83BA-925B-123F8468C2D5}"/>
          </ac:picMkLst>
        </pc:picChg>
        <pc:picChg chg="add mod">
          <ac:chgData name="Alberto Ruiz" userId="47fa91d207cfb014" providerId="LiveId" clId="{3B339989-86FF-4D88-AEC8-41C3A946A65E}" dt="2023-10-22T16:10:38.843" v="416" actId="1076"/>
          <ac:picMkLst>
            <pc:docMk/>
            <pc:sldMk cId="4240286439" sldId="265"/>
            <ac:picMk id="5" creationId="{3497CBD6-44A2-FA98-3D23-9BA771225C28}"/>
          </ac:picMkLst>
        </pc:picChg>
      </pc:sldChg>
      <pc:sldChg chg="addSp modSp new mod ord">
        <pc:chgData name="Alberto Ruiz" userId="47fa91d207cfb014" providerId="LiveId" clId="{3B339989-86FF-4D88-AEC8-41C3A946A65E}" dt="2023-11-05T07:43:12.578" v="1451"/>
        <pc:sldMkLst>
          <pc:docMk/>
          <pc:sldMk cId="1543595527" sldId="266"/>
        </pc:sldMkLst>
        <pc:picChg chg="add mod">
          <ac:chgData name="Alberto Ruiz" userId="47fa91d207cfb014" providerId="LiveId" clId="{3B339989-86FF-4D88-AEC8-41C3A946A65E}" dt="2023-10-22T16:11:05.971" v="450" actId="14100"/>
          <ac:picMkLst>
            <pc:docMk/>
            <pc:sldMk cId="1543595527" sldId="266"/>
            <ac:picMk id="4" creationId="{FC96BFD6-5D34-7205-70AC-CEC0CA1F7E80}"/>
          </ac:picMkLst>
        </pc:picChg>
        <pc:picChg chg="add mod">
          <ac:chgData name="Alberto Ruiz" userId="47fa91d207cfb014" providerId="LiveId" clId="{3B339989-86FF-4D88-AEC8-41C3A946A65E}" dt="2023-11-05T07:43:12.578" v="1451"/>
          <ac:picMkLst>
            <pc:docMk/>
            <pc:sldMk cId="1543595527" sldId="266"/>
            <ac:picMk id="5" creationId="{F50ED7B2-1930-E2DB-69B9-77BC07E1C975}"/>
          </ac:picMkLst>
        </pc:picChg>
      </pc:sldChg>
      <pc:sldChg chg="addSp modSp new mod">
        <pc:chgData name="Alberto Ruiz" userId="47fa91d207cfb014" providerId="LiveId" clId="{3B339989-86FF-4D88-AEC8-41C3A946A65E}" dt="2023-11-05T07:43:14.133" v="1452"/>
        <pc:sldMkLst>
          <pc:docMk/>
          <pc:sldMk cId="529098480" sldId="267"/>
        </pc:sldMkLst>
        <pc:spChg chg="mod">
          <ac:chgData name="Alberto Ruiz" userId="47fa91d207cfb014" providerId="LiveId" clId="{3B339989-86FF-4D88-AEC8-41C3A946A65E}" dt="2023-10-22T16:28:07.933" v="528" actId="20577"/>
          <ac:spMkLst>
            <pc:docMk/>
            <pc:sldMk cId="529098480" sldId="267"/>
            <ac:spMk id="2" creationId="{F516910A-D6C4-86D6-4ED8-5B8D2EFA1496}"/>
          </ac:spMkLst>
        </pc:spChg>
        <pc:spChg chg="mod">
          <ac:chgData name="Alberto Ruiz" userId="47fa91d207cfb014" providerId="LiveId" clId="{3B339989-86FF-4D88-AEC8-41C3A946A65E}" dt="2023-10-22T16:27:50.326" v="501" actId="20577"/>
          <ac:spMkLst>
            <pc:docMk/>
            <pc:sldMk cId="529098480" sldId="267"/>
            <ac:spMk id="3" creationId="{3026AFEB-7EA9-174E-5156-72C958C55311}"/>
          </ac:spMkLst>
        </pc:spChg>
        <pc:picChg chg="add mod">
          <ac:chgData name="Alberto Ruiz" userId="47fa91d207cfb014" providerId="LiveId" clId="{3B339989-86FF-4D88-AEC8-41C3A946A65E}" dt="2023-11-05T07:43:14.133" v="1452"/>
          <ac:picMkLst>
            <pc:docMk/>
            <pc:sldMk cId="529098480" sldId="267"/>
            <ac:picMk id="4" creationId="{804A7266-21C7-2102-20C4-E52C7556492D}"/>
          </ac:picMkLst>
        </pc:picChg>
      </pc:sldChg>
      <pc:sldChg chg="modSp new del mod">
        <pc:chgData name="Alberto Ruiz" userId="47fa91d207cfb014" providerId="LiveId" clId="{3B339989-86FF-4D88-AEC8-41C3A946A65E}" dt="2023-10-22T17:41:00.793" v="1060" actId="47"/>
        <pc:sldMkLst>
          <pc:docMk/>
          <pc:sldMk cId="3705832453" sldId="268"/>
        </pc:sldMkLst>
        <pc:spChg chg="mod">
          <ac:chgData name="Alberto Ruiz" userId="47fa91d207cfb014" providerId="LiveId" clId="{3B339989-86FF-4D88-AEC8-41C3A946A65E}" dt="2023-10-22T16:28:23.589" v="555" actId="20577"/>
          <ac:spMkLst>
            <pc:docMk/>
            <pc:sldMk cId="3705832453" sldId="268"/>
            <ac:spMk id="2" creationId="{73E5704C-10EF-602A-1109-684FC468B69F}"/>
          </ac:spMkLst>
        </pc:spChg>
        <pc:spChg chg="mod">
          <ac:chgData name="Alberto Ruiz" userId="47fa91d207cfb014" providerId="LiveId" clId="{3B339989-86FF-4D88-AEC8-41C3A946A65E}" dt="2023-10-22T16:28:41.380" v="618" actId="1076"/>
          <ac:spMkLst>
            <pc:docMk/>
            <pc:sldMk cId="3705832453" sldId="268"/>
            <ac:spMk id="3" creationId="{4A7CC252-15C8-87E9-887C-C6E45D3F92C1}"/>
          </ac:spMkLst>
        </pc:spChg>
      </pc:sldChg>
      <pc:sldChg chg="addSp modSp new mod">
        <pc:chgData name="Alberto Ruiz" userId="47fa91d207cfb014" providerId="LiveId" clId="{3B339989-86FF-4D88-AEC8-41C3A946A65E}" dt="2023-11-05T07:43:15.297" v="1453"/>
        <pc:sldMkLst>
          <pc:docMk/>
          <pc:sldMk cId="196114040" sldId="269"/>
        </pc:sldMkLst>
        <pc:spChg chg="mod">
          <ac:chgData name="Alberto Ruiz" userId="47fa91d207cfb014" providerId="LiveId" clId="{3B339989-86FF-4D88-AEC8-41C3A946A65E}" dt="2023-10-22T16:54:01.885" v="645" actId="20577"/>
          <ac:spMkLst>
            <pc:docMk/>
            <pc:sldMk cId="196114040" sldId="269"/>
            <ac:spMk id="2" creationId="{A9368449-9740-A7B2-B00A-54432462BE52}"/>
          </ac:spMkLst>
        </pc:spChg>
        <pc:spChg chg="mod">
          <ac:chgData name="Alberto Ruiz" userId="47fa91d207cfb014" providerId="LiveId" clId="{3B339989-86FF-4D88-AEC8-41C3A946A65E}" dt="2023-10-22T16:54:27.990" v="732" actId="20577"/>
          <ac:spMkLst>
            <pc:docMk/>
            <pc:sldMk cId="196114040" sldId="269"/>
            <ac:spMk id="3" creationId="{5E002A95-AEF3-4DA7-42A9-89CFE5C07F59}"/>
          </ac:spMkLst>
        </pc:spChg>
        <pc:picChg chg="add mod">
          <ac:chgData name="Alberto Ruiz" userId="47fa91d207cfb014" providerId="LiveId" clId="{3B339989-86FF-4D88-AEC8-41C3A946A65E}" dt="2023-11-05T07:43:15.297" v="1453"/>
          <ac:picMkLst>
            <pc:docMk/>
            <pc:sldMk cId="196114040" sldId="269"/>
            <ac:picMk id="4" creationId="{1EFA328A-AC97-9662-4E95-5B27B7B07417}"/>
          </ac:picMkLst>
        </pc:picChg>
        <pc:picChg chg="add mod">
          <ac:chgData name="Alberto Ruiz" userId="47fa91d207cfb014" providerId="LiveId" clId="{3B339989-86FF-4D88-AEC8-41C3A946A65E}" dt="2023-10-22T16:54:30.582" v="733" actId="1076"/>
          <ac:picMkLst>
            <pc:docMk/>
            <pc:sldMk cId="196114040" sldId="269"/>
            <ac:picMk id="5" creationId="{817DD45C-9779-654E-6D98-F86C3F37440A}"/>
          </ac:picMkLst>
        </pc:picChg>
      </pc:sldChg>
      <pc:sldChg chg="addSp modSp new mod">
        <pc:chgData name="Alberto Ruiz" userId="47fa91d207cfb014" providerId="LiveId" clId="{3B339989-86FF-4D88-AEC8-41C3A946A65E}" dt="2023-11-05T07:43:15.964" v="1454"/>
        <pc:sldMkLst>
          <pc:docMk/>
          <pc:sldMk cId="1036776992" sldId="270"/>
        </pc:sldMkLst>
        <pc:spChg chg="mod">
          <ac:chgData name="Alberto Ruiz" userId="47fa91d207cfb014" providerId="LiveId" clId="{3B339989-86FF-4D88-AEC8-41C3A946A65E}" dt="2023-10-22T17:08:33.429" v="889" actId="14100"/>
          <ac:spMkLst>
            <pc:docMk/>
            <pc:sldMk cId="1036776992" sldId="270"/>
            <ac:spMk id="2" creationId="{8018A5CB-7633-D39A-2C7A-BAEF8447209E}"/>
          </ac:spMkLst>
        </pc:spChg>
        <pc:spChg chg="mod">
          <ac:chgData name="Alberto Ruiz" userId="47fa91d207cfb014" providerId="LiveId" clId="{3B339989-86FF-4D88-AEC8-41C3A946A65E}" dt="2023-10-22T17:09:30.669" v="1011" actId="14100"/>
          <ac:spMkLst>
            <pc:docMk/>
            <pc:sldMk cId="1036776992" sldId="270"/>
            <ac:spMk id="3" creationId="{E005EDC5-4DBC-CA1A-D5B7-E209860CBFCB}"/>
          </ac:spMkLst>
        </pc:spChg>
        <pc:picChg chg="add mod">
          <ac:chgData name="Alberto Ruiz" userId="47fa91d207cfb014" providerId="LiveId" clId="{3B339989-86FF-4D88-AEC8-41C3A946A65E}" dt="2023-11-05T07:43:15.964" v="1454"/>
          <ac:picMkLst>
            <pc:docMk/>
            <pc:sldMk cId="1036776992" sldId="270"/>
            <ac:picMk id="4" creationId="{7FDC5DDF-FD76-C6F3-C9E7-5223CC1E46E0}"/>
          </ac:picMkLst>
        </pc:picChg>
        <pc:picChg chg="add mod">
          <ac:chgData name="Alberto Ruiz" userId="47fa91d207cfb014" providerId="LiveId" clId="{3B339989-86FF-4D88-AEC8-41C3A946A65E}" dt="2023-10-22T17:08:49.365" v="891" actId="1076"/>
          <ac:picMkLst>
            <pc:docMk/>
            <pc:sldMk cId="1036776992" sldId="270"/>
            <ac:picMk id="5" creationId="{50D27212-84E0-531E-709A-1A18B23EA67E}"/>
          </ac:picMkLst>
        </pc:picChg>
      </pc:sldChg>
      <pc:sldChg chg="addSp delSp modSp new mod">
        <pc:chgData name="Alberto Ruiz" userId="47fa91d207cfb014" providerId="LiveId" clId="{3B339989-86FF-4D88-AEC8-41C3A946A65E}" dt="2023-11-05T07:43:20.323" v="1456" actId="14100"/>
        <pc:sldMkLst>
          <pc:docMk/>
          <pc:sldMk cId="686634425" sldId="271"/>
        </pc:sldMkLst>
        <pc:spChg chg="mod">
          <ac:chgData name="Alberto Ruiz" userId="47fa91d207cfb014" providerId="LiveId" clId="{3B339989-86FF-4D88-AEC8-41C3A946A65E}" dt="2023-10-22T17:10:36.590" v="1040" actId="1076"/>
          <ac:spMkLst>
            <pc:docMk/>
            <pc:sldMk cId="686634425" sldId="271"/>
            <ac:spMk id="2" creationId="{00282003-37B2-82E3-DD32-6DB1C49881CC}"/>
          </ac:spMkLst>
        </pc:spChg>
        <pc:spChg chg="del">
          <ac:chgData name="Alberto Ruiz" userId="47fa91d207cfb014" providerId="LiveId" clId="{3B339989-86FF-4D88-AEC8-41C3A946A65E}" dt="2023-10-22T17:10:38.806" v="1041" actId="478"/>
          <ac:spMkLst>
            <pc:docMk/>
            <pc:sldMk cId="686634425" sldId="271"/>
            <ac:spMk id="3" creationId="{2C480FBD-50D2-3A3C-5446-384655C36618}"/>
          </ac:spMkLst>
        </pc:spChg>
        <pc:graphicFrameChg chg="add mod modGraphic">
          <ac:chgData name="Alberto Ruiz" userId="47fa91d207cfb014" providerId="LiveId" clId="{3B339989-86FF-4D88-AEC8-41C3A946A65E}" dt="2023-10-22T17:11:07.782" v="1059" actId="1076"/>
          <ac:graphicFrameMkLst>
            <pc:docMk/>
            <pc:sldMk cId="686634425" sldId="271"/>
            <ac:graphicFrameMk id="4" creationId="{E41C2559-DFAB-2445-AA15-B0B1009B05DC}"/>
          </ac:graphicFrameMkLst>
        </pc:graphicFrameChg>
        <pc:picChg chg="add mod">
          <ac:chgData name="Alberto Ruiz" userId="47fa91d207cfb014" providerId="LiveId" clId="{3B339989-86FF-4D88-AEC8-41C3A946A65E}" dt="2023-11-05T07:43:20.323" v="1456" actId="14100"/>
          <ac:picMkLst>
            <pc:docMk/>
            <pc:sldMk cId="686634425" sldId="271"/>
            <ac:picMk id="3" creationId="{60B77446-B158-5979-6918-D87A93B2540D}"/>
          </ac:picMkLst>
        </pc:picChg>
      </pc:sldChg>
      <pc:sldChg chg="addSp delSp modSp new mod modNotesTx">
        <pc:chgData name="Alberto Ruiz" userId="47fa91d207cfb014" providerId="LiveId" clId="{3B339989-86FF-4D88-AEC8-41C3A946A65E}" dt="2023-11-05T08:55:45.707" v="2580" actId="20577"/>
        <pc:sldMkLst>
          <pc:docMk/>
          <pc:sldMk cId="4224383721" sldId="272"/>
        </pc:sldMkLst>
        <pc:spChg chg="mod">
          <ac:chgData name="Alberto Ruiz" userId="47fa91d207cfb014" providerId="LiveId" clId="{3B339989-86FF-4D88-AEC8-41C3A946A65E}" dt="2023-10-22T17:41:20.177" v="1082" actId="1076"/>
          <ac:spMkLst>
            <pc:docMk/>
            <pc:sldMk cId="4224383721" sldId="272"/>
            <ac:spMk id="2" creationId="{1AC5A5DE-18B9-E6F9-9EDB-870047FD1D83}"/>
          </ac:spMkLst>
        </pc:spChg>
        <pc:spChg chg="del">
          <ac:chgData name="Alberto Ruiz" userId="47fa91d207cfb014" providerId="LiveId" clId="{3B339989-86FF-4D88-AEC8-41C3A946A65E}" dt="2023-10-22T17:41:22.814" v="1083" actId="478"/>
          <ac:spMkLst>
            <pc:docMk/>
            <pc:sldMk cId="4224383721" sldId="272"/>
            <ac:spMk id="3" creationId="{45AE4D58-5D81-48EB-2989-FD82645434D1}"/>
          </ac:spMkLst>
        </pc:spChg>
        <pc:spChg chg="add mod">
          <ac:chgData name="Alberto Ruiz" userId="47fa91d207cfb014" providerId="LiveId" clId="{3B339989-86FF-4D88-AEC8-41C3A946A65E}" dt="2023-10-22T17:56:31.094" v="1106" actId="1076"/>
          <ac:spMkLst>
            <pc:docMk/>
            <pc:sldMk cId="4224383721" sldId="272"/>
            <ac:spMk id="8" creationId="{54DC9E64-4C0C-5936-37AA-79AB7BA4715C}"/>
          </ac:spMkLst>
        </pc:spChg>
        <pc:spChg chg="add mod">
          <ac:chgData name="Alberto Ruiz" userId="47fa91d207cfb014" providerId="LiveId" clId="{3B339989-86FF-4D88-AEC8-41C3A946A65E}" dt="2023-10-22T17:57:15.079" v="1118" actId="20577"/>
          <ac:spMkLst>
            <pc:docMk/>
            <pc:sldMk cId="4224383721" sldId="272"/>
            <ac:spMk id="11" creationId="{E2DCFA2E-08A8-6027-8729-03B4DE7FBDB0}"/>
          </ac:spMkLst>
        </pc:spChg>
        <pc:spChg chg="add mod">
          <ac:chgData name="Alberto Ruiz" userId="47fa91d207cfb014" providerId="LiveId" clId="{3B339989-86FF-4D88-AEC8-41C3A946A65E}" dt="2023-10-22T17:59:00.007" v="1146" actId="1076"/>
          <ac:spMkLst>
            <pc:docMk/>
            <pc:sldMk cId="4224383721" sldId="272"/>
            <ac:spMk id="14" creationId="{A4EB1C1A-E27A-8658-CD00-8AB6474D7913}"/>
          </ac:spMkLst>
        </pc:spChg>
        <pc:spChg chg="add mod">
          <ac:chgData name="Alberto Ruiz" userId="47fa91d207cfb014" providerId="LiveId" clId="{3B339989-86FF-4D88-AEC8-41C3A946A65E}" dt="2023-10-22T17:58:25.775" v="1139" actId="20577"/>
          <ac:spMkLst>
            <pc:docMk/>
            <pc:sldMk cId="4224383721" sldId="272"/>
            <ac:spMk id="17" creationId="{7E627234-0662-CD26-5BB2-9A69B6131431}"/>
          </ac:spMkLst>
        </pc:spChg>
        <pc:spChg chg="add mod">
          <ac:chgData name="Alberto Ruiz" userId="47fa91d207cfb014" providerId="LiveId" clId="{3B339989-86FF-4D88-AEC8-41C3A946A65E}" dt="2023-10-22T17:59:08.120" v="1151" actId="20577"/>
          <ac:spMkLst>
            <pc:docMk/>
            <pc:sldMk cId="4224383721" sldId="272"/>
            <ac:spMk id="20" creationId="{C103EA49-1DD5-D266-EEE9-D1B5F453E96D}"/>
          </ac:spMkLst>
        </pc:spChg>
        <pc:picChg chg="add mod">
          <ac:chgData name="Alberto Ruiz" userId="47fa91d207cfb014" providerId="LiveId" clId="{3B339989-86FF-4D88-AEC8-41C3A946A65E}" dt="2023-11-05T07:43:23.866" v="1458" actId="14100"/>
          <ac:picMkLst>
            <pc:docMk/>
            <pc:sldMk cId="4224383721" sldId="272"/>
            <ac:picMk id="3" creationId="{36584ABF-48AD-D075-5160-232FD6FC1E02}"/>
          </ac:picMkLst>
        </pc:picChg>
        <pc:picChg chg="add mod">
          <ac:chgData name="Alberto Ruiz" userId="47fa91d207cfb014" providerId="LiveId" clId="{3B339989-86FF-4D88-AEC8-41C3A946A65E}" dt="2023-10-22T17:57:55.872" v="1129" actId="1076"/>
          <ac:picMkLst>
            <pc:docMk/>
            <pc:sldMk cId="4224383721" sldId="272"/>
            <ac:picMk id="5" creationId="{658CAB32-32B9-A5B4-2AEF-9615BD7815D6}"/>
          </ac:picMkLst>
        </pc:picChg>
        <pc:picChg chg="add mod">
          <ac:chgData name="Alberto Ruiz" userId="47fa91d207cfb014" providerId="LiveId" clId="{3B339989-86FF-4D88-AEC8-41C3A946A65E}" dt="2023-10-22T17:56:09.607" v="1092" actId="1076"/>
          <ac:picMkLst>
            <pc:docMk/>
            <pc:sldMk cId="4224383721" sldId="272"/>
            <ac:picMk id="7" creationId="{E82DB3E0-B2B4-6D30-C10A-A12BDFA8C53B}"/>
          </ac:picMkLst>
        </pc:picChg>
        <pc:picChg chg="add mod">
          <ac:chgData name="Alberto Ruiz" userId="47fa91d207cfb014" providerId="LiveId" clId="{3B339989-86FF-4D88-AEC8-41C3A946A65E}" dt="2023-10-22T17:57:05.183" v="1108" actId="1076"/>
          <ac:picMkLst>
            <pc:docMk/>
            <pc:sldMk cId="4224383721" sldId="272"/>
            <ac:picMk id="10" creationId="{3C1FD1F5-40EA-DADB-445A-7894D73AE868}"/>
          </ac:picMkLst>
        </pc:picChg>
        <pc:picChg chg="add mod">
          <ac:chgData name="Alberto Ruiz" userId="47fa91d207cfb014" providerId="LiveId" clId="{3B339989-86FF-4D88-AEC8-41C3A946A65E}" dt="2023-10-22T17:58:55.528" v="1143" actId="14100"/>
          <ac:picMkLst>
            <pc:docMk/>
            <pc:sldMk cId="4224383721" sldId="272"/>
            <ac:picMk id="13" creationId="{1BAB2229-B23A-1EF6-309B-3A9364F8A0DC}"/>
          </ac:picMkLst>
        </pc:picChg>
        <pc:picChg chg="add mod">
          <ac:chgData name="Alberto Ruiz" userId="47fa91d207cfb014" providerId="LiveId" clId="{3B339989-86FF-4D88-AEC8-41C3A946A65E}" dt="2023-10-22T17:58:18.150" v="1133" actId="1076"/>
          <ac:picMkLst>
            <pc:docMk/>
            <pc:sldMk cId="4224383721" sldId="272"/>
            <ac:picMk id="16" creationId="{7C5B1D82-83AC-B4B5-60E5-F4A4A67D2EC2}"/>
          </ac:picMkLst>
        </pc:picChg>
        <pc:picChg chg="add mod">
          <ac:chgData name="Alberto Ruiz" userId="47fa91d207cfb014" providerId="LiveId" clId="{3B339989-86FF-4D88-AEC8-41C3A946A65E}" dt="2023-10-22T17:58:58.305" v="1145" actId="1076"/>
          <ac:picMkLst>
            <pc:docMk/>
            <pc:sldMk cId="4224383721" sldId="272"/>
            <ac:picMk id="19" creationId="{D925CBBF-339F-84BF-02A9-4CFC52097631}"/>
          </ac:picMkLst>
        </pc:picChg>
      </pc:sldChg>
      <pc:sldChg chg="addSp modSp new mod">
        <pc:chgData name="Alberto Ruiz" userId="47fa91d207cfb014" providerId="LiveId" clId="{3B339989-86FF-4D88-AEC8-41C3A946A65E}" dt="2023-11-05T07:43:24.920" v="1459"/>
        <pc:sldMkLst>
          <pc:docMk/>
          <pc:sldMk cId="1907750876" sldId="273"/>
        </pc:sldMkLst>
        <pc:spChg chg="mod">
          <ac:chgData name="Alberto Ruiz" userId="47fa91d207cfb014" providerId="LiveId" clId="{3B339989-86FF-4D88-AEC8-41C3A946A65E}" dt="2023-10-22T17:59:15.281" v="1160" actId="5793"/>
          <ac:spMkLst>
            <pc:docMk/>
            <pc:sldMk cId="1907750876" sldId="273"/>
            <ac:spMk id="2" creationId="{34B20F6D-3372-B803-5105-D2D8459B1C10}"/>
          </ac:spMkLst>
        </pc:spChg>
        <pc:spChg chg="mod">
          <ac:chgData name="Alberto Ruiz" userId="47fa91d207cfb014" providerId="LiveId" clId="{3B339989-86FF-4D88-AEC8-41C3A946A65E}" dt="2023-10-22T18:00:08.951" v="1409" actId="20577"/>
          <ac:spMkLst>
            <pc:docMk/>
            <pc:sldMk cId="1907750876" sldId="273"/>
            <ac:spMk id="3" creationId="{5196161A-E97E-6AC5-74EA-DA291C8DAE31}"/>
          </ac:spMkLst>
        </pc:spChg>
        <pc:picChg chg="add mod">
          <ac:chgData name="Alberto Ruiz" userId="47fa91d207cfb014" providerId="LiveId" clId="{3B339989-86FF-4D88-AEC8-41C3A946A65E}" dt="2023-11-05T07:43:24.920" v="1459"/>
          <ac:picMkLst>
            <pc:docMk/>
            <pc:sldMk cId="1907750876" sldId="273"/>
            <ac:picMk id="4" creationId="{E70056AF-57DF-900D-C792-BB9934C53C5B}"/>
          </ac:picMkLst>
        </pc:picChg>
        <pc:picChg chg="add mod">
          <ac:chgData name="Alberto Ruiz" userId="47fa91d207cfb014" providerId="LiveId" clId="{3B339989-86FF-4D88-AEC8-41C3A946A65E}" dt="2023-10-22T18:00:27.135" v="1411" actId="1076"/>
          <ac:picMkLst>
            <pc:docMk/>
            <pc:sldMk cId="1907750876" sldId="273"/>
            <ac:picMk id="5" creationId="{9104BCE4-1A85-5BE6-986B-02BB22ECB539}"/>
          </ac:picMkLst>
        </pc:picChg>
      </pc:sldChg>
      <pc:sldChg chg="addSp modSp new mod">
        <pc:chgData name="Alberto Ruiz" userId="47fa91d207cfb014" providerId="LiveId" clId="{3B339989-86FF-4D88-AEC8-41C3A946A65E}" dt="2023-11-05T07:43:26.346" v="1460"/>
        <pc:sldMkLst>
          <pc:docMk/>
          <pc:sldMk cId="3768536164" sldId="274"/>
        </pc:sldMkLst>
        <pc:spChg chg="mod">
          <ac:chgData name="Alberto Ruiz" userId="47fa91d207cfb014" providerId="LiveId" clId="{3B339989-86FF-4D88-AEC8-41C3A946A65E}" dt="2023-11-05T07:40:59.946" v="1426" actId="27636"/>
          <ac:spMkLst>
            <pc:docMk/>
            <pc:sldMk cId="3768536164" sldId="274"/>
            <ac:spMk id="2" creationId="{FB6DB337-1AD3-AF86-D84C-70848C7D2EAE}"/>
          </ac:spMkLst>
        </pc:spChg>
        <pc:spChg chg="mod">
          <ac:chgData name="Alberto Ruiz" userId="47fa91d207cfb014" providerId="LiveId" clId="{3B339989-86FF-4D88-AEC8-41C3A946A65E}" dt="2023-11-05T07:41:14.343" v="1431" actId="20577"/>
          <ac:spMkLst>
            <pc:docMk/>
            <pc:sldMk cId="3768536164" sldId="274"/>
            <ac:spMk id="3" creationId="{E5A0067D-B5EB-EA2A-63E7-16A98BF75E4C}"/>
          </ac:spMkLst>
        </pc:spChg>
        <pc:picChg chg="add mod">
          <ac:chgData name="Alberto Ruiz" userId="47fa91d207cfb014" providerId="LiveId" clId="{3B339989-86FF-4D88-AEC8-41C3A946A65E}" dt="2023-11-05T07:43:26.346" v="1460"/>
          <ac:picMkLst>
            <pc:docMk/>
            <pc:sldMk cId="3768536164" sldId="274"/>
            <ac:picMk id="4" creationId="{9EDDB633-2327-E4FA-E543-BB1D16F49A57}"/>
          </ac:picMkLst>
        </pc:picChg>
      </pc:sldChg>
      <pc:sldChg chg="addSp delSp modSp new mod">
        <pc:chgData name="Alberto Ruiz" userId="47fa91d207cfb014" providerId="LiveId" clId="{3B339989-86FF-4D88-AEC8-41C3A946A65E}" dt="2023-11-05T08:09:05.267" v="1605"/>
        <pc:sldMkLst>
          <pc:docMk/>
          <pc:sldMk cId="3000226943" sldId="275"/>
        </pc:sldMkLst>
        <pc:spChg chg="mod">
          <ac:chgData name="Alberto Ruiz" userId="47fa91d207cfb014" providerId="LiveId" clId="{3B339989-86FF-4D88-AEC8-41C3A946A65E}" dt="2023-11-05T07:46:45.916" v="1486" actId="1076"/>
          <ac:spMkLst>
            <pc:docMk/>
            <pc:sldMk cId="3000226943" sldId="275"/>
            <ac:spMk id="2" creationId="{209B20C1-06F3-C74D-2C80-41C32B123F07}"/>
          </ac:spMkLst>
        </pc:spChg>
        <pc:spChg chg="del">
          <ac:chgData name="Alberto Ruiz" userId="47fa91d207cfb014" providerId="LiveId" clId="{3B339989-86FF-4D88-AEC8-41C3A946A65E}" dt="2023-11-05T07:43:40.091" v="1462"/>
          <ac:spMkLst>
            <pc:docMk/>
            <pc:sldMk cId="3000226943" sldId="275"/>
            <ac:spMk id="3" creationId="{BD6AE282-5203-A0DB-3638-094CC54C4B13}"/>
          </ac:spMkLst>
        </pc:spChg>
        <pc:graphicFrameChg chg="add mod modGraphic">
          <ac:chgData name="Alberto Ruiz" userId="47fa91d207cfb014" providerId="LiveId" clId="{3B339989-86FF-4D88-AEC8-41C3A946A65E}" dt="2023-11-05T07:47:17.074" v="1497" actId="403"/>
          <ac:graphicFrameMkLst>
            <pc:docMk/>
            <pc:sldMk cId="3000226943" sldId="275"/>
            <ac:graphicFrameMk id="4" creationId="{5EABBDE8-0617-5501-8B46-C37F5AB564F1}"/>
          </ac:graphicFrameMkLst>
        </pc:graphicFrameChg>
        <pc:picChg chg="add mod">
          <ac:chgData name="Alberto Ruiz" userId="47fa91d207cfb014" providerId="LiveId" clId="{3B339989-86FF-4D88-AEC8-41C3A946A65E}" dt="2023-11-05T08:09:05.267" v="1605"/>
          <ac:picMkLst>
            <pc:docMk/>
            <pc:sldMk cId="3000226943" sldId="275"/>
            <ac:picMk id="5" creationId="{E0CC0EB2-FCA2-41A6-A3A3-E565E27AF95A}"/>
          </ac:picMkLst>
        </pc:picChg>
      </pc:sldChg>
      <pc:sldChg chg="addSp modSp new mod">
        <pc:chgData name="Alberto Ruiz" userId="47fa91d207cfb014" providerId="LiveId" clId="{3B339989-86FF-4D88-AEC8-41C3A946A65E}" dt="2023-11-05T08:09:07.879" v="1606"/>
        <pc:sldMkLst>
          <pc:docMk/>
          <pc:sldMk cId="699831933" sldId="276"/>
        </pc:sldMkLst>
        <pc:spChg chg="mod">
          <ac:chgData name="Alberto Ruiz" userId="47fa91d207cfb014" providerId="LiveId" clId="{3B339989-86FF-4D88-AEC8-41C3A946A65E}" dt="2023-11-05T07:47:55.526" v="1505" actId="20577"/>
          <ac:spMkLst>
            <pc:docMk/>
            <pc:sldMk cId="699831933" sldId="276"/>
            <ac:spMk id="2" creationId="{963FD095-1584-68A4-E895-36454B58FEB3}"/>
          </ac:spMkLst>
        </pc:spChg>
        <pc:picChg chg="add mod">
          <ac:chgData name="Alberto Ruiz" userId="47fa91d207cfb014" providerId="LiveId" clId="{3B339989-86FF-4D88-AEC8-41C3A946A65E}" dt="2023-11-05T07:48:16.500" v="1509" actId="1076"/>
          <ac:picMkLst>
            <pc:docMk/>
            <pc:sldMk cId="699831933" sldId="276"/>
            <ac:picMk id="4" creationId="{3C771E8B-F389-E0C3-2BC5-C81549C6EC1B}"/>
          </ac:picMkLst>
        </pc:picChg>
        <pc:picChg chg="add mod">
          <ac:chgData name="Alberto Ruiz" userId="47fa91d207cfb014" providerId="LiveId" clId="{3B339989-86FF-4D88-AEC8-41C3A946A65E}" dt="2023-11-05T08:09:07.879" v="1606"/>
          <ac:picMkLst>
            <pc:docMk/>
            <pc:sldMk cId="699831933" sldId="276"/>
            <ac:picMk id="5" creationId="{2BE21162-2CF5-BA1A-CFB2-D4A8824C1CB9}"/>
          </ac:picMkLst>
        </pc:picChg>
      </pc:sldChg>
      <pc:sldChg chg="addSp delSp modSp new mod modNotesTx">
        <pc:chgData name="Alberto Ruiz" userId="47fa91d207cfb014" providerId="LiveId" clId="{3B339989-86FF-4D88-AEC8-41C3A946A65E}" dt="2023-11-05T08:56:13.899" v="2612" actId="20577"/>
        <pc:sldMkLst>
          <pc:docMk/>
          <pc:sldMk cId="1513407466" sldId="277"/>
        </pc:sldMkLst>
        <pc:spChg chg="mod">
          <ac:chgData name="Alberto Ruiz" userId="47fa91d207cfb014" providerId="LiveId" clId="{3B339989-86FF-4D88-AEC8-41C3A946A65E}" dt="2023-11-05T07:49:36.181" v="1537" actId="1076"/>
          <ac:spMkLst>
            <pc:docMk/>
            <pc:sldMk cId="1513407466" sldId="277"/>
            <ac:spMk id="2" creationId="{39CAA770-2CB9-3D2C-FA08-FD98D9F3F4B7}"/>
          </ac:spMkLst>
        </pc:spChg>
        <pc:spChg chg="del">
          <ac:chgData name="Alberto Ruiz" userId="47fa91d207cfb014" providerId="LiveId" clId="{3B339989-86FF-4D88-AEC8-41C3A946A65E}" dt="2023-11-05T07:49:41.176" v="1538"/>
          <ac:spMkLst>
            <pc:docMk/>
            <pc:sldMk cId="1513407466" sldId="277"/>
            <ac:spMk id="3" creationId="{0B678761-F2EC-57BE-C522-D81A1DBA83CC}"/>
          </ac:spMkLst>
        </pc:spChg>
        <pc:graphicFrameChg chg="add mod modGraphic">
          <ac:chgData name="Alberto Ruiz" userId="47fa91d207cfb014" providerId="LiveId" clId="{3B339989-86FF-4D88-AEC8-41C3A946A65E}" dt="2023-11-05T07:50:53.298" v="1580" actId="33524"/>
          <ac:graphicFrameMkLst>
            <pc:docMk/>
            <pc:sldMk cId="1513407466" sldId="277"/>
            <ac:graphicFrameMk id="4" creationId="{1688C76D-B363-50E6-3D47-FC95D8A39161}"/>
          </ac:graphicFrameMkLst>
        </pc:graphicFrameChg>
        <pc:picChg chg="add mod">
          <ac:chgData name="Alberto Ruiz" userId="47fa91d207cfb014" providerId="LiveId" clId="{3B339989-86FF-4D88-AEC8-41C3A946A65E}" dt="2023-11-05T08:09:11.922" v="1608" actId="14100"/>
          <ac:picMkLst>
            <pc:docMk/>
            <pc:sldMk cId="1513407466" sldId="277"/>
            <ac:picMk id="5" creationId="{BCCB96DC-4FAE-F437-3B96-80EC959B7983}"/>
          </ac:picMkLst>
        </pc:picChg>
      </pc:sldChg>
      <pc:sldChg chg="addSp delSp modSp new mod">
        <pc:chgData name="Alberto Ruiz" userId="47fa91d207cfb014" providerId="LiveId" clId="{3B339989-86FF-4D88-AEC8-41C3A946A65E}" dt="2023-11-05T08:10:05.286" v="1690" actId="20577"/>
        <pc:sldMkLst>
          <pc:docMk/>
          <pc:sldMk cId="4288672984" sldId="278"/>
        </pc:sldMkLst>
        <pc:spChg chg="mod">
          <ac:chgData name="Alberto Ruiz" userId="47fa91d207cfb014" providerId="LiveId" clId="{3B339989-86FF-4D88-AEC8-41C3A946A65E}" dt="2023-11-05T08:07:49.995" v="1598" actId="1076"/>
          <ac:spMkLst>
            <pc:docMk/>
            <pc:sldMk cId="4288672984" sldId="278"/>
            <ac:spMk id="2" creationId="{E64AF562-0E8E-6346-8F3F-0F4C65EC49FA}"/>
          </ac:spMkLst>
        </pc:spChg>
        <pc:spChg chg="del">
          <ac:chgData name="Alberto Ruiz" userId="47fa91d207cfb014" providerId="LiveId" clId="{3B339989-86FF-4D88-AEC8-41C3A946A65E}" dt="2023-11-05T08:07:23.314" v="1589"/>
          <ac:spMkLst>
            <pc:docMk/>
            <pc:sldMk cId="4288672984" sldId="278"/>
            <ac:spMk id="3" creationId="{BD1F51B6-4FF7-449D-DCB7-566AFA4852A5}"/>
          </ac:spMkLst>
        </pc:spChg>
        <pc:spChg chg="add mod">
          <ac:chgData name="Alberto Ruiz" userId="47fa91d207cfb014" providerId="LiveId" clId="{3B339989-86FF-4D88-AEC8-41C3A946A65E}" dt="2023-11-05T08:10:05.286" v="1690" actId="20577"/>
          <ac:spMkLst>
            <pc:docMk/>
            <pc:sldMk cId="4288672984" sldId="278"/>
            <ac:spMk id="6" creationId="{7FCBDEEC-A2A5-2EC3-75C9-E6D77E9705B2}"/>
          </ac:spMkLst>
        </pc:spChg>
        <pc:picChg chg="add mod">
          <ac:chgData name="Alberto Ruiz" userId="47fa91d207cfb014" providerId="LiveId" clId="{3B339989-86FF-4D88-AEC8-41C3A946A65E}" dt="2023-11-05T08:07:54.107" v="1600" actId="14100"/>
          <ac:picMkLst>
            <pc:docMk/>
            <pc:sldMk cId="4288672984" sldId="278"/>
            <ac:picMk id="4" creationId="{DD63DAA2-0339-63AA-E3A1-5E8C4B171AC4}"/>
          </ac:picMkLst>
        </pc:picChg>
        <pc:picChg chg="add mod">
          <ac:chgData name="Alberto Ruiz" userId="47fa91d207cfb014" providerId="LiveId" clId="{3B339989-86FF-4D88-AEC8-41C3A946A65E}" dt="2023-11-05T08:09:13.748" v="1609"/>
          <ac:picMkLst>
            <pc:docMk/>
            <pc:sldMk cId="4288672984" sldId="278"/>
            <ac:picMk id="7" creationId="{4FEA885A-8F32-F343-E219-204D3346FDB1}"/>
          </ac:picMkLst>
        </pc:picChg>
      </pc:sldChg>
      <pc:sldChg chg="addSp modSp new mod">
        <pc:chgData name="Alberto Ruiz" userId="47fa91d207cfb014" providerId="LiveId" clId="{3B339989-86FF-4D88-AEC8-41C3A946A65E}" dt="2023-11-05T08:15:01.909" v="2162" actId="20577"/>
        <pc:sldMkLst>
          <pc:docMk/>
          <pc:sldMk cId="1900432884" sldId="279"/>
        </pc:sldMkLst>
        <pc:spChg chg="mod">
          <ac:chgData name="Alberto Ruiz" userId="47fa91d207cfb014" providerId="LiveId" clId="{3B339989-86FF-4D88-AEC8-41C3A946A65E}" dt="2023-11-05T08:10:26.036" v="1703" actId="1076"/>
          <ac:spMkLst>
            <pc:docMk/>
            <pc:sldMk cId="1900432884" sldId="279"/>
            <ac:spMk id="2" creationId="{C843EF9B-35FD-E40C-FC03-898DB9B40D2E}"/>
          </ac:spMkLst>
        </pc:spChg>
        <pc:spChg chg="mod">
          <ac:chgData name="Alberto Ruiz" userId="47fa91d207cfb014" providerId="LiveId" clId="{3B339989-86FF-4D88-AEC8-41C3A946A65E}" dt="2023-11-05T08:15:01.909" v="2162" actId="20577"/>
          <ac:spMkLst>
            <pc:docMk/>
            <pc:sldMk cId="1900432884" sldId="279"/>
            <ac:spMk id="3" creationId="{1A484E44-A64E-EA0E-0211-B7D80CD5B96A}"/>
          </ac:spMkLst>
        </pc:spChg>
        <pc:picChg chg="add mod">
          <ac:chgData name="Alberto Ruiz" userId="47fa91d207cfb014" providerId="LiveId" clId="{3B339989-86FF-4D88-AEC8-41C3A946A65E}" dt="2023-11-05T08:09:16.301" v="1610"/>
          <ac:picMkLst>
            <pc:docMk/>
            <pc:sldMk cId="1900432884" sldId="279"/>
            <ac:picMk id="4" creationId="{49157211-C159-54E0-7C16-C357F7C86765}"/>
          </ac:picMkLst>
        </pc:picChg>
      </pc:sldChg>
      <pc:sldChg chg="modSp add mod">
        <pc:chgData name="Alberto Ruiz" userId="47fa91d207cfb014" providerId="LiveId" clId="{3B339989-86FF-4D88-AEC8-41C3A946A65E}" dt="2023-11-05T08:38:33.043" v="2236" actId="14100"/>
        <pc:sldMkLst>
          <pc:docMk/>
          <pc:sldMk cId="2087907540" sldId="280"/>
        </pc:sldMkLst>
        <pc:spChg chg="mod">
          <ac:chgData name="Alberto Ruiz" userId="47fa91d207cfb014" providerId="LiveId" clId="{3B339989-86FF-4D88-AEC8-41C3A946A65E}" dt="2023-11-05T08:25:00.773" v="2231" actId="113"/>
          <ac:spMkLst>
            <pc:docMk/>
            <pc:sldMk cId="2087907540" sldId="280"/>
            <ac:spMk id="2" creationId="{C843EF9B-35FD-E40C-FC03-898DB9B40D2E}"/>
          </ac:spMkLst>
        </pc:spChg>
        <pc:spChg chg="mod">
          <ac:chgData name="Alberto Ruiz" userId="47fa91d207cfb014" providerId="LiveId" clId="{3B339989-86FF-4D88-AEC8-41C3A946A65E}" dt="2023-11-05T08:38:33.043" v="2236" actId="14100"/>
          <ac:spMkLst>
            <pc:docMk/>
            <pc:sldMk cId="2087907540" sldId="280"/>
            <ac:spMk id="3" creationId="{1A484E44-A64E-EA0E-0211-B7D80CD5B96A}"/>
          </ac:spMkLst>
        </pc:spChg>
      </pc:sldChg>
      <pc:sldChg chg="addSp delSp modSp add mod ord">
        <pc:chgData name="Alberto Ruiz" userId="47fa91d207cfb014" providerId="LiveId" clId="{3B339989-86FF-4D88-AEC8-41C3A946A65E}" dt="2023-11-05T08:23:27.157" v="2210"/>
        <pc:sldMkLst>
          <pc:docMk/>
          <pc:sldMk cId="3507854702" sldId="281"/>
        </pc:sldMkLst>
        <pc:spChg chg="mod">
          <ac:chgData name="Alberto Ruiz" userId="47fa91d207cfb014" providerId="LiveId" clId="{3B339989-86FF-4D88-AEC8-41C3A946A65E}" dt="2023-11-05T08:22:55.267" v="2208" actId="403"/>
          <ac:spMkLst>
            <pc:docMk/>
            <pc:sldMk cId="3507854702" sldId="281"/>
            <ac:spMk id="2" creationId="{C843EF9B-35FD-E40C-FC03-898DB9B40D2E}"/>
          </ac:spMkLst>
        </pc:spChg>
        <pc:spChg chg="mod">
          <ac:chgData name="Alberto Ruiz" userId="47fa91d207cfb014" providerId="LiveId" clId="{3B339989-86FF-4D88-AEC8-41C3A946A65E}" dt="2023-11-05T08:22:45.749" v="2206" actId="6549"/>
          <ac:spMkLst>
            <pc:docMk/>
            <pc:sldMk cId="3507854702" sldId="281"/>
            <ac:spMk id="3" creationId="{1A484E44-A64E-EA0E-0211-B7D80CD5B96A}"/>
          </ac:spMkLst>
        </pc:spChg>
        <pc:picChg chg="add del mod">
          <ac:chgData name="Alberto Ruiz" userId="47fa91d207cfb014" providerId="LiveId" clId="{3B339989-86FF-4D88-AEC8-41C3A946A65E}" dt="2023-11-05T08:22:36.211" v="2201" actId="478"/>
          <ac:picMkLst>
            <pc:docMk/>
            <pc:sldMk cId="3507854702" sldId="281"/>
            <ac:picMk id="5" creationId="{B25C5770-E50E-509B-CCE0-CF4B93934CB7}"/>
          </ac:picMkLst>
        </pc:picChg>
        <pc:picChg chg="add mod">
          <ac:chgData name="Alberto Ruiz" userId="47fa91d207cfb014" providerId="LiveId" clId="{3B339989-86FF-4D88-AEC8-41C3A946A65E}" dt="2023-11-05T08:22:42.482" v="2205" actId="1076"/>
          <ac:picMkLst>
            <pc:docMk/>
            <pc:sldMk cId="3507854702" sldId="281"/>
            <ac:picMk id="6" creationId="{A0BBD04D-9B2C-266D-86CF-EEE3EF4F9EB9}"/>
          </ac:picMkLst>
        </pc:picChg>
      </pc:sldChg>
      <pc:sldChg chg="addSp modSp new mod modNotesTx">
        <pc:chgData name="Alberto Ruiz" userId="47fa91d207cfb014" providerId="LiveId" clId="{3B339989-86FF-4D88-AEC8-41C3A946A65E}" dt="2023-11-06T15:47:34.887" v="5386" actId="403"/>
        <pc:sldMkLst>
          <pc:docMk/>
          <pc:sldMk cId="1083934259" sldId="282"/>
        </pc:sldMkLst>
        <pc:spChg chg="mod">
          <ac:chgData name="Alberto Ruiz" userId="47fa91d207cfb014" providerId="LiveId" clId="{3B339989-86FF-4D88-AEC8-41C3A946A65E}" dt="2023-11-05T08:38:44.457" v="2248" actId="27636"/>
          <ac:spMkLst>
            <pc:docMk/>
            <pc:sldMk cId="1083934259" sldId="282"/>
            <ac:spMk id="2" creationId="{3E912D2E-DF8E-1F1C-BE03-5AF565A46EB1}"/>
          </ac:spMkLst>
        </pc:spChg>
        <pc:spChg chg="mod">
          <ac:chgData name="Alberto Ruiz" userId="47fa91d207cfb014" providerId="LiveId" clId="{3B339989-86FF-4D88-AEC8-41C3A946A65E}" dt="2023-11-06T15:47:34.887" v="5386" actId="403"/>
          <ac:spMkLst>
            <pc:docMk/>
            <pc:sldMk cId="1083934259" sldId="282"/>
            <ac:spMk id="3" creationId="{67AB85F0-26EC-C5D7-BC3D-B6907D9D1E92}"/>
          </ac:spMkLst>
        </pc:spChg>
        <pc:spChg chg="add mod">
          <ac:chgData name="Alberto Ruiz" userId="47fa91d207cfb014" providerId="LiveId" clId="{3B339989-86FF-4D88-AEC8-41C3A946A65E}" dt="2023-11-05T08:40:49.436" v="2421" actId="20577"/>
          <ac:spMkLst>
            <pc:docMk/>
            <pc:sldMk cId="1083934259" sldId="282"/>
            <ac:spMk id="6" creationId="{2C801E9B-D161-76F3-98B6-7C3BBEA339BF}"/>
          </ac:spMkLst>
        </pc:spChg>
        <pc:picChg chg="add mod">
          <ac:chgData name="Alberto Ruiz" userId="47fa91d207cfb014" providerId="LiveId" clId="{3B339989-86FF-4D88-AEC8-41C3A946A65E}" dt="2023-11-05T08:39:07.796" v="2253" actId="1076"/>
          <ac:picMkLst>
            <pc:docMk/>
            <pc:sldMk cId="1083934259" sldId="282"/>
            <ac:picMk id="5" creationId="{61D7D339-70A1-D46F-9005-D429335FF402}"/>
          </ac:picMkLst>
        </pc:picChg>
        <pc:picChg chg="add mod">
          <ac:chgData name="Alberto Ruiz" userId="47fa91d207cfb014" providerId="LiveId" clId="{3B339989-86FF-4D88-AEC8-41C3A946A65E}" dt="2023-11-05T08:52:34.762" v="2422"/>
          <ac:picMkLst>
            <pc:docMk/>
            <pc:sldMk cId="1083934259" sldId="282"/>
            <ac:picMk id="7" creationId="{D0040829-A3B3-CE06-5DDF-8FD33B2BF1F2}"/>
          </ac:picMkLst>
        </pc:picChg>
      </pc:sldChg>
      <pc:sldChg chg="addSp delSp modSp new mod">
        <pc:chgData name="Alberto Ruiz" userId="47fa91d207cfb014" providerId="LiveId" clId="{3B339989-86FF-4D88-AEC8-41C3A946A65E}" dt="2023-11-06T15:47:43.227" v="5387" actId="1076"/>
        <pc:sldMkLst>
          <pc:docMk/>
          <pc:sldMk cId="1895237252" sldId="283"/>
        </pc:sldMkLst>
        <pc:spChg chg="mod">
          <ac:chgData name="Alberto Ruiz" userId="47fa91d207cfb014" providerId="LiveId" clId="{3B339989-86FF-4D88-AEC8-41C3A946A65E}" dt="2023-11-06T15:47:43.227" v="5387" actId="1076"/>
          <ac:spMkLst>
            <pc:docMk/>
            <pc:sldMk cId="1895237252" sldId="283"/>
            <ac:spMk id="2" creationId="{895E4213-03DD-9EEE-8805-DB2A2CDCCB2C}"/>
          </ac:spMkLst>
        </pc:spChg>
        <pc:spChg chg="del">
          <ac:chgData name="Alberto Ruiz" userId="47fa91d207cfb014" providerId="LiveId" clId="{3B339989-86FF-4D88-AEC8-41C3A946A65E}" dt="2023-11-05T11:36:32.286" v="4163"/>
          <ac:spMkLst>
            <pc:docMk/>
            <pc:sldMk cId="1895237252" sldId="283"/>
            <ac:spMk id="3" creationId="{7E849229-BD42-F9B8-0305-96EFD33CD433}"/>
          </ac:spMkLst>
        </pc:spChg>
        <pc:graphicFrameChg chg="add mod modGraphic">
          <ac:chgData name="Alberto Ruiz" userId="47fa91d207cfb014" providerId="LiveId" clId="{3B339989-86FF-4D88-AEC8-41C3A946A65E}" dt="2023-11-05T11:37:04.106" v="4179" actId="14734"/>
          <ac:graphicFrameMkLst>
            <pc:docMk/>
            <pc:sldMk cId="1895237252" sldId="283"/>
            <ac:graphicFrameMk id="6" creationId="{F501A3C5-1D4B-C3CC-E49E-CBD845BED820}"/>
          </ac:graphicFrameMkLst>
        </pc:graphicFrameChg>
        <pc:picChg chg="add mod">
          <ac:chgData name="Alberto Ruiz" userId="47fa91d207cfb014" providerId="LiveId" clId="{3B339989-86FF-4D88-AEC8-41C3A946A65E}" dt="2023-11-05T11:37:01.017" v="4178" actId="1076"/>
          <ac:picMkLst>
            <pc:docMk/>
            <pc:sldMk cId="1895237252" sldId="283"/>
            <ac:picMk id="4" creationId="{9C008F05-AB13-EE13-66A1-3574BA842382}"/>
          </ac:picMkLst>
        </pc:picChg>
        <pc:picChg chg="add del mod">
          <ac:chgData name="Alberto Ruiz" userId="47fa91d207cfb014" providerId="LiveId" clId="{3B339989-86FF-4D88-AEC8-41C3A946A65E}" dt="2023-11-05T08:52:42.290" v="2426"/>
          <ac:picMkLst>
            <pc:docMk/>
            <pc:sldMk cId="1895237252" sldId="283"/>
            <ac:picMk id="5" creationId="{DA06381A-1A54-EC62-7A1D-604750689DDA}"/>
          </ac:picMkLst>
        </pc:picChg>
      </pc:sldChg>
      <pc:sldChg chg="addSp delSp modSp new mod">
        <pc:chgData name="Alberto Ruiz" userId="47fa91d207cfb014" providerId="LiveId" clId="{3B339989-86FF-4D88-AEC8-41C3A946A65E}" dt="2023-11-06T16:07:17.875" v="5676" actId="1076"/>
        <pc:sldMkLst>
          <pc:docMk/>
          <pc:sldMk cId="2486387672" sldId="284"/>
        </pc:sldMkLst>
        <pc:spChg chg="mod">
          <ac:chgData name="Alberto Ruiz" userId="47fa91d207cfb014" providerId="LiveId" clId="{3B339989-86FF-4D88-AEC8-41C3A946A65E}" dt="2023-11-06T15:55:44.588" v="5567" actId="1076"/>
          <ac:spMkLst>
            <pc:docMk/>
            <pc:sldMk cId="2486387672" sldId="284"/>
            <ac:spMk id="2" creationId="{7562B785-F5AD-81B5-9153-340B1D1E2B3C}"/>
          </ac:spMkLst>
        </pc:spChg>
        <pc:spChg chg="mod">
          <ac:chgData name="Alberto Ruiz" userId="47fa91d207cfb014" providerId="LiveId" clId="{3B339989-86FF-4D88-AEC8-41C3A946A65E}" dt="2023-11-06T15:57:36.236" v="5632" actId="27636"/>
          <ac:spMkLst>
            <pc:docMk/>
            <pc:sldMk cId="2486387672" sldId="284"/>
            <ac:spMk id="3" creationId="{5AECD146-32EF-0FE1-1A60-96E9B57A66C6}"/>
          </ac:spMkLst>
        </pc:spChg>
        <pc:spChg chg="add del mod">
          <ac:chgData name="Alberto Ruiz" userId="47fa91d207cfb014" providerId="LiveId" clId="{3B339989-86FF-4D88-AEC8-41C3A946A65E}" dt="2023-11-06T15:49:50.567" v="5429" actId="21"/>
          <ac:spMkLst>
            <pc:docMk/>
            <pc:sldMk cId="2486387672" sldId="284"/>
            <ac:spMk id="5" creationId="{AC540DA0-628C-3817-FC78-8A6D0E82049D}"/>
          </ac:spMkLst>
        </pc:spChg>
        <pc:spChg chg="add del mod">
          <ac:chgData name="Alberto Ruiz" userId="47fa91d207cfb014" providerId="LiveId" clId="{3B339989-86FF-4D88-AEC8-41C3A946A65E}" dt="2023-11-06T15:50:43.043" v="5438" actId="478"/>
          <ac:spMkLst>
            <pc:docMk/>
            <pc:sldMk cId="2486387672" sldId="284"/>
            <ac:spMk id="6" creationId="{48D93C93-40D4-DFEA-1B91-C00BA755D29E}"/>
          </ac:spMkLst>
        </pc:spChg>
        <pc:spChg chg="add del mod">
          <ac:chgData name="Alberto Ruiz" userId="47fa91d207cfb014" providerId="LiveId" clId="{3B339989-86FF-4D88-AEC8-41C3A946A65E}" dt="2023-11-06T15:55:35.773" v="5564" actId="478"/>
          <ac:spMkLst>
            <pc:docMk/>
            <pc:sldMk cId="2486387672" sldId="284"/>
            <ac:spMk id="8" creationId="{7DCDC43E-98A5-F66E-4C22-DA853CCBDCC8}"/>
          </ac:spMkLst>
        </pc:spChg>
        <pc:spChg chg="add mod">
          <ac:chgData name="Alberto Ruiz" userId="47fa91d207cfb014" providerId="LiveId" clId="{3B339989-86FF-4D88-AEC8-41C3A946A65E}" dt="2023-11-06T16:07:15.300" v="5675" actId="1076"/>
          <ac:spMkLst>
            <pc:docMk/>
            <pc:sldMk cId="2486387672" sldId="284"/>
            <ac:spMk id="10" creationId="{5E306057-1FD6-F980-CBE5-190082DB129E}"/>
          </ac:spMkLst>
        </pc:spChg>
        <pc:spChg chg="add mod">
          <ac:chgData name="Alberto Ruiz" userId="47fa91d207cfb014" providerId="LiveId" clId="{3B339989-86FF-4D88-AEC8-41C3A946A65E}" dt="2023-11-06T16:07:17.875" v="5676" actId="1076"/>
          <ac:spMkLst>
            <pc:docMk/>
            <pc:sldMk cId="2486387672" sldId="284"/>
            <ac:spMk id="12" creationId="{67007A54-A714-F1B7-FAED-D3C6E4767A29}"/>
          </ac:spMkLst>
        </pc:spChg>
        <pc:picChg chg="add mod">
          <ac:chgData name="Alberto Ruiz" userId="47fa91d207cfb014" providerId="LiveId" clId="{3B339989-86FF-4D88-AEC8-41C3A946A65E}" dt="2023-11-05T08:52:50.176" v="2428"/>
          <ac:picMkLst>
            <pc:docMk/>
            <pc:sldMk cId="2486387672" sldId="284"/>
            <ac:picMk id="4" creationId="{4A1D3A07-68AE-AC2E-73CC-95E35D55E749}"/>
          </ac:picMkLst>
        </pc:picChg>
      </pc:sldChg>
      <pc:sldChg chg="addSp delSp modSp new mod">
        <pc:chgData name="Alberto Ruiz" userId="47fa91d207cfb014" providerId="LiveId" clId="{3B339989-86FF-4D88-AEC8-41C3A946A65E}" dt="2023-11-05T11:55:13.093" v="4752" actId="20577"/>
        <pc:sldMkLst>
          <pc:docMk/>
          <pc:sldMk cId="474411260" sldId="285"/>
        </pc:sldMkLst>
        <pc:spChg chg="mod">
          <ac:chgData name="Alberto Ruiz" userId="47fa91d207cfb014" providerId="LiveId" clId="{3B339989-86FF-4D88-AEC8-41C3A946A65E}" dt="2023-11-05T11:53:40.419" v="4439" actId="1076"/>
          <ac:spMkLst>
            <pc:docMk/>
            <pc:sldMk cId="474411260" sldId="285"/>
            <ac:spMk id="2" creationId="{9E660A7D-7433-091E-D7A9-5BEAA0A0B947}"/>
          </ac:spMkLst>
        </pc:spChg>
        <pc:spChg chg="del">
          <ac:chgData name="Alberto Ruiz" userId="47fa91d207cfb014" providerId="LiveId" clId="{3B339989-86FF-4D88-AEC8-41C3A946A65E}" dt="2023-11-05T11:52:01.257" v="4206" actId="22"/>
          <ac:spMkLst>
            <pc:docMk/>
            <pc:sldMk cId="474411260" sldId="285"/>
            <ac:spMk id="3" creationId="{73C31655-7B29-F40F-45BE-FBA48F68651C}"/>
          </ac:spMkLst>
        </pc:spChg>
        <pc:spChg chg="add mod">
          <ac:chgData name="Alberto Ruiz" userId="47fa91d207cfb014" providerId="LiveId" clId="{3B339989-86FF-4D88-AEC8-41C3A946A65E}" dt="2023-11-05T11:53:43.474" v="4441" actId="1076"/>
          <ac:spMkLst>
            <pc:docMk/>
            <pc:sldMk cId="474411260" sldId="285"/>
            <ac:spMk id="7" creationId="{EB8921A6-3958-0238-7C28-BF94585D73FF}"/>
          </ac:spMkLst>
        </pc:spChg>
        <pc:spChg chg="add mod">
          <ac:chgData name="Alberto Ruiz" userId="47fa91d207cfb014" providerId="LiveId" clId="{3B339989-86FF-4D88-AEC8-41C3A946A65E}" dt="2023-11-05T11:53:57.738" v="4446" actId="1076"/>
          <ac:spMkLst>
            <pc:docMk/>
            <pc:sldMk cId="474411260" sldId="285"/>
            <ac:spMk id="8" creationId="{6524C27B-70F5-2D64-E60A-01F774384A2B}"/>
          </ac:spMkLst>
        </pc:spChg>
        <pc:spChg chg="add mod">
          <ac:chgData name="Alberto Ruiz" userId="47fa91d207cfb014" providerId="LiveId" clId="{3B339989-86FF-4D88-AEC8-41C3A946A65E}" dt="2023-11-05T11:55:13.093" v="4752" actId="20577"/>
          <ac:spMkLst>
            <pc:docMk/>
            <pc:sldMk cId="474411260" sldId="285"/>
            <ac:spMk id="10" creationId="{D20AF134-AAA0-A4F8-3140-DEC252E9DEF0}"/>
          </ac:spMkLst>
        </pc:spChg>
        <pc:picChg chg="add mod">
          <ac:chgData name="Alberto Ruiz" userId="47fa91d207cfb014" providerId="LiveId" clId="{3B339989-86FF-4D88-AEC8-41C3A946A65E}" dt="2023-11-05T08:52:53.009" v="2430"/>
          <ac:picMkLst>
            <pc:docMk/>
            <pc:sldMk cId="474411260" sldId="285"/>
            <ac:picMk id="4" creationId="{69D7252B-E5E7-A4D9-AC1D-C7B264648A77}"/>
          </ac:picMkLst>
        </pc:picChg>
        <pc:picChg chg="add mod ord">
          <ac:chgData name="Alberto Ruiz" userId="47fa91d207cfb014" providerId="LiveId" clId="{3B339989-86FF-4D88-AEC8-41C3A946A65E}" dt="2023-11-05T11:53:41.786" v="4440" actId="1076"/>
          <ac:picMkLst>
            <pc:docMk/>
            <pc:sldMk cId="474411260" sldId="285"/>
            <ac:picMk id="6" creationId="{BEED3061-C5F9-0146-1633-D6E1C24765F1}"/>
          </ac:picMkLst>
        </pc:picChg>
      </pc:sldChg>
      <pc:sldChg chg="addSp modSp new">
        <pc:chgData name="Alberto Ruiz" userId="47fa91d207cfb014" providerId="LiveId" clId="{3B339989-86FF-4D88-AEC8-41C3A946A65E}" dt="2023-11-05T08:52:55.899" v="2432"/>
        <pc:sldMkLst>
          <pc:docMk/>
          <pc:sldMk cId="3395675315" sldId="286"/>
        </pc:sldMkLst>
        <pc:picChg chg="add mod">
          <ac:chgData name="Alberto Ruiz" userId="47fa91d207cfb014" providerId="LiveId" clId="{3B339989-86FF-4D88-AEC8-41C3A946A65E}" dt="2023-11-05T08:52:55.899" v="2432"/>
          <ac:picMkLst>
            <pc:docMk/>
            <pc:sldMk cId="3395675315" sldId="286"/>
            <ac:picMk id="4" creationId="{6269534B-3CC2-33C1-72A8-80161DC1FC64}"/>
          </ac:picMkLst>
        </pc:picChg>
      </pc:sldChg>
      <pc:sldChg chg="addSp modSp new">
        <pc:chgData name="Alberto Ruiz" userId="47fa91d207cfb014" providerId="LiveId" clId="{3B339989-86FF-4D88-AEC8-41C3A946A65E}" dt="2023-11-05T08:52:58.572" v="2434"/>
        <pc:sldMkLst>
          <pc:docMk/>
          <pc:sldMk cId="1698724858" sldId="287"/>
        </pc:sldMkLst>
        <pc:picChg chg="add mod">
          <ac:chgData name="Alberto Ruiz" userId="47fa91d207cfb014" providerId="LiveId" clId="{3B339989-86FF-4D88-AEC8-41C3A946A65E}" dt="2023-11-05T08:52:58.572" v="2434"/>
          <ac:picMkLst>
            <pc:docMk/>
            <pc:sldMk cId="1698724858" sldId="287"/>
            <ac:picMk id="4" creationId="{C71FE61C-4265-F30C-2E3D-48B2F36FC094}"/>
          </ac:picMkLst>
        </pc:picChg>
      </pc:sldChg>
      <pc:sldChg chg="addSp delSp modSp new mod">
        <pc:chgData name="Alberto Ruiz" userId="47fa91d207cfb014" providerId="LiveId" clId="{3B339989-86FF-4D88-AEC8-41C3A946A65E}" dt="2023-11-05T12:18:16.072" v="5011"/>
        <pc:sldMkLst>
          <pc:docMk/>
          <pc:sldMk cId="3777580492" sldId="288"/>
        </pc:sldMkLst>
        <pc:spChg chg="mod">
          <ac:chgData name="Alberto Ruiz" userId="47fa91d207cfb014" providerId="LiveId" clId="{3B339989-86FF-4D88-AEC8-41C3A946A65E}" dt="2023-11-05T08:59:31.852" v="2803" actId="255"/>
          <ac:spMkLst>
            <pc:docMk/>
            <pc:sldMk cId="3777580492" sldId="288"/>
            <ac:spMk id="2" creationId="{CA407299-A971-F100-517B-9C6881340920}"/>
          </ac:spMkLst>
        </pc:spChg>
        <pc:spChg chg="del">
          <ac:chgData name="Alberto Ruiz" userId="47fa91d207cfb014" providerId="LiveId" clId="{3B339989-86FF-4D88-AEC8-41C3A946A65E}" dt="2023-11-05T08:59:35.241" v="2804" actId="478"/>
          <ac:spMkLst>
            <pc:docMk/>
            <pc:sldMk cId="3777580492" sldId="288"/>
            <ac:spMk id="3" creationId="{FF3A6CC5-B045-0498-3A7C-DF9DF8A9A3AD}"/>
          </ac:spMkLst>
        </pc:spChg>
        <pc:spChg chg="add mod">
          <ac:chgData name="Alberto Ruiz" userId="47fa91d207cfb014" providerId="LiveId" clId="{3B339989-86FF-4D88-AEC8-41C3A946A65E}" dt="2023-11-05T11:36:07.638" v="4148" actId="403"/>
          <ac:spMkLst>
            <pc:docMk/>
            <pc:sldMk cId="3777580492" sldId="288"/>
            <ac:spMk id="5" creationId="{D97FB12B-1238-238C-2E55-62E6A1DC5E9E}"/>
          </ac:spMkLst>
        </pc:spChg>
        <pc:picChg chg="add mod">
          <ac:chgData name="Alberto Ruiz" userId="47fa91d207cfb014" providerId="LiveId" clId="{3B339989-86FF-4D88-AEC8-41C3A946A65E}" dt="2023-11-05T12:18:16.072" v="5011"/>
          <ac:picMkLst>
            <pc:docMk/>
            <pc:sldMk cId="3777580492" sldId="288"/>
            <ac:picMk id="3" creationId="{CE3B9080-83A9-7D26-118B-0A84D9907B9C}"/>
          </ac:picMkLst>
        </pc:picChg>
      </pc:sldChg>
      <pc:sldChg chg="addSp delSp modSp new mod modNotesTx">
        <pc:chgData name="Alberto Ruiz" userId="47fa91d207cfb014" providerId="LiveId" clId="{3B339989-86FF-4D88-AEC8-41C3A946A65E}" dt="2023-11-06T15:45:13.418" v="5050" actId="1076"/>
        <pc:sldMkLst>
          <pc:docMk/>
          <pc:sldMk cId="882695955" sldId="289"/>
        </pc:sldMkLst>
        <pc:spChg chg="mod">
          <ac:chgData name="Alberto Ruiz" userId="47fa91d207cfb014" providerId="LiveId" clId="{3B339989-86FF-4D88-AEC8-41C3A946A65E}" dt="2023-11-05T08:56:33.138" v="2647" actId="1076"/>
          <ac:spMkLst>
            <pc:docMk/>
            <pc:sldMk cId="882695955" sldId="289"/>
            <ac:spMk id="2" creationId="{DA239DF7-F86A-1F0D-D302-074C30D5AB97}"/>
          </ac:spMkLst>
        </pc:spChg>
        <pc:spChg chg="del mod">
          <ac:chgData name="Alberto Ruiz" userId="47fa91d207cfb014" providerId="LiveId" clId="{3B339989-86FF-4D88-AEC8-41C3A946A65E}" dt="2023-11-05T10:47:38.832" v="2930" actId="478"/>
          <ac:spMkLst>
            <pc:docMk/>
            <pc:sldMk cId="882695955" sldId="289"/>
            <ac:spMk id="3" creationId="{602DF35D-B5FF-FCA2-41A0-8F088B67F4E2}"/>
          </ac:spMkLst>
        </pc:spChg>
        <pc:spChg chg="add mod">
          <ac:chgData name="Alberto Ruiz" userId="47fa91d207cfb014" providerId="LiveId" clId="{3B339989-86FF-4D88-AEC8-41C3A946A65E}" dt="2023-11-05T10:31:02.548" v="2908" actId="1076"/>
          <ac:spMkLst>
            <pc:docMk/>
            <pc:sldMk cId="882695955" sldId="289"/>
            <ac:spMk id="4" creationId="{2B1A5AF4-02C7-9925-6AF9-DBD66F2DF07A}"/>
          </ac:spMkLst>
        </pc:spChg>
        <pc:spChg chg="add del mod">
          <ac:chgData name="Alberto Ruiz" userId="47fa91d207cfb014" providerId="LiveId" clId="{3B339989-86FF-4D88-AEC8-41C3A946A65E}" dt="2023-11-05T10:47:43.229" v="2931" actId="478"/>
          <ac:spMkLst>
            <pc:docMk/>
            <pc:sldMk cId="882695955" sldId="289"/>
            <ac:spMk id="6" creationId="{EC17E2ED-E797-8348-47FC-419A9E6C1365}"/>
          </ac:spMkLst>
        </pc:spChg>
        <pc:spChg chg="add del mod">
          <ac:chgData name="Alberto Ruiz" userId="47fa91d207cfb014" providerId="LiveId" clId="{3B339989-86FF-4D88-AEC8-41C3A946A65E}" dt="2023-11-06T15:45:13.418" v="5050" actId="1076"/>
          <ac:spMkLst>
            <pc:docMk/>
            <pc:sldMk cId="882695955" sldId="289"/>
            <ac:spMk id="8" creationId="{84499270-D322-8ACE-9134-4D2596187D2E}"/>
          </ac:spMkLst>
        </pc:spChg>
        <pc:spChg chg="add del mod">
          <ac:chgData name="Alberto Ruiz" userId="47fa91d207cfb014" providerId="LiveId" clId="{3B339989-86FF-4D88-AEC8-41C3A946A65E}" dt="2023-11-05T10:48:38.612" v="2964" actId="478"/>
          <ac:spMkLst>
            <pc:docMk/>
            <pc:sldMk cId="882695955" sldId="289"/>
            <ac:spMk id="9" creationId="{2FF47FAA-9DCF-5207-28B7-DD1ABEBFFF8A}"/>
          </ac:spMkLst>
        </pc:spChg>
        <pc:spChg chg="add del mod">
          <ac:chgData name="Alberto Ruiz" userId="47fa91d207cfb014" providerId="LiveId" clId="{3B339989-86FF-4D88-AEC8-41C3A946A65E}" dt="2023-11-06T15:44:45.572" v="5044" actId="1076"/>
          <ac:spMkLst>
            <pc:docMk/>
            <pc:sldMk cId="882695955" sldId="289"/>
            <ac:spMk id="11" creationId="{513A8DB2-62D0-B9BC-FB6F-D6D0385C43FB}"/>
          </ac:spMkLst>
        </pc:spChg>
        <pc:spChg chg="add del mod">
          <ac:chgData name="Alberto Ruiz" userId="47fa91d207cfb014" providerId="LiveId" clId="{3B339989-86FF-4D88-AEC8-41C3A946A65E}" dt="2023-11-06T15:44:39.404" v="5040" actId="1076"/>
          <ac:spMkLst>
            <pc:docMk/>
            <pc:sldMk cId="882695955" sldId="289"/>
            <ac:spMk id="13" creationId="{5DF52F6D-4298-0F15-1D22-8788D508C940}"/>
          </ac:spMkLst>
        </pc:spChg>
        <pc:picChg chg="add mod">
          <ac:chgData name="Alberto Ruiz" userId="47fa91d207cfb014" providerId="LiveId" clId="{3B339989-86FF-4D88-AEC8-41C3A946A65E}" dt="2023-11-05T12:18:04.048" v="5005"/>
          <ac:picMkLst>
            <pc:docMk/>
            <pc:sldMk cId="882695955" sldId="289"/>
            <ac:picMk id="3" creationId="{68DD7911-8C93-3205-CF5B-54DA7DB41726}"/>
          </ac:picMkLst>
        </pc:picChg>
        <pc:picChg chg="add mod">
          <ac:chgData name="Alberto Ruiz" userId="47fa91d207cfb014" providerId="LiveId" clId="{3B339989-86FF-4D88-AEC8-41C3A946A65E}" dt="2023-11-06T15:44:19.213" v="5029" actId="1076"/>
          <ac:picMkLst>
            <pc:docMk/>
            <pc:sldMk cId="882695955" sldId="289"/>
            <ac:picMk id="15" creationId="{E7F30C9D-33AC-A879-B26F-465A463DEA9D}"/>
          </ac:picMkLst>
        </pc:picChg>
      </pc:sldChg>
      <pc:sldChg chg="addSp modSp new mod">
        <pc:chgData name="Alberto Ruiz" userId="47fa91d207cfb014" providerId="LiveId" clId="{3B339989-86FF-4D88-AEC8-41C3A946A65E}" dt="2023-11-06T15:44:18.368" v="5026" actId="6549"/>
        <pc:sldMkLst>
          <pc:docMk/>
          <pc:sldMk cId="958146312" sldId="290"/>
        </pc:sldMkLst>
        <pc:spChg chg="mod">
          <ac:chgData name="Alberto Ruiz" userId="47fa91d207cfb014" providerId="LiveId" clId="{3B339989-86FF-4D88-AEC8-41C3A946A65E}" dt="2023-11-05T10:54:39.942" v="3265" actId="404"/>
          <ac:spMkLst>
            <pc:docMk/>
            <pc:sldMk cId="958146312" sldId="290"/>
            <ac:spMk id="2" creationId="{453A1C86-C26E-A7BB-64BB-8229C99B3683}"/>
          </ac:spMkLst>
        </pc:spChg>
        <pc:spChg chg="mod">
          <ac:chgData name="Alberto Ruiz" userId="47fa91d207cfb014" providerId="LiveId" clId="{3B339989-86FF-4D88-AEC8-41C3A946A65E}" dt="2023-11-06T15:44:18.368" v="5026" actId="6549"/>
          <ac:spMkLst>
            <pc:docMk/>
            <pc:sldMk cId="958146312" sldId="290"/>
            <ac:spMk id="3" creationId="{990FAFBA-629A-8580-2D99-F225E71374CB}"/>
          </ac:spMkLst>
        </pc:spChg>
        <pc:spChg chg="add mod">
          <ac:chgData name="Alberto Ruiz" userId="47fa91d207cfb014" providerId="LiveId" clId="{3B339989-86FF-4D88-AEC8-41C3A946A65E}" dt="2023-11-05T10:56:36.621" v="3292" actId="403"/>
          <ac:spMkLst>
            <pc:docMk/>
            <pc:sldMk cId="958146312" sldId="290"/>
            <ac:spMk id="4" creationId="{4E03A5CF-CC3B-435E-F114-704CB8CED185}"/>
          </ac:spMkLst>
        </pc:spChg>
        <pc:picChg chg="add mod">
          <ac:chgData name="Alberto Ruiz" userId="47fa91d207cfb014" providerId="LiveId" clId="{3B339989-86FF-4D88-AEC8-41C3A946A65E}" dt="2023-11-05T12:18:07.961" v="5007" actId="14100"/>
          <ac:picMkLst>
            <pc:docMk/>
            <pc:sldMk cId="958146312" sldId="290"/>
            <ac:picMk id="5" creationId="{0C99F033-0A4A-60D4-EFB0-D170ECEB416D}"/>
          </ac:picMkLst>
        </pc:picChg>
      </pc:sldChg>
      <pc:sldChg chg="addSp delSp modSp new mod modNotesTx">
        <pc:chgData name="Alberto Ruiz" userId="47fa91d207cfb014" providerId="LiveId" clId="{3B339989-86FF-4D88-AEC8-41C3A946A65E}" dt="2023-11-05T12:18:10.092" v="5008"/>
        <pc:sldMkLst>
          <pc:docMk/>
          <pc:sldMk cId="230991282" sldId="291"/>
        </pc:sldMkLst>
        <pc:spChg chg="mod">
          <ac:chgData name="Alberto Ruiz" userId="47fa91d207cfb014" providerId="LiveId" clId="{3B339989-86FF-4D88-AEC8-41C3A946A65E}" dt="2023-11-05T10:58:46.813" v="3407" actId="14100"/>
          <ac:spMkLst>
            <pc:docMk/>
            <pc:sldMk cId="230991282" sldId="291"/>
            <ac:spMk id="2" creationId="{D7EB326A-6FDB-5680-E6E1-7CD3525597E6}"/>
          </ac:spMkLst>
        </pc:spChg>
        <pc:spChg chg="add del mod">
          <ac:chgData name="Alberto Ruiz" userId="47fa91d207cfb014" providerId="LiveId" clId="{3B339989-86FF-4D88-AEC8-41C3A946A65E}" dt="2023-11-05T10:56:43.249" v="3293" actId="478"/>
          <ac:spMkLst>
            <pc:docMk/>
            <pc:sldMk cId="230991282" sldId="291"/>
            <ac:spMk id="3" creationId="{65E5760B-DB9F-0488-8557-D3AA314B9C2B}"/>
          </ac:spMkLst>
        </pc:spChg>
        <pc:spChg chg="add del mod">
          <ac:chgData name="Alberto Ruiz" userId="47fa91d207cfb014" providerId="LiveId" clId="{3B339989-86FF-4D88-AEC8-41C3A946A65E}" dt="2023-11-05T10:55:54.818" v="3277"/>
          <ac:spMkLst>
            <pc:docMk/>
            <pc:sldMk cId="230991282" sldId="291"/>
            <ac:spMk id="4" creationId="{7F715DEB-6EB3-3A1E-7CA4-97BD0E1094F3}"/>
          </ac:spMkLst>
        </pc:spChg>
        <pc:spChg chg="add mod">
          <ac:chgData name="Alberto Ruiz" userId="47fa91d207cfb014" providerId="LiveId" clId="{3B339989-86FF-4D88-AEC8-41C3A946A65E}" dt="2023-11-05T10:58:50.244" v="3409" actId="14100"/>
          <ac:spMkLst>
            <pc:docMk/>
            <pc:sldMk cId="230991282" sldId="291"/>
            <ac:spMk id="6" creationId="{EAF29B22-C9A9-163F-BD61-B167F25866B1}"/>
          </ac:spMkLst>
        </pc:spChg>
        <pc:picChg chg="add mod">
          <ac:chgData name="Alberto Ruiz" userId="47fa91d207cfb014" providerId="LiveId" clId="{3B339989-86FF-4D88-AEC8-41C3A946A65E}" dt="2023-11-05T12:18:10.092" v="5008"/>
          <ac:picMkLst>
            <pc:docMk/>
            <pc:sldMk cId="230991282" sldId="291"/>
            <ac:picMk id="3" creationId="{68D8968E-AD17-9C35-E26A-8DE069B55FAF}"/>
          </ac:picMkLst>
        </pc:picChg>
      </pc:sldChg>
      <pc:sldChg chg="addSp delSp modSp new mod">
        <pc:chgData name="Alberto Ruiz" userId="47fa91d207cfb014" providerId="LiveId" clId="{3B339989-86FF-4D88-AEC8-41C3A946A65E}" dt="2023-11-06T15:46:27.756" v="5364" actId="20577"/>
        <pc:sldMkLst>
          <pc:docMk/>
          <pc:sldMk cId="3989284232" sldId="292"/>
        </pc:sldMkLst>
        <pc:spChg chg="mod">
          <ac:chgData name="Alberto Ruiz" userId="47fa91d207cfb014" providerId="LiveId" clId="{3B339989-86FF-4D88-AEC8-41C3A946A65E}" dt="2023-11-05T11:11:57.683" v="3585" actId="1076"/>
          <ac:spMkLst>
            <pc:docMk/>
            <pc:sldMk cId="3989284232" sldId="292"/>
            <ac:spMk id="2" creationId="{DD271222-58EA-D4A3-6C0E-E0CD763B69E0}"/>
          </ac:spMkLst>
        </pc:spChg>
        <pc:spChg chg="del">
          <ac:chgData name="Alberto Ruiz" userId="47fa91d207cfb014" providerId="LiveId" clId="{3B339989-86FF-4D88-AEC8-41C3A946A65E}" dt="2023-11-05T11:10:44.044" v="3424" actId="478"/>
          <ac:spMkLst>
            <pc:docMk/>
            <pc:sldMk cId="3989284232" sldId="292"/>
            <ac:spMk id="3" creationId="{62F1770F-8A6D-9E2E-4283-FE35B781A039}"/>
          </ac:spMkLst>
        </pc:spChg>
        <pc:spChg chg="add mod">
          <ac:chgData name="Alberto Ruiz" userId="47fa91d207cfb014" providerId="LiveId" clId="{3B339989-86FF-4D88-AEC8-41C3A946A65E}" dt="2023-11-05T11:11:42.804" v="3557" actId="1076"/>
          <ac:spMkLst>
            <pc:docMk/>
            <pc:sldMk cId="3989284232" sldId="292"/>
            <ac:spMk id="6" creationId="{2E0D8356-7173-27BF-7D4F-5DE50F6D693B}"/>
          </ac:spMkLst>
        </pc:spChg>
        <pc:spChg chg="add mod">
          <ac:chgData name="Alberto Ruiz" userId="47fa91d207cfb014" providerId="LiveId" clId="{3B339989-86FF-4D88-AEC8-41C3A946A65E}" dt="2023-11-05T11:12:11.717" v="3602" actId="403"/>
          <ac:spMkLst>
            <pc:docMk/>
            <pc:sldMk cId="3989284232" sldId="292"/>
            <ac:spMk id="9" creationId="{6EC0DA83-318A-41C9-4A80-28A37FB1026D}"/>
          </ac:spMkLst>
        </pc:spChg>
        <pc:spChg chg="add mod">
          <ac:chgData name="Alberto Ruiz" userId="47fa91d207cfb014" providerId="LiveId" clId="{3B339989-86FF-4D88-AEC8-41C3A946A65E}" dt="2023-11-06T15:46:27.756" v="5364" actId="20577"/>
          <ac:spMkLst>
            <pc:docMk/>
            <pc:sldMk cId="3989284232" sldId="292"/>
            <ac:spMk id="10" creationId="{ABDF02C0-6634-C1F8-759D-EEECB32F92DC}"/>
          </ac:spMkLst>
        </pc:spChg>
        <pc:picChg chg="add mod">
          <ac:chgData name="Alberto Ruiz" userId="47fa91d207cfb014" providerId="LiveId" clId="{3B339989-86FF-4D88-AEC8-41C3A946A65E}" dt="2023-11-05T12:18:11.230" v="5009"/>
          <ac:picMkLst>
            <pc:docMk/>
            <pc:sldMk cId="3989284232" sldId="292"/>
            <ac:picMk id="3" creationId="{F9A010A6-179B-2540-F18E-B41307DEC356}"/>
          </ac:picMkLst>
        </pc:picChg>
        <pc:picChg chg="add mod">
          <ac:chgData name="Alberto Ruiz" userId="47fa91d207cfb014" providerId="LiveId" clId="{3B339989-86FF-4D88-AEC8-41C3A946A65E}" dt="2023-11-05T11:10:45.715" v="3425" actId="1076"/>
          <ac:picMkLst>
            <pc:docMk/>
            <pc:sldMk cId="3989284232" sldId="292"/>
            <ac:picMk id="5" creationId="{5AA3BA51-6BC9-9C95-A2AF-44140AA0B8F2}"/>
          </ac:picMkLst>
        </pc:picChg>
        <pc:picChg chg="add mod">
          <ac:chgData name="Alberto Ruiz" userId="47fa91d207cfb014" providerId="LiveId" clId="{3B339989-86FF-4D88-AEC8-41C3A946A65E}" dt="2023-11-05T11:11:44.195" v="3558" actId="1076"/>
          <ac:picMkLst>
            <pc:docMk/>
            <pc:sldMk cId="3989284232" sldId="292"/>
            <ac:picMk id="8" creationId="{866E00B2-F135-DAA0-7B11-5F5CD50A359A}"/>
          </ac:picMkLst>
        </pc:picChg>
      </pc:sldChg>
      <pc:sldChg chg="addSp delSp modSp new mod">
        <pc:chgData name="Alberto Ruiz" userId="47fa91d207cfb014" providerId="LiveId" clId="{3B339989-86FF-4D88-AEC8-41C3A946A65E}" dt="2023-11-06T15:46:59.504" v="5367" actId="6549"/>
        <pc:sldMkLst>
          <pc:docMk/>
          <pc:sldMk cId="201962025" sldId="293"/>
        </pc:sldMkLst>
        <pc:spChg chg="mod">
          <ac:chgData name="Alberto Ruiz" userId="47fa91d207cfb014" providerId="LiveId" clId="{3B339989-86FF-4D88-AEC8-41C3A946A65E}" dt="2023-11-06T15:46:59.504" v="5367" actId="6549"/>
          <ac:spMkLst>
            <pc:docMk/>
            <pc:sldMk cId="201962025" sldId="293"/>
            <ac:spMk id="2" creationId="{028F226A-6B02-6CD1-10A4-F6D95860934F}"/>
          </ac:spMkLst>
        </pc:spChg>
        <pc:spChg chg="mod">
          <ac:chgData name="Alberto Ruiz" userId="47fa91d207cfb014" providerId="LiveId" clId="{3B339989-86FF-4D88-AEC8-41C3A946A65E}" dt="2023-11-05T11:14:55.300" v="4129" actId="20577"/>
          <ac:spMkLst>
            <pc:docMk/>
            <pc:sldMk cId="201962025" sldId="293"/>
            <ac:spMk id="3" creationId="{3357B347-3037-6C6F-8FF8-1E56774B59D0}"/>
          </ac:spMkLst>
        </pc:spChg>
        <pc:picChg chg="add mod">
          <ac:chgData name="Alberto Ruiz" userId="47fa91d207cfb014" providerId="LiveId" clId="{3B339989-86FF-4D88-AEC8-41C3A946A65E}" dt="2023-11-05T12:18:13.777" v="5010"/>
          <ac:picMkLst>
            <pc:docMk/>
            <pc:sldMk cId="201962025" sldId="293"/>
            <ac:picMk id="4" creationId="{F07D4466-0371-F128-73A7-F57CC02DF712}"/>
          </ac:picMkLst>
        </pc:picChg>
        <pc:picChg chg="add del mod">
          <ac:chgData name="Alberto Ruiz" userId="47fa91d207cfb014" providerId="LiveId" clId="{3B339989-86FF-4D88-AEC8-41C3A946A65E}" dt="2023-11-05T11:34:02.736" v="4133" actId="478"/>
          <ac:picMkLst>
            <pc:docMk/>
            <pc:sldMk cId="201962025" sldId="293"/>
            <ac:picMk id="5" creationId="{7A253F36-7373-7F30-3D87-17931AA5547A}"/>
          </ac:picMkLst>
        </pc:picChg>
        <pc:picChg chg="add mod">
          <ac:chgData name="Alberto Ruiz" userId="47fa91d207cfb014" providerId="LiveId" clId="{3B339989-86FF-4D88-AEC8-41C3A946A65E}" dt="2023-11-05T11:34:33.899" v="4137" actId="14100"/>
          <ac:picMkLst>
            <pc:docMk/>
            <pc:sldMk cId="201962025" sldId="293"/>
            <ac:picMk id="7" creationId="{99107D73-134B-2EED-7CBC-D94DE9F1580B}"/>
          </ac:picMkLst>
        </pc:picChg>
      </pc:sldChg>
      <pc:sldChg chg="addSp modSp new mod">
        <pc:chgData name="Alberto Ruiz" userId="47fa91d207cfb014" providerId="LiveId" clId="{3B339989-86FF-4D88-AEC8-41C3A946A65E}" dt="2023-11-06T15:50:00.868" v="5434" actId="14100"/>
        <pc:sldMkLst>
          <pc:docMk/>
          <pc:sldMk cId="3931780646" sldId="294"/>
        </pc:sldMkLst>
        <pc:spChg chg="mod">
          <ac:chgData name="Alberto Ruiz" userId="47fa91d207cfb014" providerId="LiveId" clId="{3B339989-86FF-4D88-AEC8-41C3A946A65E}" dt="2023-11-06T15:49:57.459" v="5433" actId="1076"/>
          <ac:spMkLst>
            <pc:docMk/>
            <pc:sldMk cId="3931780646" sldId="294"/>
            <ac:spMk id="2" creationId="{3B9844C0-1AB0-4E5E-85FF-652EAD955982}"/>
          </ac:spMkLst>
        </pc:spChg>
        <pc:spChg chg="add mod">
          <ac:chgData name="Alberto Ruiz" userId="47fa91d207cfb014" providerId="LiveId" clId="{3B339989-86FF-4D88-AEC8-41C3A946A65E}" dt="2023-11-06T15:50:00.868" v="5434" actId="14100"/>
          <ac:spMkLst>
            <pc:docMk/>
            <pc:sldMk cId="3931780646" sldId="294"/>
            <ac:spMk id="4" creationId="{4BA30B6E-0AEF-C700-E03C-74EDC4345ECD}"/>
          </ac:spMkLst>
        </pc:spChg>
      </pc:sldChg>
    </pc:docChg>
  </pc:docChgLst>
  <pc:docChgLst>
    <pc:chgData name="Alberto Ruiz" userId="47fa91d207cfb014" providerId="LiveId" clId="{B443034A-58F9-409F-ADF2-D871375F1DFF}"/>
    <pc:docChg chg="undo custSel addSld delSld modSld sldOrd">
      <pc:chgData name="Alberto Ruiz" userId="47fa91d207cfb014" providerId="LiveId" clId="{B443034A-58F9-409F-ADF2-D871375F1DFF}" dt="2024-08-14T11:42:48.107" v="858" actId="26606"/>
      <pc:docMkLst>
        <pc:docMk/>
      </pc:docMkLst>
      <pc:sldChg chg="addSp delSp modSp mod setBg">
        <pc:chgData name="Alberto Ruiz" userId="47fa91d207cfb014" providerId="LiveId" clId="{B443034A-58F9-409F-ADF2-D871375F1DFF}" dt="2024-08-14T10:21:06.883" v="193" actId="5793"/>
        <pc:sldMkLst>
          <pc:docMk/>
          <pc:sldMk cId="734683637" sldId="257"/>
        </pc:sldMkLst>
        <pc:spChg chg="del mod">
          <ac:chgData name="Alberto Ruiz" userId="47fa91d207cfb014" providerId="LiveId" clId="{B443034A-58F9-409F-ADF2-D871375F1DFF}" dt="2024-08-14T08:14:31.293" v="2" actId="26606"/>
          <ac:spMkLst>
            <pc:docMk/>
            <pc:sldMk cId="734683637" sldId="257"/>
            <ac:spMk id="3" creationId="{A12ED71D-85E6-0558-4CC6-C2D736D402BE}"/>
          </ac:spMkLst>
        </pc:spChg>
        <pc:spChg chg="add del">
          <ac:chgData name="Alberto Ruiz" userId="47fa91d207cfb014" providerId="LiveId" clId="{B443034A-58F9-409F-ADF2-D871375F1DFF}" dt="2024-08-14T10:20:42.208" v="170" actId="26606"/>
          <ac:spMkLst>
            <pc:docMk/>
            <pc:sldMk cId="734683637" sldId="257"/>
            <ac:spMk id="2059" creationId="{B50AB553-2A96-4A92-96F2-93548E096954}"/>
          </ac:spMkLst>
        </pc:spChg>
        <pc:spChg chg="add">
          <ac:chgData name="Alberto Ruiz" userId="47fa91d207cfb014" providerId="LiveId" clId="{B443034A-58F9-409F-ADF2-D871375F1DFF}" dt="2024-08-14T10:20:42.208" v="170" actId="26606"/>
          <ac:spMkLst>
            <pc:docMk/>
            <pc:sldMk cId="734683637" sldId="257"/>
            <ac:spMk id="2064" creationId="{04812C46-200A-4DEB-A05E-3ED6C68C2387}"/>
          </ac:spMkLst>
        </pc:spChg>
        <pc:spChg chg="add">
          <ac:chgData name="Alberto Ruiz" userId="47fa91d207cfb014" providerId="LiveId" clId="{B443034A-58F9-409F-ADF2-D871375F1DFF}" dt="2024-08-14T10:20:42.208" v="170" actId="26606"/>
          <ac:spMkLst>
            <pc:docMk/>
            <pc:sldMk cId="734683637" sldId="257"/>
            <ac:spMk id="2066" creationId="{D1EA859B-E555-4109-94F3-6700E046E008}"/>
          </ac:spMkLst>
        </pc:spChg>
        <pc:graphicFrameChg chg="add mod modGraphic">
          <ac:chgData name="Alberto Ruiz" userId="47fa91d207cfb014" providerId="LiveId" clId="{B443034A-58F9-409F-ADF2-D871375F1DFF}" dt="2024-08-14T10:21:06.883" v="193" actId="5793"/>
          <ac:graphicFrameMkLst>
            <pc:docMk/>
            <pc:sldMk cId="734683637" sldId="257"/>
            <ac:graphicFrameMk id="2054" creationId="{49520C65-B903-EAA7-DDB4-728E37418902}"/>
          </ac:graphicFrameMkLst>
        </pc:graphicFrameChg>
        <pc:picChg chg="add mod">
          <ac:chgData name="Alberto Ruiz" userId="47fa91d207cfb014" providerId="LiveId" clId="{B443034A-58F9-409F-ADF2-D871375F1DFF}" dt="2024-08-14T10:20:42.208" v="170" actId="26606"/>
          <ac:picMkLst>
            <pc:docMk/>
            <pc:sldMk cId="734683637" sldId="257"/>
            <ac:picMk id="2055" creationId="{44E657B0-A726-B7C1-054D-56B440A5169A}"/>
          </ac:picMkLst>
        </pc:picChg>
      </pc:sldChg>
      <pc:sldChg chg="addSp delSp modSp del mod">
        <pc:chgData name="Alberto Ruiz" userId="47fa91d207cfb014" providerId="LiveId" clId="{B443034A-58F9-409F-ADF2-D871375F1DFF}" dt="2024-08-14T08:15:26.397" v="19" actId="47"/>
        <pc:sldMkLst>
          <pc:docMk/>
          <pc:sldMk cId="1006393069" sldId="258"/>
        </pc:sldMkLst>
        <pc:spChg chg="del">
          <ac:chgData name="Alberto Ruiz" userId="47fa91d207cfb014" providerId="LiveId" clId="{B443034A-58F9-409F-ADF2-D871375F1DFF}" dt="2024-08-14T08:14:41.972" v="3" actId="478"/>
          <ac:spMkLst>
            <pc:docMk/>
            <pc:sldMk cId="1006393069" sldId="258"/>
            <ac:spMk id="3" creationId="{FA6E1238-3C03-DA93-FA7C-93020A416DBF}"/>
          </ac:spMkLst>
        </pc:spChg>
        <pc:spChg chg="add del mod">
          <ac:chgData name="Alberto Ruiz" userId="47fa91d207cfb014" providerId="LiveId" clId="{B443034A-58F9-409F-ADF2-D871375F1DFF}" dt="2024-08-14T08:14:44.905" v="4" actId="478"/>
          <ac:spMkLst>
            <pc:docMk/>
            <pc:sldMk cId="1006393069" sldId="258"/>
            <ac:spMk id="5" creationId="{BA6A0696-AD20-6732-D5F6-77B1B60CCD41}"/>
          </ac:spMkLst>
        </pc:spChg>
      </pc:sldChg>
      <pc:sldChg chg="modSp del mod">
        <pc:chgData name="Alberto Ruiz" userId="47fa91d207cfb014" providerId="LiveId" clId="{B443034A-58F9-409F-ADF2-D871375F1DFF}" dt="2024-08-14T08:38:59.579" v="137" actId="47"/>
        <pc:sldMkLst>
          <pc:docMk/>
          <pc:sldMk cId="1150850528" sldId="259"/>
        </pc:sldMkLst>
        <pc:spChg chg="mod">
          <ac:chgData name="Alberto Ruiz" userId="47fa91d207cfb014" providerId="LiveId" clId="{B443034A-58F9-409F-ADF2-D871375F1DFF}" dt="2024-08-14T08:32:20.060" v="126" actId="1076"/>
          <ac:spMkLst>
            <pc:docMk/>
            <pc:sldMk cId="1150850528" sldId="259"/>
            <ac:spMk id="2" creationId="{918B2B43-C0E1-484F-3207-954C20B20292}"/>
          </ac:spMkLst>
        </pc:spChg>
      </pc:sldChg>
      <pc:sldChg chg="del">
        <pc:chgData name="Alberto Ruiz" userId="47fa91d207cfb014" providerId="LiveId" clId="{B443034A-58F9-409F-ADF2-D871375F1DFF}" dt="2024-08-14T08:15:45.484" v="20" actId="47"/>
        <pc:sldMkLst>
          <pc:docMk/>
          <pc:sldMk cId="2705376389" sldId="260"/>
        </pc:sldMkLst>
      </pc:sldChg>
      <pc:sldChg chg="del">
        <pc:chgData name="Alberto Ruiz" userId="47fa91d207cfb014" providerId="LiveId" clId="{B443034A-58F9-409F-ADF2-D871375F1DFF}" dt="2024-08-14T08:15:52.024" v="21" actId="47"/>
        <pc:sldMkLst>
          <pc:docMk/>
          <pc:sldMk cId="3233206642" sldId="261"/>
        </pc:sldMkLst>
      </pc:sldChg>
      <pc:sldChg chg="addSp delSp modSp del mod setBg">
        <pc:chgData name="Alberto Ruiz" userId="47fa91d207cfb014" providerId="LiveId" clId="{B443034A-58F9-409F-ADF2-D871375F1DFF}" dt="2024-08-14T08:37:00.727" v="132" actId="47"/>
        <pc:sldMkLst>
          <pc:docMk/>
          <pc:sldMk cId="3317860232" sldId="262"/>
        </pc:sldMkLst>
        <pc:spChg chg="mod">
          <ac:chgData name="Alberto Ruiz" userId="47fa91d207cfb014" providerId="LiveId" clId="{B443034A-58F9-409F-ADF2-D871375F1DFF}" dt="2024-08-14T08:16:57.997" v="61" actId="26606"/>
          <ac:spMkLst>
            <pc:docMk/>
            <pc:sldMk cId="3317860232" sldId="262"/>
            <ac:spMk id="2" creationId="{0552884B-04F4-BDC5-A218-6CD62C524679}"/>
          </ac:spMkLst>
        </pc:spChg>
        <pc:spChg chg="del">
          <ac:chgData name="Alberto Ruiz" userId="47fa91d207cfb014" providerId="LiveId" clId="{B443034A-58F9-409F-ADF2-D871375F1DFF}" dt="2024-08-14T08:16:57.997" v="61" actId="26606"/>
          <ac:spMkLst>
            <pc:docMk/>
            <pc:sldMk cId="3317860232" sldId="262"/>
            <ac:spMk id="3" creationId="{B3FCB5B0-FAF9-1378-ABBA-21029CA5EF4B}"/>
          </ac:spMkLst>
        </pc:spChg>
        <pc:spChg chg="del mod ord">
          <ac:chgData name="Alberto Ruiz" userId="47fa91d207cfb014" providerId="LiveId" clId="{B443034A-58F9-409F-ADF2-D871375F1DFF}" dt="2024-08-14T08:36:53.181" v="131"/>
          <ac:spMkLst>
            <pc:docMk/>
            <pc:sldMk cId="3317860232" sldId="262"/>
            <ac:spMk id="5" creationId="{FACBBF8B-CFA7-8C66-F130-E725A0A706DF}"/>
          </ac:spMkLst>
        </pc:spChg>
        <pc:spChg chg="add mod">
          <ac:chgData name="Alberto Ruiz" userId="47fa91d207cfb014" providerId="LiveId" clId="{B443034A-58F9-409F-ADF2-D871375F1DFF}" dt="2024-08-14T08:36:25.923" v="128" actId="1076"/>
          <ac:spMkLst>
            <pc:docMk/>
            <pc:sldMk cId="3317860232" sldId="262"/>
            <ac:spMk id="7" creationId="{63D587AA-9DE0-3608-A832-5FACC9597654}"/>
          </ac:spMkLst>
        </pc:spChg>
        <pc:spChg chg="add">
          <ac:chgData name="Alberto Ruiz" userId="47fa91d207cfb014" providerId="LiveId" clId="{B443034A-58F9-409F-ADF2-D871375F1DFF}" dt="2024-08-14T08:16:57.997" v="61" actId="26606"/>
          <ac:spMkLst>
            <pc:docMk/>
            <pc:sldMk cId="3317860232" sldId="262"/>
            <ac:spMk id="11" creationId="{D4771268-CB57-404A-9271-370EB28F6090}"/>
          </ac:spMkLst>
        </pc:spChg>
        <pc:picChg chg="del mod">
          <ac:chgData name="Alberto Ruiz" userId="47fa91d207cfb014" providerId="LiveId" clId="{B443034A-58F9-409F-ADF2-D871375F1DFF}" dt="2024-08-14T08:36:06.611" v="127" actId="21"/>
          <ac:picMkLst>
            <pc:docMk/>
            <pc:sldMk cId="3317860232" sldId="262"/>
            <ac:picMk id="4" creationId="{E4619120-73B7-4691-E44E-50924126E957}"/>
          </ac:picMkLst>
        </pc:picChg>
      </pc:sldChg>
      <pc:sldChg chg="addSp modSp del mod setBg">
        <pc:chgData name="Alberto Ruiz" userId="47fa91d207cfb014" providerId="LiveId" clId="{B443034A-58F9-409F-ADF2-D871375F1DFF}" dt="2024-08-14T08:38:52.660" v="136" actId="47"/>
        <pc:sldMkLst>
          <pc:docMk/>
          <pc:sldMk cId="2350523130" sldId="263"/>
        </pc:sldMkLst>
        <pc:spChg chg="mod">
          <ac:chgData name="Alberto Ruiz" userId="47fa91d207cfb014" providerId="LiveId" clId="{B443034A-58F9-409F-ADF2-D871375F1DFF}" dt="2024-08-14T08:17:21.344" v="77" actId="20577"/>
          <ac:spMkLst>
            <pc:docMk/>
            <pc:sldMk cId="2350523130" sldId="263"/>
            <ac:spMk id="2" creationId="{FF9146E8-5350-E210-10C4-3CCFDBA0E6B9}"/>
          </ac:spMkLst>
        </pc:spChg>
        <pc:spChg chg="mod">
          <ac:chgData name="Alberto Ruiz" userId="47fa91d207cfb014" providerId="LiveId" clId="{B443034A-58F9-409F-ADF2-D871375F1DFF}" dt="2024-08-14T08:38:31.979" v="135" actId="21"/>
          <ac:spMkLst>
            <pc:docMk/>
            <pc:sldMk cId="2350523130" sldId="263"/>
            <ac:spMk id="3" creationId="{92B120A9-0C0D-DE7E-95DD-259A62C02EAA}"/>
          </ac:spMkLst>
        </pc:spChg>
        <pc:spChg chg="add">
          <ac:chgData name="Alberto Ruiz" userId="47fa91d207cfb014" providerId="LiveId" clId="{B443034A-58F9-409F-ADF2-D871375F1DFF}" dt="2024-08-14T08:17:10.074" v="62" actId="26606"/>
          <ac:spMkLst>
            <pc:docMk/>
            <pc:sldMk cId="2350523130" sldId="263"/>
            <ac:spMk id="9" creationId="{09588DA8-065E-4F6F-8EFD-43104AB2E0CF}"/>
          </ac:spMkLst>
        </pc:spChg>
        <pc:spChg chg="add">
          <ac:chgData name="Alberto Ruiz" userId="47fa91d207cfb014" providerId="LiveId" clId="{B443034A-58F9-409F-ADF2-D871375F1DFF}" dt="2024-08-14T08:17:10.074" v="62" actId="26606"/>
          <ac:spMkLst>
            <pc:docMk/>
            <pc:sldMk cId="2350523130" sldId="263"/>
            <ac:spMk id="11" creationId="{C4285719-470E-454C-AF62-8323075F1F5B}"/>
          </ac:spMkLst>
        </pc:spChg>
        <pc:spChg chg="add">
          <ac:chgData name="Alberto Ruiz" userId="47fa91d207cfb014" providerId="LiveId" clId="{B443034A-58F9-409F-ADF2-D871375F1DFF}" dt="2024-08-14T08:17:10.074" v="62" actId="26606"/>
          <ac:spMkLst>
            <pc:docMk/>
            <pc:sldMk cId="2350523130" sldId="263"/>
            <ac:spMk id="13" creationId="{CD9FE4EF-C4D8-49A0-B2FF-81D8DB7D8A24}"/>
          </ac:spMkLst>
        </pc:spChg>
        <pc:spChg chg="add">
          <ac:chgData name="Alberto Ruiz" userId="47fa91d207cfb014" providerId="LiveId" clId="{B443034A-58F9-409F-ADF2-D871375F1DFF}" dt="2024-08-14T08:17:10.074" v="62" actId="26606"/>
          <ac:spMkLst>
            <pc:docMk/>
            <pc:sldMk cId="2350523130" sldId="263"/>
            <ac:spMk id="15" creationId="{4300840D-0A0B-4512-BACA-B439D5B9C57C}"/>
          </ac:spMkLst>
        </pc:spChg>
        <pc:spChg chg="add">
          <ac:chgData name="Alberto Ruiz" userId="47fa91d207cfb014" providerId="LiveId" clId="{B443034A-58F9-409F-ADF2-D871375F1DFF}" dt="2024-08-14T08:17:10.074" v="62" actId="26606"/>
          <ac:spMkLst>
            <pc:docMk/>
            <pc:sldMk cId="2350523130" sldId="263"/>
            <ac:spMk id="17" creationId="{D2B78728-A580-49A7-84F9-6EF6F583ADE0}"/>
          </ac:spMkLst>
        </pc:spChg>
        <pc:spChg chg="add">
          <ac:chgData name="Alberto Ruiz" userId="47fa91d207cfb014" providerId="LiveId" clId="{B443034A-58F9-409F-ADF2-D871375F1DFF}" dt="2024-08-14T08:17:10.074" v="62" actId="26606"/>
          <ac:spMkLst>
            <pc:docMk/>
            <pc:sldMk cId="2350523130" sldId="263"/>
            <ac:spMk id="19" creationId="{38FAA1A1-D861-433F-88FA-1E9D6FD31D11}"/>
          </ac:spMkLst>
        </pc:spChg>
        <pc:spChg chg="add">
          <ac:chgData name="Alberto Ruiz" userId="47fa91d207cfb014" providerId="LiveId" clId="{B443034A-58F9-409F-ADF2-D871375F1DFF}" dt="2024-08-14T08:17:10.074" v="62" actId="26606"/>
          <ac:spMkLst>
            <pc:docMk/>
            <pc:sldMk cId="2350523130" sldId="263"/>
            <ac:spMk id="21" creationId="{8D71EDA1-87BF-4D5D-AB79-F346FD19278A}"/>
          </ac:spMkLst>
        </pc:spChg>
      </pc:sldChg>
      <pc:sldChg chg="addSp delSp modSp del mod setBg">
        <pc:chgData name="Alberto Ruiz" userId="47fa91d207cfb014" providerId="LiveId" clId="{B443034A-58F9-409F-ADF2-D871375F1DFF}" dt="2024-08-14T08:39:39.596" v="140" actId="47"/>
        <pc:sldMkLst>
          <pc:docMk/>
          <pc:sldMk cId="545686148" sldId="264"/>
        </pc:sldMkLst>
        <pc:spChg chg="mod">
          <ac:chgData name="Alberto Ruiz" userId="47fa91d207cfb014" providerId="LiveId" clId="{B443034A-58F9-409F-ADF2-D871375F1DFF}" dt="2024-08-14T08:17:58.806" v="91" actId="26606"/>
          <ac:spMkLst>
            <pc:docMk/>
            <pc:sldMk cId="545686148" sldId="264"/>
            <ac:spMk id="2" creationId="{2270C38C-21CC-F17C-001D-4CCA04E76DFB}"/>
          </ac:spMkLst>
        </pc:spChg>
        <pc:spChg chg="mod">
          <ac:chgData name="Alberto Ruiz" userId="47fa91d207cfb014" providerId="LiveId" clId="{B443034A-58F9-409F-ADF2-D871375F1DFF}" dt="2024-08-14T08:39:17.197" v="139" actId="27636"/>
          <ac:spMkLst>
            <pc:docMk/>
            <pc:sldMk cId="545686148" sldId="264"/>
            <ac:spMk id="3" creationId="{CE29E0F4-AC92-B73D-0E95-4983F522215B}"/>
          </ac:spMkLst>
        </pc:spChg>
        <pc:spChg chg="add del">
          <ac:chgData name="Alberto Ruiz" userId="47fa91d207cfb014" providerId="LiveId" clId="{B443034A-58F9-409F-ADF2-D871375F1DFF}" dt="2024-08-14T08:17:58.806" v="91" actId="26606"/>
          <ac:spMkLst>
            <pc:docMk/>
            <pc:sldMk cId="545686148" sldId="264"/>
            <ac:spMk id="10" creationId="{3ECBE1F1-D69B-4AFA-ABD5-8E41720EF6DE}"/>
          </ac:spMkLst>
        </pc:spChg>
        <pc:spChg chg="add del">
          <ac:chgData name="Alberto Ruiz" userId="47fa91d207cfb014" providerId="LiveId" clId="{B443034A-58F9-409F-ADF2-D871375F1DFF}" dt="2024-08-14T08:17:58.806" v="91" actId="26606"/>
          <ac:spMkLst>
            <pc:docMk/>
            <pc:sldMk cId="545686148" sldId="264"/>
            <ac:spMk id="12" creationId="{603A6265-E10C-4B85-9C20-E75FCAF9CC63}"/>
          </ac:spMkLst>
        </pc:spChg>
        <pc:picChg chg="mod ord">
          <ac:chgData name="Alberto Ruiz" userId="47fa91d207cfb014" providerId="LiveId" clId="{B443034A-58F9-409F-ADF2-D871375F1DFF}" dt="2024-08-14T08:17:58.806" v="91" actId="26606"/>
          <ac:picMkLst>
            <pc:docMk/>
            <pc:sldMk cId="545686148" sldId="264"/>
            <ac:picMk id="5" creationId="{B1ADFF9B-25FC-F334-6966-0D0501F18BD8}"/>
          </ac:picMkLst>
        </pc:picChg>
      </pc:sldChg>
      <pc:sldChg chg="addSp delSp modSp del mod setBg">
        <pc:chgData name="Alberto Ruiz" userId="47fa91d207cfb014" providerId="LiveId" clId="{B443034A-58F9-409F-ADF2-D871375F1DFF}" dt="2024-08-14T08:40:15.798" v="142" actId="47"/>
        <pc:sldMkLst>
          <pc:docMk/>
          <pc:sldMk cId="4240286439" sldId="265"/>
        </pc:sldMkLst>
        <pc:spChg chg="mod">
          <ac:chgData name="Alberto Ruiz" userId="47fa91d207cfb014" providerId="LiveId" clId="{B443034A-58F9-409F-ADF2-D871375F1DFF}" dt="2024-08-14T08:18:03.328" v="92" actId="26606"/>
          <ac:spMkLst>
            <pc:docMk/>
            <pc:sldMk cId="4240286439" sldId="265"/>
            <ac:spMk id="2" creationId="{AD8FD450-FE99-87BA-AC70-433044A5A05D}"/>
          </ac:spMkLst>
        </pc:spChg>
        <pc:spChg chg="mod">
          <ac:chgData name="Alberto Ruiz" userId="47fa91d207cfb014" providerId="LiveId" clId="{B443034A-58F9-409F-ADF2-D871375F1DFF}" dt="2024-08-14T08:18:03.328" v="92" actId="26606"/>
          <ac:spMkLst>
            <pc:docMk/>
            <pc:sldMk cId="4240286439" sldId="265"/>
            <ac:spMk id="3" creationId="{498CE25A-1064-EB37-A428-9D826A12A1D8}"/>
          </ac:spMkLst>
        </pc:spChg>
        <pc:spChg chg="add">
          <ac:chgData name="Alberto Ruiz" userId="47fa91d207cfb014" providerId="LiveId" clId="{B443034A-58F9-409F-ADF2-D871375F1DFF}" dt="2024-08-14T08:18:03.328" v="92" actId="26606"/>
          <ac:spMkLst>
            <pc:docMk/>
            <pc:sldMk cId="4240286439" sldId="265"/>
            <ac:spMk id="10" creationId="{A8384FB5-9ADC-4DDC-881B-597D56F5B15D}"/>
          </ac:spMkLst>
        </pc:spChg>
        <pc:spChg chg="add">
          <ac:chgData name="Alberto Ruiz" userId="47fa91d207cfb014" providerId="LiveId" clId="{B443034A-58F9-409F-ADF2-D871375F1DFF}" dt="2024-08-14T08:18:03.328" v="92" actId="26606"/>
          <ac:spMkLst>
            <pc:docMk/>
            <pc:sldMk cId="4240286439" sldId="265"/>
            <ac:spMk id="12" creationId="{91E5A9A7-95C6-4F4F-B00E-C82E07FE62EF}"/>
          </ac:spMkLst>
        </pc:spChg>
        <pc:spChg chg="add">
          <ac:chgData name="Alberto Ruiz" userId="47fa91d207cfb014" providerId="LiveId" clId="{B443034A-58F9-409F-ADF2-D871375F1DFF}" dt="2024-08-14T08:18:03.328" v="92" actId="26606"/>
          <ac:spMkLst>
            <pc:docMk/>
            <pc:sldMk cId="4240286439" sldId="265"/>
            <ac:spMk id="14" creationId="{D07DD2DE-F619-49DD-B5E7-03A290FF4ED1}"/>
          </ac:spMkLst>
        </pc:spChg>
        <pc:spChg chg="add">
          <ac:chgData name="Alberto Ruiz" userId="47fa91d207cfb014" providerId="LiveId" clId="{B443034A-58F9-409F-ADF2-D871375F1DFF}" dt="2024-08-14T08:18:03.328" v="92" actId="26606"/>
          <ac:spMkLst>
            <pc:docMk/>
            <pc:sldMk cId="4240286439" sldId="265"/>
            <ac:spMk id="16" creationId="{85149191-5F60-4A28-AAFF-039F96B0F3EC}"/>
          </ac:spMkLst>
        </pc:spChg>
        <pc:spChg chg="add">
          <ac:chgData name="Alberto Ruiz" userId="47fa91d207cfb014" providerId="LiveId" clId="{B443034A-58F9-409F-ADF2-D871375F1DFF}" dt="2024-08-14T08:18:03.328" v="92" actId="26606"/>
          <ac:spMkLst>
            <pc:docMk/>
            <pc:sldMk cId="4240286439" sldId="265"/>
            <ac:spMk id="18" creationId="{F8260ED5-17F7-4158-B241-D51DD4CF1B7E}"/>
          </ac:spMkLst>
        </pc:spChg>
        <pc:picChg chg="del mod">
          <ac:chgData name="Alberto Ruiz" userId="47fa91d207cfb014" providerId="LiveId" clId="{B443034A-58F9-409F-ADF2-D871375F1DFF}" dt="2024-08-14T08:40:09.729" v="141" actId="478"/>
          <ac:picMkLst>
            <pc:docMk/>
            <pc:sldMk cId="4240286439" sldId="265"/>
            <ac:picMk id="5" creationId="{3497CBD6-44A2-FA98-3D23-9BA771225C28}"/>
          </ac:picMkLst>
        </pc:picChg>
      </pc:sldChg>
      <pc:sldChg chg="delSp del mod">
        <pc:chgData name="Alberto Ruiz" userId="47fa91d207cfb014" providerId="LiveId" clId="{B443034A-58F9-409F-ADF2-D871375F1DFF}" dt="2024-08-14T08:37:39.286" v="134" actId="47"/>
        <pc:sldMkLst>
          <pc:docMk/>
          <pc:sldMk cId="1543595527" sldId="266"/>
        </pc:sldMkLst>
        <pc:picChg chg="del">
          <ac:chgData name="Alberto Ruiz" userId="47fa91d207cfb014" providerId="LiveId" clId="{B443034A-58F9-409F-ADF2-D871375F1DFF}" dt="2024-08-14T08:37:13.891" v="133" actId="21"/>
          <ac:picMkLst>
            <pc:docMk/>
            <pc:sldMk cId="1543595527" sldId="266"/>
            <ac:picMk id="4" creationId="{FC96BFD6-5D34-7205-70AC-CEC0CA1F7E80}"/>
          </ac:picMkLst>
        </pc:picChg>
      </pc:sldChg>
      <pc:sldChg chg="modSp del mod">
        <pc:chgData name="Alberto Ruiz" userId="47fa91d207cfb014" providerId="LiveId" clId="{B443034A-58F9-409F-ADF2-D871375F1DFF}" dt="2024-08-14T09:08:55.751" v="144" actId="47"/>
        <pc:sldMkLst>
          <pc:docMk/>
          <pc:sldMk cId="529098480" sldId="267"/>
        </pc:sldMkLst>
        <pc:spChg chg="mod">
          <ac:chgData name="Alberto Ruiz" userId="47fa91d207cfb014" providerId="LiveId" clId="{B443034A-58F9-409F-ADF2-D871375F1DFF}" dt="2024-08-14T09:01:49.910" v="143" actId="21"/>
          <ac:spMkLst>
            <pc:docMk/>
            <pc:sldMk cId="529098480" sldId="267"/>
            <ac:spMk id="3" creationId="{3026AFEB-7EA9-174E-5156-72C958C55311}"/>
          </ac:spMkLst>
        </pc:spChg>
      </pc:sldChg>
      <pc:sldChg chg="addSp delSp modSp mod ord setBg">
        <pc:chgData name="Alberto Ruiz" userId="47fa91d207cfb014" providerId="LiveId" clId="{B443034A-58F9-409F-ADF2-D871375F1DFF}" dt="2024-08-14T11:41:20.567" v="842" actId="26606"/>
        <pc:sldMkLst>
          <pc:docMk/>
          <pc:sldMk cId="196114040" sldId="269"/>
        </pc:sldMkLst>
        <pc:spChg chg="mod">
          <ac:chgData name="Alberto Ruiz" userId="47fa91d207cfb014" providerId="LiveId" clId="{B443034A-58F9-409F-ADF2-D871375F1DFF}" dt="2024-08-14T11:41:20.567" v="842" actId="26606"/>
          <ac:spMkLst>
            <pc:docMk/>
            <pc:sldMk cId="196114040" sldId="269"/>
            <ac:spMk id="2" creationId="{A9368449-9740-A7B2-B00A-54432462BE52}"/>
          </ac:spMkLst>
        </pc:spChg>
        <pc:spChg chg="mod ord">
          <ac:chgData name="Alberto Ruiz" userId="47fa91d207cfb014" providerId="LiveId" clId="{B443034A-58F9-409F-ADF2-D871375F1DFF}" dt="2024-08-14T11:41:20.567" v="842" actId="26606"/>
          <ac:spMkLst>
            <pc:docMk/>
            <pc:sldMk cId="196114040" sldId="269"/>
            <ac:spMk id="3" creationId="{5E002A95-AEF3-4DA7-42A9-89CFE5C07F59}"/>
          </ac:spMkLst>
        </pc:spChg>
        <pc:spChg chg="add del">
          <ac:chgData name="Alberto Ruiz" userId="47fa91d207cfb014" providerId="LiveId" clId="{B443034A-58F9-409F-ADF2-D871375F1DFF}" dt="2024-08-14T11:41:20.567" v="842" actId="26606"/>
          <ac:spMkLst>
            <pc:docMk/>
            <pc:sldMk cId="196114040" sldId="269"/>
            <ac:spMk id="10" creationId="{B210AC1D-4063-4C6E-9528-FA9C4C0C18E6}"/>
          </ac:spMkLst>
        </pc:spChg>
        <pc:spChg chg="add del">
          <ac:chgData name="Alberto Ruiz" userId="47fa91d207cfb014" providerId="LiveId" clId="{B443034A-58F9-409F-ADF2-D871375F1DFF}" dt="2024-08-14T11:41:20.567" v="842" actId="26606"/>
          <ac:spMkLst>
            <pc:docMk/>
            <pc:sldMk cId="196114040" sldId="269"/>
            <ac:spMk id="12" creationId="{02F8C595-E68C-4306-AED8-DC7826A0A506}"/>
          </ac:spMkLst>
        </pc:spChg>
        <pc:picChg chg="mod">
          <ac:chgData name="Alberto Ruiz" userId="47fa91d207cfb014" providerId="LiveId" clId="{B443034A-58F9-409F-ADF2-D871375F1DFF}" dt="2024-08-14T11:41:20.567" v="842" actId="26606"/>
          <ac:picMkLst>
            <pc:docMk/>
            <pc:sldMk cId="196114040" sldId="269"/>
            <ac:picMk id="5" creationId="{817DD45C-9779-654E-6D98-F86C3F37440A}"/>
          </ac:picMkLst>
        </pc:picChg>
      </pc:sldChg>
      <pc:sldChg chg="addSp delSp modSp mod ord">
        <pc:chgData name="Alberto Ruiz" userId="47fa91d207cfb014" providerId="LiveId" clId="{B443034A-58F9-409F-ADF2-D871375F1DFF}" dt="2024-08-14T10:22:21.087" v="221" actId="403"/>
        <pc:sldMkLst>
          <pc:docMk/>
          <pc:sldMk cId="1036776992" sldId="270"/>
        </pc:sldMkLst>
        <pc:spChg chg="mod">
          <ac:chgData name="Alberto Ruiz" userId="47fa91d207cfb014" providerId="LiveId" clId="{B443034A-58F9-409F-ADF2-D871375F1DFF}" dt="2024-08-14T10:21:57.574" v="197" actId="1076"/>
          <ac:spMkLst>
            <pc:docMk/>
            <pc:sldMk cId="1036776992" sldId="270"/>
            <ac:spMk id="2" creationId="{8018A5CB-7633-D39A-2C7A-BAEF8447209E}"/>
          </ac:spMkLst>
        </pc:spChg>
        <pc:spChg chg="del mod">
          <ac:chgData name="Alberto Ruiz" userId="47fa91d207cfb014" providerId="LiveId" clId="{B443034A-58F9-409F-ADF2-D871375F1DFF}" dt="2024-08-14T10:22:12.356" v="218" actId="26606"/>
          <ac:spMkLst>
            <pc:docMk/>
            <pc:sldMk cId="1036776992" sldId="270"/>
            <ac:spMk id="3" creationId="{E005EDC5-4DBC-CA1A-D5B7-E209860CBFCB}"/>
          </ac:spMkLst>
        </pc:spChg>
        <pc:spChg chg="add mod">
          <ac:chgData name="Alberto Ruiz" userId="47fa91d207cfb014" providerId="LiveId" clId="{B443034A-58F9-409F-ADF2-D871375F1DFF}" dt="2024-08-14T10:22:21.087" v="221" actId="403"/>
          <ac:spMkLst>
            <pc:docMk/>
            <pc:sldMk cId="1036776992" sldId="270"/>
            <ac:spMk id="6" creationId="{757BC093-B235-67F4-F6D8-8BE8F461FBCA}"/>
          </ac:spMkLst>
        </pc:spChg>
        <pc:graphicFrameChg chg="add">
          <ac:chgData name="Alberto Ruiz" userId="47fa91d207cfb014" providerId="LiveId" clId="{B443034A-58F9-409F-ADF2-D871375F1DFF}" dt="2024-08-14T10:22:12.356" v="218" actId="26606"/>
          <ac:graphicFrameMkLst>
            <pc:docMk/>
            <pc:sldMk cId="1036776992" sldId="270"/>
            <ac:graphicFrameMk id="8" creationId="{51AA3AD6-BC3A-2C9E-DA15-2B0E90917AD5}"/>
          </ac:graphicFrameMkLst>
        </pc:graphicFrameChg>
        <pc:picChg chg="mod">
          <ac:chgData name="Alberto Ruiz" userId="47fa91d207cfb014" providerId="LiveId" clId="{B443034A-58F9-409F-ADF2-D871375F1DFF}" dt="2024-08-14T10:21:52.630" v="195" actId="1076"/>
          <ac:picMkLst>
            <pc:docMk/>
            <pc:sldMk cId="1036776992" sldId="270"/>
            <ac:picMk id="5" creationId="{50D27212-84E0-531E-709A-1A18B23EA67E}"/>
          </ac:picMkLst>
        </pc:picChg>
      </pc:sldChg>
      <pc:sldChg chg="addSp modSp mod ord setBg">
        <pc:chgData name="Alberto Ruiz" userId="47fa91d207cfb014" providerId="LiveId" clId="{B443034A-58F9-409F-ADF2-D871375F1DFF}" dt="2024-08-14T10:38:00.496" v="446"/>
        <pc:sldMkLst>
          <pc:docMk/>
          <pc:sldMk cId="686634425" sldId="271"/>
        </pc:sldMkLst>
        <pc:spChg chg="mod">
          <ac:chgData name="Alberto Ruiz" userId="47fa91d207cfb014" providerId="LiveId" clId="{B443034A-58F9-409F-ADF2-D871375F1DFF}" dt="2024-08-14T08:20:16.597" v="108" actId="122"/>
          <ac:spMkLst>
            <pc:docMk/>
            <pc:sldMk cId="686634425" sldId="271"/>
            <ac:spMk id="2" creationId="{00282003-37B2-82E3-DD32-6DB1C49881CC}"/>
          </ac:spMkLst>
        </pc:spChg>
        <pc:spChg chg="add">
          <ac:chgData name="Alberto Ruiz" userId="47fa91d207cfb014" providerId="LiveId" clId="{B443034A-58F9-409F-ADF2-D871375F1DFF}" dt="2024-08-14T08:19:34.526" v="94" actId="26606"/>
          <ac:spMkLst>
            <pc:docMk/>
            <pc:sldMk cId="686634425" sldId="271"/>
            <ac:spMk id="9" creationId="{53F29798-D584-4792-9B62-3F5F5C36D619}"/>
          </ac:spMkLst>
        </pc:spChg>
        <pc:graphicFrameChg chg="add mod ord modGraphic">
          <ac:chgData name="Alberto Ruiz" userId="47fa91d207cfb014" providerId="LiveId" clId="{B443034A-58F9-409F-ADF2-D871375F1DFF}" dt="2024-08-14T08:21:38.158" v="113" actId="6549"/>
          <ac:graphicFrameMkLst>
            <pc:docMk/>
            <pc:sldMk cId="686634425" sldId="271"/>
            <ac:graphicFrameMk id="4" creationId="{E41C2559-DFAB-2445-AA15-B0B1009B05DC}"/>
          </ac:graphicFrameMkLst>
        </pc:graphicFrameChg>
      </pc:sldChg>
      <pc:sldChg chg="ord">
        <pc:chgData name="Alberto Ruiz" userId="47fa91d207cfb014" providerId="LiveId" clId="{B443034A-58F9-409F-ADF2-D871375F1DFF}" dt="2024-08-14T10:38:04.088" v="448"/>
        <pc:sldMkLst>
          <pc:docMk/>
          <pc:sldMk cId="4224383721" sldId="272"/>
        </pc:sldMkLst>
      </pc:sldChg>
      <pc:sldChg chg="modSp mod ord">
        <pc:chgData name="Alberto Ruiz" userId="47fa91d207cfb014" providerId="LiveId" clId="{B443034A-58F9-409F-ADF2-D871375F1DFF}" dt="2024-08-14T10:38:07.383" v="450"/>
        <pc:sldMkLst>
          <pc:docMk/>
          <pc:sldMk cId="1907750876" sldId="273"/>
        </pc:sldMkLst>
        <pc:spChg chg="mod">
          <ac:chgData name="Alberto Ruiz" userId="47fa91d207cfb014" providerId="LiveId" clId="{B443034A-58F9-409F-ADF2-D871375F1DFF}" dt="2024-08-14T08:21:46.814" v="114" actId="1076"/>
          <ac:spMkLst>
            <pc:docMk/>
            <pc:sldMk cId="1907750876" sldId="273"/>
            <ac:spMk id="2" creationId="{34B20F6D-3372-B803-5105-D2D8459B1C10}"/>
          </ac:spMkLst>
        </pc:spChg>
      </pc:sldChg>
      <pc:sldChg chg="modSp add mod">
        <pc:chgData name="Alberto Ruiz" userId="47fa91d207cfb014" providerId="LiveId" clId="{B443034A-58F9-409F-ADF2-D871375F1DFF}" dt="2024-08-14T10:21:13.062" v="194" actId="14100"/>
        <pc:sldMkLst>
          <pc:docMk/>
          <pc:sldMk cId="2971237523" sldId="274"/>
        </pc:sldMkLst>
        <pc:spChg chg="mod">
          <ac:chgData name="Alberto Ruiz" userId="47fa91d207cfb014" providerId="LiveId" clId="{B443034A-58F9-409F-ADF2-D871375F1DFF}" dt="2024-08-14T08:23:42.437" v="117" actId="1076"/>
          <ac:spMkLst>
            <pc:docMk/>
            <pc:sldMk cId="2971237523" sldId="274"/>
            <ac:spMk id="2" creationId="{FB6DB337-1AD3-AF86-D84C-70848C7D2EAE}"/>
          </ac:spMkLst>
        </pc:spChg>
        <pc:spChg chg="mod">
          <ac:chgData name="Alberto Ruiz" userId="47fa91d207cfb014" providerId="LiveId" clId="{B443034A-58F9-409F-ADF2-D871375F1DFF}" dt="2024-08-14T10:21:13.062" v="194" actId="14100"/>
          <ac:spMkLst>
            <pc:docMk/>
            <pc:sldMk cId="2971237523" sldId="274"/>
            <ac:spMk id="3" creationId="{E5A0067D-B5EB-EA2A-63E7-16A98BF75E4C}"/>
          </ac:spMkLst>
        </pc:spChg>
      </pc:sldChg>
      <pc:sldChg chg="del">
        <pc:chgData name="Alberto Ruiz" userId="47fa91d207cfb014" providerId="LiveId" clId="{B443034A-58F9-409F-ADF2-D871375F1DFF}" dt="2024-08-14T08:22:57.296" v="115" actId="2696"/>
        <pc:sldMkLst>
          <pc:docMk/>
          <pc:sldMk cId="3768536164" sldId="274"/>
        </pc:sldMkLst>
      </pc:sldChg>
      <pc:sldChg chg="add">
        <pc:chgData name="Alberto Ruiz" userId="47fa91d207cfb014" providerId="LiveId" clId="{B443034A-58F9-409F-ADF2-D871375F1DFF}" dt="2024-08-14T08:23:10.401" v="116"/>
        <pc:sldMkLst>
          <pc:docMk/>
          <pc:sldMk cId="2502417397" sldId="275"/>
        </pc:sldMkLst>
      </pc:sldChg>
      <pc:sldChg chg="del">
        <pc:chgData name="Alberto Ruiz" userId="47fa91d207cfb014" providerId="LiveId" clId="{B443034A-58F9-409F-ADF2-D871375F1DFF}" dt="2024-08-14T08:22:57.296" v="115" actId="2696"/>
        <pc:sldMkLst>
          <pc:docMk/>
          <pc:sldMk cId="3000226943" sldId="275"/>
        </pc:sldMkLst>
      </pc:sldChg>
      <pc:sldChg chg="del">
        <pc:chgData name="Alberto Ruiz" userId="47fa91d207cfb014" providerId="LiveId" clId="{B443034A-58F9-409F-ADF2-D871375F1DFF}" dt="2024-08-14T08:22:57.296" v="115" actId="2696"/>
        <pc:sldMkLst>
          <pc:docMk/>
          <pc:sldMk cId="699831933" sldId="276"/>
        </pc:sldMkLst>
      </pc:sldChg>
      <pc:sldChg chg="add">
        <pc:chgData name="Alberto Ruiz" userId="47fa91d207cfb014" providerId="LiveId" clId="{B443034A-58F9-409F-ADF2-D871375F1DFF}" dt="2024-08-14T08:23:10.401" v="116"/>
        <pc:sldMkLst>
          <pc:docMk/>
          <pc:sldMk cId="1020212093" sldId="276"/>
        </pc:sldMkLst>
      </pc:sldChg>
      <pc:sldChg chg="del">
        <pc:chgData name="Alberto Ruiz" userId="47fa91d207cfb014" providerId="LiveId" clId="{B443034A-58F9-409F-ADF2-D871375F1DFF}" dt="2024-08-14T08:22:57.296" v="115" actId="2696"/>
        <pc:sldMkLst>
          <pc:docMk/>
          <pc:sldMk cId="1513407466" sldId="277"/>
        </pc:sldMkLst>
      </pc:sldChg>
      <pc:sldChg chg="add">
        <pc:chgData name="Alberto Ruiz" userId="47fa91d207cfb014" providerId="LiveId" clId="{B443034A-58F9-409F-ADF2-D871375F1DFF}" dt="2024-08-14T08:23:10.401" v="116"/>
        <pc:sldMkLst>
          <pc:docMk/>
          <pc:sldMk cId="4179474473" sldId="277"/>
        </pc:sldMkLst>
      </pc:sldChg>
      <pc:sldChg chg="addSp modSp mod setBg">
        <pc:chgData name="Alberto Ruiz" userId="47fa91d207cfb014" providerId="LiveId" clId="{B443034A-58F9-409F-ADF2-D871375F1DFF}" dt="2024-08-14T11:41:36.080" v="844" actId="26606"/>
        <pc:sldMkLst>
          <pc:docMk/>
          <pc:sldMk cId="1900432884" sldId="279"/>
        </pc:sldMkLst>
        <pc:spChg chg="mod">
          <ac:chgData name="Alberto Ruiz" userId="47fa91d207cfb014" providerId="LiveId" clId="{B443034A-58F9-409F-ADF2-D871375F1DFF}" dt="2024-08-14T11:41:36.080" v="844" actId="26606"/>
          <ac:spMkLst>
            <pc:docMk/>
            <pc:sldMk cId="1900432884" sldId="279"/>
            <ac:spMk id="2" creationId="{C843EF9B-35FD-E40C-FC03-898DB9B40D2E}"/>
          </ac:spMkLst>
        </pc:spChg>
        <pc:spChg chg="mod">
          <ac:chgData name="Alberto Ruiz" userId="47fa91d207cfb014" providerId="LiveId" clId="{B443034A-58F9-409F-ADF2-D871375F1DFF}" dt="2024-08-14T11:41:36.080" v="844" actId="26606"/>
          <ac:spMkLst>
            <pc:docMk/>
            <pc:sldMk cId="1900432884" sldId="279"/>
            <ac:spMk id="3" creationId="{1A484E44-A64E-EA0E-0211-B7D80CD5B96A}"/>
          </ac:spMkLst>
        </pc:spChg>
        <pc:spChg chg="add">
          <ac:chgData name="Alberto Ruiz" userId="47fa91d207cfb014" providerId="LiveId" clId="{B443034A-58F9-409F-ADF2-D871375F1DFF}" dt="2024-08-14T11:41:36.080" v="844" actId="26606"/>
          <ac:spMkLst>
            <pc:docMk/>
            <pc:sldMk cId="1900432884" sldId="279"/>
            <ac:spMk id="9" creationId="{907EF6B7-1338-4443-8C46-6A318D952DFD}"/>
          </ac:spMkLst>
        </pc:spChg>
        <pc:spChg chg="add">
          <ac:chgData name="Alberto Ruiz" userId="47fa91d207cfb014" providerId="LiveId" clId="{B443034A-58F9-409F-ADF2-D871375F1DFF}" dt="2024-08-14T11:41:36.080" v="844" actId="26606"/>
          <ac:spMkLst>
            <pc:docMk/>
            <pc:sldMk cId="1900432884" sldId="279"/>
            <ac:spMk id="11" creationId="{DAAE4CDD-124C-4DCF-9584-B6033B545DD5}"/>
          </ac:spMkLst>
        </pc:spChg>
        <pc:spChg chg="add">
          <ac:chgData name="Alberto Ruiz" userId="47fa91d207cfb014" providerId="LiveId" clId="{B443034A-58F9-409F-ADF2-D871375F1DFF}" dt="2024-08-14T11:41:36.080" v="844" actId="26606"/>
          <ac:spMkLst>
            <pc:docMk/>
            <pc:sldMk cId="1900432884" sldId="279"/>
            <ac:spMk id="13" creationId="{081E4A58-353D-44AE-B2FC-2A74E2E400F7}"/>
          </ac:spMkLst>
        </pc:spChg>
      </pc:sldChg>
      <pc:sldChg chg="del">
        <pc:chgData name="Alberto Ruiz" userId="47fa91d207cfb014" providerId="LiveId" clId="{B443034A-58F9-409F-ADF2-D871375F1DFF}" dt="2024-08-14T11:23:25.755" v="760" actId="2696"/>
        <pc:sldMkLst>
          <pc:docMk/>
          <pc:sldMk cId="2087907540" sldId="280"/>
        </pc:sldMkLst>
      </pc:sldChg>
      <pc:sldChg chg="addSp modSp add mod setBg">
        <pc:chgData name="Alberto Ruiz" userId="47fa91d207cfb014" providerId="LiveId" clId="{B443034A-58F9-409F-ADF2-D871375F1DFF}" dt="2024-08-14T11:23:58.698" v="764" actId="26606"/>
        <pc:sldMkLst>
          <pc:docMk/>
          <pc:sldMk cId="2352738807" sldId="280"/>
        </pc:sldMkLst>
        <pc:spChg chg="mod">
          <ac:chgData name="Alberto Ruiz" userId="47fa91d207cfb014" providerId="LiveId" clId="{B443034A-58F9-409F-ADF2-D871375F1DFF}" dt="2024-08-14T11:23:58.698" v="764" actId="26606"/>
          <ac:spMkLst>
            <pc:docMk/>
            <pc:sldMk cId="2352738807" sldId="280"/>
            <ac:spMk id="2" creationId="{C843EF9B-35FD-E40C-FC03-898DB9B40D2E}"/>
          </ac:spMkLst>
        </pc:spChg>
        <pc:spChg chg="mod">
          <ac:chgData name="Alberto Ruiz" userId="47fa91d207cfb014" providerId="LiveId" clId="{B443034A-58F9-409F-ADF2-D871375F1DFF}" dt="2024-08-14T11:23:58.698" v="764" actId="26606"/>
          <ac:spMkLst>
            <pc:docMk/>
            <pc:sldMk cId="2352738807" sldId="280"/>
            <ac:spMk id="3" creationId="{1A484E44-A64E-EA0E-0211-B7D80CD5B96A}"/>
          </ac:spMkLst>
        </pc:spChg>
        <pc:spChg chg="add">
          <ac:chgData name="Alberto Ruiz" userId="47fa91d207cfb014" providerId="LiveId" clId="{B443034A-58F9-409F-ADF2-D871375F1DFF}" dt="2024-08-14T11:23:58.698" v="764" actId="26606"/>
          <ac:spMkLst>
            <pc:docMk/>
            <pc:sldMk cId="2352738807" sldId="280"/>
            <ac:spMk id="9" creationId="{907EF6B7-1338-4443-8C46-6A318D952DFD}"/>
          </ac:spMkLst>
        </pc:spChg>
        <pc:spChg chg="add">
          <ac:chgData name="Alberto Ruiz" userId="47fa91d207cfb014" providerId="LiveId" clId="{B443034A-58F9-409F-ADF2-D871375F1DFF}" dt="2024-08-14T11:23:58.698" v="764" actId="26606"/>
          <ac:spMkLst>
            <pc:docMk/>
            <pc:sldMk cId="2352738807" sldId="280"/>
            <ac:spMk id="11" creationId="{DAAE4CDD-124C-4DCF-9584-B6033B545DD5}"/>
          </ac:spMkLst>
        </pc:spChg>
        <pc:spChg chg="add">
          <ac:chgData name="Alberto Ruiz" userId="47fa91d207cfb014" providerId="LiveId" clId="{B443034A-58F9-409F-ADF2-D871375F1DFF}" dt="2024-08-14T11:23:58.698" v="764" actId="26606"/>
          <ac:spMkLst>
            <pc:docMk/>
            <pc:sldMk cId="2352738807" sldId="280"/>
            <ac:spMk id="13" creationId="{081E4A58-353D-44AE-B2FC-2A74E2E400F7}"/>
          </ac:spMkLst>
        </pc:spChg>
      </pc:sldChg>
      <pc:sldChg chg="add">
        <pc:chgData name="Alberto Ruiz" userId="47fa91d207cfb014" providerId="LiveId" clId="{B443034A-58F9-409F-ADF2-D871375F1DFF}" dt="2024-08-14T11:23:39.816" v="761"/>
        <pc:sldMkLst>
          <pc:docMk/>
          <pc:sldMk cId="3206727354" sldId="281"/>
        </pc:sldMkLst>
      </pc:sldChg>
      <pc:sldChg chg="modSp del mod">
        <pc:chgData name="Alberto Ruiz" userId="47fa91d207cfb014" providerId="LiveId" clId="{B443034A-58F9-409F-ADF2-D871375F1DFF}" dt="2024-08-14T11:23:25.755" v="760" actId="2696"/>
        <pc:sldMkLst>
          <pc:docMk/>
          <pc:sldMk cId="3507854702" sldId="281"/>
        </pc:sldMkLst>
        <pc:spChg chg="mod">
          <ac:chgData name="Alberto Ruiz" userId="47fa91d207cfb014" providerId="LiveId" clId="{B443034A-58F9-409F-ADF2-D871375F1DFF}" dt="2024-08-14T08:24:16.790" v="118" actId="6549"/>
          <ac:spMkLst>
            <pc:docMk/>
            <pc:sldMk cId="3507854702" sldId="281"/>
            <ac:spMk id="2" creationId="{C843EF9B-35FD-E40C-FC03-898DB9B40D2E}"/>
          </ac:spMkLst>
        </pc:spChg>
      </pc:sldChg>
      <pc:sldChg chg="del">
        <pc:chgData name="Alberto Ruiz" userId="47fa91d207cfb014" providerId="LiveId" clId="{B443034A-58F9-409F-ADF2-D871375F1DFF}" dt="2024-08-14T11:23:25.755" v="760" actId="2696"/>
        <pc:sldMkLst>
          <pc:docMk/>
          <pc:sldMk cId="1083934259" sldId="282"/>
        </pc:sldMkLst>
      </pc:sldChg>
      <pc:sldChg chg="add">
        <pc:chgData name="Alberto Ruiz" userId="47fa91d207cfb014" providerId="LiveId" clId="{B443034A-58F9-409F-ADF2-D871375F1DFF}" dt="2024-08-14T11:23:39.816" v="761"/>
        <pc:sldMkLst>
          <pc:docMk/>
          <pc:sldMk cId="2493195479" sldId="282"/>
        </pc:sldMkLst>
      </pc:sldChg>
      <pc:sldChg chg="ord">
        <pc:chgData name="Alberto Ruiz" userId="47fa91d207cfb014" providerId="LiveId" clId="{B443034A-58F9-409F-ADF2-D871375F1DFF}" dt="2024-08-14T11:18:50.950" v="752"/>
        <pc:sldMkLst>
          <pc:docMk/>
          <pc:sldMk cId="1895237252" sldId="283"/>
        </pc:sldMkLst>
      </pc:sldChg>
      <pc:sldChg chg="del">
        <pc:chgData name="Alberto Ruiz" userId="47fa91d207cfb014" providerId="LiveId" clId="{B443034A-58F9-409F-ADF2-D871375F1DFF}" dt="2024-08-14T11:23:25.755" v="760" actId="2696"/>
        <pc:sldMkLst>
          <pc:docMk/>
          <pc:sldMk cId="2486387672" sldId="284"/>
        </pc:sldMkLst>
      </pc:sldChg>
      <pc:sldChg chg="add">
        <pc:chgData name="Alberto Ruiz" userId="47fa91d207cfb014" providerId="LiveId" clId="{B443034A-58F9-409F-ADF2-D871375F1DFF}" dt="2024-08-14T11:23:39.816" v="761"/>
        <pc:sldMkLst>
          <pc:docMk/>
          <pc:sldMk cId="3368107958" sldId="284"/>
        </pc:sldMkLst>
      </pc:sldChg>
      <pc:sldChg chg="del">
        <pc:chgData name="Alberto Ruiz" userId="47fa91d207cfb014" providerId="LiveId" clId="{B443034A-58F9-409F-ADF2-D871375F1DFF}" dt="2024-08-14T11:23:25.755" v="760" actId="2696"/>
        <pc:sldMkLst>
          <pc:docMk/>
          <pc:sldMk cId="474411260" sldId="285"/>
        </pc:sldMkLst>
      </pc:sldChg>
      <pc:sldChg chg="add">
        <pc:chgData name="Alberto Ruiz" userId="47fa91d207cfb014" providerId="LiveId" clId="{B443034A-58F9-409F-ADF2-D871375F1DFF}" dt="2024-08-14T11:23:39.816" v="761"/>
        <pc:sldMkLst>
          <pc:docMk/>
          <pc:sldMk cId="3894301615" sldId="285"/>
        </pc:sldMkLst>
      </pc:sldChg>
      <pc:sldChg chg="addSp modSp add mod setBg">
        <pc:chgData name="Alberto Ruiz" userId="47fa91d207cfb014" providerId="LiveId" clId="{B443034A-58F9-409F-ADF2-D871375F1DFF}" dt="2024-08-14T11:23:55.928" v="763" actId="26606"/>
        <pc:sldMkLst>
          <pc:docMk/>
          <pc:sldMk cId="1659234383" sldId="288"/>
        </pc:sldMkLst>
        <pc:spChg chg="mod">
          <ac:chgData name="Alberto Ruiz" userId="47fa91d207cfb014" providerId="LiveId" clId="{B443034A-58F9-409F-ADF2-D871375F1DFF}" dt="2024-08-14T11:23:55.928" v="763" actId="26606"/>
          <ac:spMkLst>
            <pc:docMk/>
            <pc:sldMk cId="1659234383" sldId="288"/>
            <ac:spMk id="2" creationId="{CA407299-A971-F100-517B-9C6881340920}"/>
          </ac:spMkLst>
        </pc:spChg>
        <pc:spChg chg="mod">
          <ac:chgData name="Alberto Ruiz" userId="47fa91d207cfb014" providerId="LiveId" clId="{B443034A-58F9-409F-ADF2-D871375F1DFF}" dt="2024-08-14T11:23:55.928" v="763" actId="26606"/>
          <ac:spMkLst>
            <pc:docMk/>
            <pc:sldMk cId="1659234383" sldId="288"/>
            <ac:spMk id="5" creationId="{D97FB12B-1238-238C-2E55-62E6A1DC5E9E}"/>
          </ac:spMkLst>
        </pc:spChg>
        <pc:spChg chg="add">
          <ac:chgData name="Alberto Ruiz" userId="47fa91d207cfb014" providerId="LiveId" clId="{B443034A-58F9-409F-ADF2-D871375F1DFF}" dt="2024-08-14T11:23:55.928" v="763" actId="26606"/>
          <ac:spMkLst>
            <pc:docMk/>
            <pc:sldMk cId="1659234383" sldId="288"/>
            <ac:spMk id="10" creationId="{907EF6B7-1338-4443-8C46-6A318D952DFD}"/>
          </ac:spMkLst>
        </pc:spChg>
        <pc:spChg chg="add">
          <ac:chgData name="Alberto Ruiz" userId="47fa91d207cfb014" providerId="LiveId" clId="{B443034A-58F9-409F-ADF2-D871375F1DFF}" dt="2024-08-14T11:23:55.928" v="763" actId="26606"/>
          <ac:spMkLst>
            <pc:docMk/>
            <pc:sldMk cId="1659234383" sldId="288"/>
            <ac:spMk id="12" creationId="{DAAE4CDD-124C-4DCF-9584-B6033B545DD5}"/>
          </ac:spMkLst>
        </pc:spChg>
        <pc:spChg chg="add">
          <ac:chgData name="Alberto Ruiz" userId="47fa91d207cfb014" providerId="LiveId" clId="{B443034A-58F9-409F-ADF2-D871375F1DFF}" dt="2024-08-14T11:23:55.928" v="763" actId="26606"/>
          <ac:spMkLst>
            <pc:docMk/>
            <pc:sldMk cId="1659234383" sldId="288"/>
            <ac:spMk id="14" creationId="{081E4A58-353D-44AE-B2FC-2A74E2E400F7}"/>
          </ac:spMkLst>
        </pc:spChg>
      </pc:sldChg>
      <pc:sldChg chg="del">
        <pc:chgData name="Alberto Ruiz" userId="47fa91d207cfb014" providerId="LiveId" clId="{B443034A-58F9-409F-ADF2-D871375F1DFF}" dt="2024-08-14T11:23:25.755" v="760" actId="2696"/>
        <pc:sldMkLst>
          <pc:docMk/>
          <pc:sldMk cId="3777580492" sldId="288"/>
        </pc:sldMkLst>
      </pc:sldChg>
      <pc:sldChg chg="del">
        <pc:chgData name="Alberto Ruiz" userId="47fa91d207cfb014" providerId="LiveId" clId="{B443034A-58F9-409F-ADF2-D871375F1DFF}" dt="2024-08-14T08:22:57.296" v="115" actId="2696"/>
        <pc:sldMkLst>
          <pc:docMk/>
          <pc:sldMk cId="882695955" sldId="289"/>
        </pc:sldMkLst>
      </pc:sldChg>
      <pc:sldChg chg="add">
        <pc:chgData name="Alberto Ruiz" userId="47fa91d207cfb014" providerId="LiveId" clId="{B443034A-58F9-409F-ADF2-D871375F1DFF}" dt="2024-08-14T08:23:10.401" v="116"/>
        <pc:sldMkLst>
          <pc:docMk/>
          <pc:sldMk cId="2188667682" sldId="289"/>
        </pc:sldMkLst>
      </pc:sldChg>
      <pc:sldChg chg="add">
        <pc:chgData name="Alberto Ruiz" userId="47fa91d207cfb014" providerId="LiveId" clId="{B443034A-58F9-409F-ADF2-D871375F1DFF}" dt="2024-08-14T08:23:10.401" v="116"/>
        <pc:sldMkLst>
          <pc:docMk/>
          <pc:sldMk cId="219311385" sldId="290"/>
        </pc:sldMkLst>
      </pc:sldChg>
      <pc:sldChg chg="del">
        <pc:chgData name="Alberto Ruiz" userId="47fa91d207cfb014" providerId="LiveId" clId="{B443034A-58F9-409F-ADF2-D871375F1DFF}" dt="2024-08-14T08:22:57.296" v="115" actId="2696"/>
        <pc:sldMkLst>
          <pc:docMk/>
          <pc:sldMk cId="958146312" sldId="290"/>
        </pc:sldMkLst>
      </pc:sldChg>
      <pc:sldChg chg="addSp modSp mod setBg">
        <pc:chgData name="Alberto Ruiz" userId="47fa91d207cfb014" providerId="LiveId" clId="{B443034A-58F9-409F-ADF2-D871375F1DFF}" dt="2024-08-14T11:41:23.267" v="843" actId="26606"/>
        <pc:sldMkLst>
          <pc:docMk/>
          <pc:sldMk cId="230991282" sldId="291"/>
        </pc:sldMkLst>
        <pc:spChg chg="mod">
          <ac:chgData name="Alberto Ruiz" userId="47fa91d207cfb014" providerId="LiveId" clId="{B443034A-58F9-409F-ADF2-D871375F1DFF}" dt="2024-08-14T11:41:23.267" v="843" actId="26606"/>
          <ac:spMkLst>
            <pc:docMk/>
            <pc:sldMk cId="230991282" sldId="291"/>
            <ac:spMk id="2" creationId="{D7EB326A-6FDB-5680-E6E1-7CD3525597E6}"/>
          </ac:spMkLst>
        </pc:spChg>
        <pc:spChg chg="mod">
          <ac:chgData name="Alberto Ruiz" userId="47fa91d207cfb014" providerId="LiveId" clId="{B443034A-58F9-409F-ADF2-D871375F1DFF}" dt="2024-08-14T11:41:23.267" v="843" actId="26606"/>
          <ac:spMkLst>
            <pc:docMk/>
            <pc:sldMk cId="230991282" sldId="291"/>
            <ac:spMk id="6" creationId="{EAF29B22-C9A9-163F-BD61-B167F25866B1}"/>
          </ac:spMkLst>
        </pc:spChg>
        <pc:spChg chg="add">
          <ac:chgData name="Alberto Ruiz" userId="47fa91d207cfb014" providerId="LiveId" clId="{B443034A-58F9-409F-ADF2-D871375F1DFF}" dt="2024-08-14T11:41:23.267" v="843" actId="26606"/>
          <ac:spMkLst>
            <pc:docMk/>
            <pc:sldMk cId="230991282" sldId="291"/>
            <ac:spMk id="11" creationId="{09588DA8-065E-4F6F-8EFD-43104AB2E0CF}"/>
          </ac:spMkLst>
        </pc:spChg>
        <pc:spChg chg="add">
          <ac:chgData name="Alberto Ruiz" userId="47fa91d207cfb014" providerId="LiveId" clId="{B443034A-58F9-409F-ADF2-D871375F1DFF}" dt="2024-08-14T11:41:23.267" v="843" actId="26606"/>
          <ac:spMkLst>
            <pc:docMk/>
            <pc:sldMk cId="230991282" sldId="291"/>
            <ac:spMk id="13" creationId="{C4285719-470E-454C-AF62-8323075F1F5B}"/>
          </ac:spMkLst>
        </pc:spChg>
        <pc:spChg chg="add">
          <ac:chgData name="Alberto Ruiz" userId="47fa91d207cfb014" providerId="LiveId" clId="{B443034A-58F9-409F-ADF2-D871375F1DFF}" dt="2024-08-14T11:41:23.267" v="843" actId="26606"/>
          <ac:spMkLst>
            <pc:docMk/>
            <pc:sldMk cId="230991282" sldId="291"/>
            <ac:spMk id="15" creationId="{CD9FE4EF-C4D8-49A0-B2FF-81D8DB7D8A24}"/>
          </ac:spMkLst>
        </pc:spChg>
        <pc:spChg chg="add">
          <ac:chgData name="Alberto Ruiz" userId="47fa91d207cfb014" providerId="LiveId" clId="{B443034A-58F9-409F-ADF2-D871375F1DFF}" dt="2024-08-14T11:41:23.267" v="843" actId="26606"/>
          <ac:spMkLst>
            <pc:docMk/>
            <pc:sldMk cId="230991282" sldId="291"/>
            <ac:spMk id="17" creationId="{4300840D-0A0B-4512-BACA-B439D5B9C57C}"/>
          </ac:spMkLst>
        </pc:spChg>
        <pc:spChg chg="add">
          <ac:chgData name="Alberto Ruiz" userId="47fa91d207cfb014" providerId="LiveId" clId="{B443034A-58F9-409F-ADF2-D871375F1DFF}" dt="2024-08-14T11:41:23.267" v="843" actId="26606"/>
          <ac:spMkLst>
            <pc:docMk/>
            <pc:sldMk cId="230991282" sldId="291"/>
            <ac:spMk id="19" creationId="{D2B78728-A580-49A7-84F9-6EF6F583ADE0}"/>
          </ac:spMkLst>
        </pc:spChg>
        <pc:spChg chg="add">
          <ac:chgData name="Alberto Ruiz" userId="47fa91d207cfb014" providerId="LiveId" clId="{B443034A-58F9-409F-ADF2-D871375F1DFF}" dt="2024-08-14T11:41:23.267" v="843" actId="26606"/>
          <ac:spMkLst>
            <pc:docMk/>
            <pc:sldMk cId="230991282" sldId="291"/>
            <ac:spMk id="21" creationId="{38FAA1A1-D861-433F-88FA-1E9D6FD31D11}"/>
          </ac:spMkLst>
        </pc:spChg>
        <pc:spChg chg="add">
          <ac:chgData name="Alberto Ruiz" userId="47fa91d207cfb014" providerId="LiveId" clId="{B443034A-58F9-409F-ADF2-D871375F1DFF}" dt="2024-08-14T11:41:23.267" v="843" actId="26606"/>
          <ac:spMkLst>
            <pc:docMk/>
            <pc:sldMk cId="230991282" sldId="291"/>
            <ac:spMk id="23" creationId="{8D71EDA1-87BF-4D5D-AB79-F346FD19278A}"/>
          </ac:spMkLst>
        </pc:spChg>
      </pc:sldChg>
      <pc:sldChg chg="addSp modSp mod setBg">
        <pc:chgData name="Alberto Ruiz" userId="47fa91d207cfb014" providerId="LiveId" clId="{B443034A-58F9-409F-ADF2-D871375F1DFF}" dt="2024-08-14T11:41:42.647" v="845" actId="26606"/>
        <pc:sldMkLst>
          <pc:docMk/>
          <pc:sldMk cId="201962025" sldId="293"/>
        </pc:sldMkLst>
        <pc:spChg chg="mod">
          <ac:chgData name="Alberto Ruiz" userId="47fa91d207cfb014" providerId="LiveId" clId="{B443034A-58F9-409F-ADF2-D871375F1DFF}" dt="2024-08-14T11:41:42.647" v="845" actId="26606"/>
          <ac:spMkLst>
            <pc:docMk/>
            <pc:sldMk cId="201962025" sldId="293"/>
            <ac:spMk id="2" creationId="{028F226A-6B02-6CD1-10A4-F6D95860934F}"/>
          </ac:spMkLst>
        </pc:spChg>
        <pc:spChg chg="mod ord">
          <ac:chgData name="Alberto Ruiz" userId="47fa91d207cfb014" providerId="LiveId" clId="{B443034A-58F9-409F-ADF2-D871375F1DFF}" dt="2024-08-14T11:41:42.647" v="845" actId="26606"/>
          <ac:spMkLst>
            <pc:docMk/>
            <pc:sldMk cId="201962025" sldId="293"/>
            <ac:spMk id="3" creationId="{3357B347-3037-6C6F-8FF8-1E56774B59D0}"/>
          </ac:spMkLst>
        </pc:spChg>
        <pc:spChg chg="add">
          <ac:chgData name="Alberto Ruiz" userId="47fa91d207cfb014" providerId="LiveId" clId="{B443034A-58F9-409F-ADF2-D871375F1DFF}" dt="2024-08-14T11:41:42.647" v="845" actId="26606"/>
          <ac:spMkLst>
            <pc:docMk/>
            <pc:sldMk cId="201962025" sldId="293"/>
            <ac:spMk id="12" creationId="{9D25F302-27C5-414F-97F8-6EA0A6C028BA}"/>
          </ac:spMkLst>
        </pc:spChg>
        <pc:spChg chg="add">
          <ac:chgData name="Alberto Ruiz" userId="47fa91d207cfb014" providerId="LiveId" clId="{B443034A-58F9-409F-ADF2-D871375F1DFF}" dt="2024-08-14T11:41:42.647" v="845" actId="26606"/>
          <ac:spMkLst>
            <pc:docMk/>
            <pc:sldMk cId="201962025" sldId="293"/>
            <ac:spMk id="14" creationId="{830A36F8-48C2-4842-A87B-8CE8DF4E7FD2}"/>
          </ac:spMkLst>
        </pc:spChg>
        <pc:spChg chg="add">
          <ac:chgData name="Alberto Ruiz" userId="47fa91d207cfb014" providerId="LiveId" clId="{B443034A-58F9-409F-ADF2-D871375F1DFF}" dt="2024-08-14T11:41:42.647" v="845" actId="26606"/>
          <ac:spMkLst>
            <pc:docMk/>
            <pc:sldMk cId="201962025" sldId="293"/>
            <ac:spMk id="16" creationId="{8F451A30-466B-4996-9BA5-CD6ABCC6D558}"/>
          </ac:spMkLst>
        </pc:spChg>
        <pc:picChg chg="mod">
          <ac:chgData name="Alberto Ruiz" userId="47fa91d207cfb014" providerId="LiveId" clId="{B443034A-58F9-409F-ADF2-D871375F1DFF}" dt="2024-08-14T11:41:42.647" v="845" actId="26606"/>
          <ac:picMkLst>
            <pc:docMk/>
            <pc:sldMk cId="201962025" sldId="293"/>
            <ac:picMk id="7" creationId="{99107D73-134B-2EED-7CBC-D94DE9F1580B}"/>
          </ac:picMkLst>
        </pc:picChg>
      </pc:sldChg>
      <pc:sldChg chg="modSp add mod">
        <pc:chgData name="Alberto Ruiz" userId="47fa91d207cfb014" providerId="LiveId" clId="{B443034A-58F9-409F-ADF2-D871375F1DFF}" dt="2024-08-14T11:36:22.176" v="769" actId="12"/>
        <pc:sldMkLst>
          <pc:docMk/>
          <pc:sldMk cId="3006538075" sldId="294"/>
        </pc:sldMkLst>
        <pc:spChg chg="mod">
          <ac:chgData name="Alberto Ruiz" userId="47fa91d207cfb014" providerId="LiveId" clId="{B443034A-58F9-409F-ADF2-D871375F1DFF}" dt="2024-08-14T11:36:22.176" v="769" actId="12"/>
          <ac:spMkLst>
            <pc:docMk/>
            <pc:sldMk cId="3006538075" sldId="294"/>
            <ac:spMk id="4" creationId="{4BA30B6E-0AEF-C700-E03C-74EDC4345ECD}"/>
          </ac:spMkLst>
        </pc:spChg>
      </pc:sldChg>
      <pc:sldChg chg="del">
        <pc:chgData name="Alberto Ruiz" userId="47fa91d207cfb014" providerId="LiveId" clId="{B443034A-58F9-409F-ADF2-D871375F1DFF}" dt="2024-08-14T11:23:25.755" v="760" actId="2696"/>
        <pc:sldMkLst>
          <pc:docMk/>
          <pc:sldMk cId="3931780646" sldId="294"/>
        </pc:sldMkLst>
      </pc:sldChg>
      <pc:sldChg chg="addSp modSp add mod setBg">
        <pc:chgData name="Alberto Ruiz" userId="47fa91d207cfb014" providerId="LiveId" clId="{B443034A-58F9-409F-ADF2-D871375F1DFF}" dt="2024-08-14T11:23:47.927" v="762" actId="26606"/>
        <pc:sldMkLst>
          <pc:docMk/>
          <pc:sldMk cId="1602950764" sldId="295"/>
        </pc:sldMkLst>
        <pc:spChg chg="mod">
          <ac:chgData name="Alberto Ruiz" userId="47fa91d207cfb014" providerId="LiveId" clId="{B443034A-58F9-409F-ADF2-D871375F1DFF}" dt="2024-08-14T11:23:47.927" v="762" actId="26606"/>
          <ac:spMkLst>
            <pc:docMk/>
            <pc:sldMk cId="1602950764" sldId="295"/>
            <ac:spMk id="2" creationId="{D2522B44-E070-DF8D-007F-F1A0750A6226}"/>
          </ac:spMkLst>
        </pc:spChg>
        <pc:spChg chg="mod">
          <ac:chgData name="Alberto Ruiz" userId="47fa91d207cfb014" providerId="LiveId" clId="{B443034A-58F9-409F-ADF2-D871375F1DFF}" dt="2024-08-14T11:23:47.927" v="762" actId="26606"/>
          <ac:spMkLst>
            <pc:docMk/>
            <pc:sldMk cId="1602950764" sldId="295"/>
            <ac:spMk id="3" creationId="{B5CF809D-B150-1254-58AC-3C72E924FAB8}"/>
          </ac:spMkLst>
        </pc:spChg>
        <pc:spChg chg="add">
          <ac:chgData name="Alberto Ruiz" userId="47fa91d207cfb014" providerId="LiveId" clId="{B443034A-58F9-409F-ADF2-D871375F1DFF}" dt="2024-08-14T11:23:47.927" v="762" actId="26606"/>
          <ac:spMkLst>
            <pc:docMk/>
            <pc:sldMk cId="1602950764" sldId="295"/>
            <ac:spMk id="9" creationId="{F944E337-3E5D-4A1F-A5A1-2057F25B8A7B}"/>
          </ac:spMkLst>
        </pc:spChg>
        <pc:spChg chg="add">
          <ac:chgData name="Alberto Ruiz" userId="47fa91d207cfb014" providerId="LiveId" clId="{B443034A-58F9-409F-ADF2-D871375F1DFF}" dt="2024-08-14T11:23:47.927" v="762" actId="26606"/>
          <ac:spMkLst>
            <pc:docMk/>
            <pc:sldMk cId="1602950764" sldId="295"/>
            <ac:spMk id="11" creationId="{4DA50D69-7CF7-4844-B844-A2B821C77F24}"/>
          </ac:spMkLst>
        </pc:spChg>
        <pc:picChg chg="add">
          <ac:chgData name="Alberto Ruiz" userId="47fa91d207cfb014" providerId="LiveId" clId="{B443034A-58F9-409F-ADF2-D871375F1DFF}" dt="2024-08-14T11:23:47.927" v="762" actId="26606"/>
          <ac:picMkLst>
            <pc:docMk/>
            <pc:sldMk cId="1602950764" sldId="295"/>
            <ac:picMk id="5" creationId="{E178512C-1795-330A-1E17-6D2EB7EF58E7}"/>
          </ac:picMkLst>
        </pc:picChg>
      </pc:sldChg>
      <pc:sldChg chg="del">
        <pc:chgData name="Alberto Ruiz" userId="47fa91d207cfb014" providerId="LiveId" clId="{B443034A-58F9-409F-ADF2-D871375F1DFF}" dt="2024-08-14T11:23:25.755" v="760" actId="2696"/>
        <pc:sldMkLst>
          <pc:docMk/>
          <pc:sldMk cId="3835259904" sldId="295"/>
        </pc:sldMkLst>
      </pc:sldChg>
      <pc:sldChg chg="ord">
        <pc:chgData name="Alberto Ruiz" userId="47fa91d207cfb014" providerId="LiveId" clId="{B443034A-58F9-409F-ADF2-D871375F1DFF}" dt="2024-08-14T11:22:56.870" v="759"/>
        <pc:sldMkLst>
          <pc:docMk/>
          <pc:sldMk cId="2360850769" sldId="296"/>
        </pc:sldMkLst>
      </pc:sldChg>
      <pc:sldChg chg="del">
        <pc:chgData name="Alberto Ruiz" userId="47fa91d207cfb014" providerId="LiveId" clId="{B443034A-58F9-409F-ADF2-D871375F1DFF}" dt="2024-08-14T11:22:45.354" v="757" actId="47"/>
        <pc:sldMkLst>
          <pc:docMk/>
          <pc:sldMk cId="1280474695" sldId="297"/>
        </pc:sldMkLst>
      </pc:sldChg>
      <pc:sldChg chg="add del">
        <pc:chgData name="Alberto Ruiz" userId="47fa91d207cfb014" providerId="LiveId" clId="{B443034A-58F9-409F-ADF2-D871375F1DFF}" dt="2024-08-14T11:20:19.768" v="755" actId="47"/>
        <pc:sldMkLst>
          <pc:docMk/>
          <pc:sldMk cId="288731874" sldId="298"/>
        </pc:sldMkLst>
      </pc:sldChg>
      <pc:sldChg chg="del">
        <pc:chgData name="Alberto Ruiz" userId="47fa91d207cfb014" providerId="LiveId" clId="{B443034A-58F9-409F-ADF2-D871375F1DFF}" dt="2024-08-14T11:19:44.866" v="753" actId="2696"/>
        <pc:sldMkLst>
          <pc:docMk/>
          <pc:sldMk cId="1531403697" sldId="298"/>
        </pc:sldMkLst>
      </pc:sldChg>
      <pc:sldChg chg="addSp modSp add mod setBg">
        <pc:chgData name="Alberto Ruiz" userId="47fa91d207cfb014" providerId="LiveId" clId="{B443034A-58F9-409F-ADF2-D871375F1DFF}" dt="2024-08-14T11:42:04.910" v="852" actId="26606"/>
        <pc:sldMkLst>
          <pc:docMk/>
          <pc:sldMk cId="1580016873" sldId="299"/>
        </pc:sldMkLst>
        <pc:spChg chg="mod">
          <ac:chgData name="Alberto Ruiz" userId="47fa91d207cfb014" providerId="LiveId" clId="{B443034A-58F9-409F-ADF2-D871375F1DFF}" dt="2024-08-14T11:42:04.910" v="852" actId="26606"/>
          <ac:spMkLst>
            <pc:docMk/>
            <pc:sldMk cId="1580016873" sldId="299"/>
            <ac:spMk id="2" creationId="{60F03F3D-9CE1-33B0-BCD0-1B24A7CB02C2}"/>
          </ac:spMkLst>
        </pc:spChg>
        <pc:spChg chg="mod">
          <ac:chgData name="Alberto Ruiz" userId="47fa91d207cfb014" providerId="LiveId" clId="{B443034A-58F9-409F-ADF2-D871375F1DFF}" dt="2024-08-14T11:42:04.910" v="852" actId="26606"/>
          <ac:spMkLst>
            <pc:docMk/>
            <pc:sldMk cId="1580016873" sldId="299"/>
            <ac:spMk id="3" creationId="{220D9892-EBCE-2D36-2D8C-DA2C4D6419B6}"/>
          </ac:spMkLst>
        </pc:spChg>
        <pc:spChg chg="add">
          <ac:chgData name="Alberto Ruiz" userId="47fa91d207cfb014" providerId="LiveId" clId="{B443034A-58F9-409F-ADF2-D871375F1DFF}" dt="2024-08-14T11:42:04.910" v="852" actId="26606"/>
          <ac:spMkLst>
            <pc:docMk/>
            <pc:sldMk cId="1580016873" sldId="299"/>
            <ac:spMk id="8" creationId="{907EF6B7-1338-4443-8C46-6A318D952DFD}"/>
          </ac:spMkLst>
        </pc:spChg>
        <pc:spChg chg="add">
          <ac:chgData name="Alberto Ruiz" userId="47fa91d207cfb014" providerId="LiveId" clId="{B443034A-58F9-409F-ADF2-D871375F1DFF}" dt="2024-08-14T11:42:04.910" v="852" actId="26606"/>
          <ac:spMkLst>
            <pc:docMk/>
            <pc:sldMk cId="1580016873" sldId="299"/>
            <ac:spMk id="10" creationId="{DAAE4CDD-124C-4DCF-9584-B6033B545DD5}"/>
          </ac:spMkLst>
        </pc:spChg>
        <pc:spChg chg="add">
          <ac:chgData name="Alberto Ruiz" userId="47fa91d207cfb014" providerId="LiveId" clId="{B443034A-58F9-409F-ADF2-D871375F1DFF}" dt="2024-08-14T11:42:04.910" v="852" actId="26606"/>
          <ac:spMkLst>
            <pc:docMk/>
            <pc:sldMk cId="1580016873" sldId="299"/>
            <ac:spMk id="12" creationId="{081E4A58-353D-44AE-B2FC-2A74E2E400F7}"/>
          </ac:spMkLst>
        </pc:spChg>
      </pc:sldChg>
      <pc:sldChg chg="del">
        <pc:chgData name="Alberto Ruiz" userId="47fa91d207cfb014" providerId="LiveId" clId="{B443034A-58F9-409F-ADF2-D871375F1DFF}" dt="2024-08-14T11:19:44.866" v="753" actId="2696"/>
        <pc:sldMkLst>
          <pc:docMk/>
          <pc:sldMk cId="3590990848" sldId="299"/>
        </pc:sldMkLst>
      </pc:sldChg>
      <pc:sldChg chg="del">
        <pc:chgData name="Alberto Ruiz" userId="47fa91d207cfb014" providerId="LiveId" clId="{B443034A-58F9-409F-ADF2-D871375F1DFF}" dt="2024-08-14T11:19:44.866" v="753" actId="2696"/>
        <pc:sldMkLst>
          <pc:docMk/>
          <pc:sldMk cId="1334630137" sldId="300"/>
        </pc:sldMkLst>
      </pc:sldChg>
      <pc:sldChg chg="addSp modSp add mod setBg">
        <pc:chgData name="Alberto Ruiz" userId="47fa91d207cfb014" providerId="LiveId" clId="{B443034A-58F9-409F-ADF2-D871375F1DFF}" dt="2024-08-14T11:42:01.563" v="851" actId="403"/>
        <pc:sldMkLst>
          <pc:docMk/>
          <pc:sldMk cId="2233547419" sldId="300"/>
        </pc:sldMkLst>
        <pc:spChg chg="mod">
          <ac:chgData name="Alberto Ruiz" userId="47fa91d207cfb014" providerId="LiveId" clId="{B443034A-58F9-409F-ADF2-D871375F1DFF}" dt="2024-08-14T11:41:55.896" v="848" actId="26606"/>
          <ac:spMkLst>
            <pc:docMk/>
            <pc:sldMk cId="2233547419" sldId="300"/>
            <ac:spMk id="2" creationId="{648D2054-033E-CB62-EC53-CDC8FD6A2D6D}"/>
          </ac:spMkLst>
        </pc:spChg>
        <pc:spChg chg="mod">
          <ac:chgData name="Alberto Ruiz" userId="47fa91d207cfb014" providerId="LiveId" clId="{B443034A-58F9-409F-ADF2-D871375F1DFF}" dt="2024-08-14T11:42:01.563" v="851" actId="403"/>
          <ac:spMkLst>
            <pc:docMk/>
            <pc:sldMk cId="2233547419" sldId="300"/>
            <ac:spMk id="3" creationId="{C3B0468D-5ADF-8E45-B98B-88BE1F0A8197}"/>
          </ac:spMkLst>
        </pc:spChg>
        <pc:spChg chg="add">
          <ac:chgData name="Alberto Ruiz" userId="47fa91d207cfb014" providerId="LiveId" clId="{B443034A-58F9-409F-ADF2-D871375F1DFF}" dt="2024-08-14T11:41:55.896" v="848" actId="26606"/>
          <ac:spMkLst>
            <pc:docMk/>
            <pc:sldMk cId="2233547419" sldId="300"/>
            <ac:spMk id="8" creationId="{C2554CA6-288E-4202-BC52-2E5A8F0C0AED}"/>
          </ac:spMkLst>
        </pc:spChg>
        <pc:spChg chg="add">
          <ac:chgData name="Alberto Ruiz" userId="47fa91d207cfb014" providerId="LiveId" clId="{B443034A-58F9-409F-ADF2-D871375F1DFF}" dt="2024-08-14T11:41:55.896" v="848" actId="26606"/>
          <ac:spMkLst>
            <pc:docMk/>
            <pc:sldMk cId="2233547419" sldId="300"/>
            <ac:spMk id="10" creationId="{B10BB131-AC8E-4A8E-A5D1-36260F720C3B}"/>
          </ac:spMkLst>
        </pc:spChg>
        <pc:spChg chg="add">
          <ac:chgData name="Alberto Ruiz" userId="47fa91d207cfb014" providerId="LiveId" clId="{B443034A-58F9-409F-ADF2-D871375F1DFF}" dt="2024-08-14T11:41:55.896" v="848" actId="26606"/>
          <ac:spMkLst>
            <pc:docMk/>
            <pc:sldMk cId="2233547419" sldId="300"/>
            <ac:spMk id="12" creationId="{5B7778FC-632E-4DCA-A7CB-0D7731CCF970}"/>
          </ac:spMkLst>
        </pc:spChg>
        <pc:spChg chg="add">
          <ac:chgData name="Alberto Ruiz" userId="47fa91d207cfb014" providerId="LiveId" clId="{B443034A-58F9-409F-ADF2-D871375F1DFF}" dt="2024-08-14T11:41:55.896" v="848" actId="26606"/>
          <ac:spMkLst>
            <pc:docMk/>
            <pc:sldMk cId="2233547419" sldId="300"/>
            <ac:spMk id="14" creationId="{FA23A907-97FB-4A8F-880A-DD77401C4296}"/>
          </ac:spMkLst>
        </pc:spChg>
      </pc:sldChg>
      <pc:sldChg chg="del">
        <pc:chgData name="Alberto Ruiz" userId="47fa91d207cfb014" providerId="LiveId" clId="{B443034A-58F9-409F-ADF2-D871375F1DFF}" dt="2024-08-14T11:19:44.866" v="753" actId="2696"/>
        <pc:sldMkLst>
          <pc:docMk/>
          <pc:sldMk cId="648333400" sldId="301"/>
        </pc:sldMkLst>
      </pc:sldChg>
      <pc:sldChg chg="addSp modSp add mod setBg">
        <pc:chgData name="Alberto Ruiz" userId="47fa91d207cfb014" providerId="LiveId" clId="{B443034A-58F9-409F-ADF2-D871375F1DFF}" dt="2024-08-14T11:42:09.372" v="853" actId="26606"/>
        <pc:sldMkLst>
          <pc:docMk/>
          <pc:sldMk cId="2588715349" sldId="301"/>
        </pc:sldMkLst>
        <pc:spChg chg="mod">
          <ac:chgData name="Alberto Ruiz" userId="47fa91d207cfb014" providerId="LiveId" clId="{B443034A-58F9-409F-ADF2-D871375F1DFF}" dt="2024-08-14T11:42:09.372" v="853" actId="26606"/>
          <ac:spMkLst>
            <pc:docMk/>
            <pc:sldMk cId="2588715349" sldId="301"/>
            <ac:spMk id="2" creationId="{3BD56768-733A-01C4-0234-D67B505484DA}"/>
          </ac:spMkLst>
        </pc:spChg>
        <pc:spChg chg="mod">
          <ac:chgData name="Alberto Ruiz" userId="47fa91d207cfb014" providerId="LiveId" clId="{B443034A-58F9-409F-ADF2-D871375F1DFF}" dt="2024-08-14T11:42:09.372" v="853" actId="26606"/>
          <ac:spMkLst>
            <pc:docMk/>
            <pc:sldMk cId="2588715349" sldId="301"/>
            <ac:spMk id="3" creationId="{EE47C799-D095-6EA1-2A35-44DB3858C21B}"/>
          </ac:spMkLst>
        </pc:spChg>
        <pc:spChg chg="add">
          <ac:chgData name="Alberto Ruiz" userId="47fa91d207cfb014" providerId="LiveId" clId="{B443034A-58F9-409F-ADF2-D871375F1DFF}" dt="2024-08-14T11:42:09.372" v="853" actId="26606"/>
          <ac:spMkLst>
            <pc:docMk/>
            <pc:sldMk cId="2588715349" sldId="301"/>
            <ac:spMk id="8" creationId="{907EF6B7-1338-4443-8C46-6A318D952DFD}"/>
          </ac:spMkLst>
        </pc:spChg>
        <pc:spChg chg="add">
          <ac:chgData name="Alberto Ruiz" userId="47fa91d207cfb014" providerId="LiveId" clId="{B443034A-58F9-409F-ADF2-D871375F1DFF}" dt="2024-08-14T11:42:09.372" v="853" actId="26606"/>
          <ac:spMkLst>
            <pc:docMk/>
            <pc:sldMk cId="2588715349" sldId="301"/>
            <ac:spMk id="10" creationId="{DAAE4CDD-124C-4DCF-9584-B6033B545DD5}"/>
          </ac:spMkLst>
        </pc:spChg>
        <pc:spChg chg="add">
          <ac:chgData name="Alberto Ruiz" userId="47fa91d207cfb014" providerId="LiveId" clId="{B443034A-58F9-409F-ADF2-D871375F1DFF}" dt="2024-08-14T11:42:09.372" v="853" actId="26606"/>
          <ac:spMkLst>
            <pc:docMk/>
            <pc:sldMk cId="2588715349" sldId="301"/>
            <ac:spMk id="12" creationId="{081E4A58-353D-44AE-B2FC-2A74E2E400F7}"/>
          </ac:spMkLst>
        </pc:spChg>
      </pc:sldChg>
      <pc:sldChg chg="add">
        <pc:chgData name="Alberto Ruiz" userId="47fa91d207cfb014" providerId="LiveId" clId="{B443034A-58F9-409F-ADF2-D871375F1DFF}" dt="2024-08-14T11:20:11.411" v="754"/>
        <pc:sldMkLst>
          <pc:docMk/>
          <pc:sldMk cId="48038439" sldId="302"/>
        </pc:sldMkLst>
      </pc:sldChg>
      <pc:sldChg chg="del">
        <pc:chgData name="Alberto Ruiz" userId="47fa91d207cfb014" providerId="LiveId" clId="{B443034A-58F9-409F-ADF2-D871375F1DFF}" dt="2024-08-14T11:19:44.866" v="753" actId="2696"/>
        <pc:sldMkLst>
          <pc:docMk/>
          <pc:sldMk cId="3581618176" sldId="302"/>
        </pc:sldMkLst>
      </pc:sldChg>
      <pc:sldChg chg="add">
        <pc:chgData name="Alberto Ruiz" userId="47fa91d207cfb014" providerId="LiveId" clId="{B443034A-58F9-409F-ADF2-D871375F1DFF}" dt="2024-08-14T11:23:39.816" v="761"/>
        <pc:sldMkLst>
          <pc:docMk/>
          <pc:sldMk cId="1067423132" sldId="303"/>
        </pc:sldMkLst>
      </pc:sldChg>
      <pc:sldChg chg="del">
        <pc:chgData name="Alberto Ruiz" userId="47fa91d207cfb014" providerId="LiveId" clId="{B443034A-58F9-409F-ADF2-D871375F1DFF}" dt="2024-08-14T11:23:25.755" v="760" actId="2696"/>
        <pc:sldMkLst>
          <pc:docMk/>
          <pc:sldMk cId="2719879875" sldId="303"/>
        </pc:sldMkLst>
      </pc:sldChg>
      <pc:sldChg chg="add del">
        <pc:chgData name="Alberto Ruiz" userId="47fa91d207cfb014" providerId="LiveId" clId="{B443034A-58F9-409F-ADF2-D871375F1DFF}" dt="2024-08-14T11:20:23.191" v="756" actId="47"/>
        <pc:sldMkLst>
          <pc:docMk/>
          <pc:sldMk cId="3398975754" sldId="305"/>
        </pc:sldMkLst>
      </pc:sldChg>
      <pc:sldChg chg="del">
        <pc:chgData name="Alberto Ruiz" userId="47fa91d207cfb014" providerId="LiveId" clId="{B443034A-58F9-409F-ADF2-D871375F1DFF}" dt="2024-08-14T11:19:44.866" v="753" actId="2696"/>
        <pc:sldMkLst>
          <pc:docMk/>
          <pc:sldMk cId="3729675492" sldId="305"/>
        </pc:sldMkLst>
      </pc:sldChg>
      <pc:sldChg chg="modSp mod">
        <pc:chgData name="Alberto Ruiz" userId="47fa91d207cfb014" providerId="LiveId" clId="{B443034A-58F9-409F-ADF2-D871375F1DFF}" dt="2024-08-14T08:24:38.755" v="119" actId="1076"/>
        <pc:sldMkLst>
          <pc:docMk/>
          <pc:sldMk cId="1031569987" sldId="306"/>
        </pc:sldMkLst>
        <pc:spChg chg="mod">
          <ac:chgData name="Alberto Ruiz" userId="47fa91d207cfb014" providerId="LiveId" clId="{B443034A-58F9-409F-ADF2-D871375F1DFF}" dt="2024-08-14T08:24:38.755" v="119" actId="1076"/>
          <ac:spMkLst>
            <pc:docMk/>
            <pc:sldMk cId="1031569987" sldId="306"/>
            <ac:spMk id="2" creationId="{6252D083-4C0B-36A1-62E4-EC44F8A0B379}"/>
          </ac:spMkLst>
        </pc:spChg>
      </pc:sldChg>
      <pc:sldChg chg="addSp delSp modSp new mod ord setBg">
        <pc:chgData name="Alberto Ruiz" userId="47fa91d207cfb014" providerId="LiveId" clId="{B443034A-58F9-409F-ADF2-D871375F1DFF}" dt="2024-08-14T10:20:55.674" v="174"/>
        <pc:sldMkLst>
          <pc:docMk/>
          <pc:sldMk cId="4074549724" sldId="307"/>
        </pc:sldMkLst>
        <pc:spChg chg="mod">
          <ac:chgData name="Alberto Ruiz" userId="47fa91d207cfb014" providerId="LiveId" clId="{B443034A-58F9-409F-ADF2-D871375F1DFF}" dt="2024-08-14T09:09:55.115" v="151" actId="26606"/>
          <ac:spMkLst>
            <pc:docMk/>
            <pc:sldMk cId="4074549724" sldId="307"/>
            <ac:spMk id="2" creationId="{77C625F1-CA64-7E12-996C-3977E1FD830E}"/>
          </ac:spMkLst>
        </pc:spChg>
        <pc:spChg chg="del">
          <ac:chgData name="Alberto Ruiz" userId="47fa91d207cfb014" providerId="LiveId" clId="{B443034A-58F9-409F-ADF2-D871375F1DFF}" dt="2024-08-14T09:09:55.115" v="151" actId="26606"/>
          <ac:spMkLst>
            <pc:docMk/>
            <pc:sldMk cId="4074549724" sldId="307"/>
            <ac:spMk id="3" creationId="{FBBDA0EC-716F-AC9A-3B37-B598E2FAC615}"/>
          </ac:spMkLst>
        </pc:spChg>
        <pc:spChg chg="add">
          <ac:chgData name="Alberto Ruiz" userId="47fa91d207cfb014" providerId="LiveId" clId="{B443034A-58F9-409F-ADF2-D871375F1DFF}" dt="2024-08-14T09:09:55.115" v="151" actId="26606"/>
          <ac:spMkLst>
            <pc:docMk/>
            <pc:sldMk cId="4074549724" sldId="307"/>
            <ac:spMk id="10" creationId="{53F29798-D584-4792-9B62-3F5F5C36D619}"/>
          </ac:spMkLst>
        </pc:spChg>
        <pc:picChg chg="add">
          <ac:chgData name="Alberto Ruiz" userId="47fa91d207cfb014" providerId="LiveId" clId="{B443034A-58F9-409F-ADF2-D871375F1DFF}" dt="2024-08-14T09:09:55.115" v="151" actId="26606"/>
          <ac:picMkLst>
            <pc:docMk/>
            <pc:sldMk cId="4074549724" sldId="307"/>
            <ac:picMk id="7" creationId="{F3322D83-17E5-7119-1FF4-C0AAC4F6E9BE}"/>
          </ac:picMkLst>
        </pc:picChg>
      </pc:sldChg>
      <pc:sldChg chg="addSp delSp modSp new mod setBg">
        <pc:chgData name="Alberto Ruiz" userId="47fa91d207cfb014" providerId="LiveId" clId="{B443034A-58F9-409F-ADF2-D871375F1DFF}" dt="2024-08-14T09:10:18.251" v="154" actId="26606"/>
        <pc:sldMkLst>
          <pc:docMk/>
          <pc:sldMk cId="2830790683" sldId="308"/>
        </pc:sldMkLst>
        <pc:spChg chg="mod">
          <ac:chgData name="Alberto Ruiz" userId="47fa91d207cfb014" providerId="LiveId" clId="{B443034A-58F9-409F-ADF2-D871375F1DFF}" dt="2024-08-14T09:10:18.251" v="154" actId="26606"/>
          <ac:spMkLst>
            <pc:docMk/>
            <pc:sldMk cId="2830790683" sldId="308"/>
            <ac:spMk id="2" creationId="{AB8B46A9-953B-0270-7347-94E177FBF509}"/>
          </ac:spMkLst>
        </pc:spChg>
        <pc:spChg chg="del">
          <ac:chgData name="Alberto Ruiz" userId="47fa91d207cfb014" providerId="LiveId" clId="{B443034A-58F9-409F-ADF2-D871375F1DFF}" dt="2024-08-14T09:10:18.251" v="154" actId="26606"/>
          <ac:spMkLst>
            <pc:docMk/>
            <pc:sldMk cId="2830790683" sldId="308"/>
            <ac:spMk id="3" creationId="{2A687C21-8B3C-9DF4-D2DC-4B1889E57575}"/>
          </ac:spMkLst>
        </pc:spChg>
        <pc:spChg chg="add">
          <ac:chgData name="Alberto Ruiz" userId="47fa91d207cfb014" providerId="LiveId" clId="{B443034A-58F9-409F-ADF2-D871375F1DFF}" dt="2024-08-14T09:10:18.251" v="154" actId="26606"/>
          <ac:spMkLst>
            <pc:docMk/>
            <pc:sldMk cId="2830790683" sldId="308"/>
            <ac:spMk id="10" creationId="{53F29798-D584-4792-9B62-3F5F5C36D619}"/>
          </ac:spMkLst>
        </pc:spChg>
        <pc:picChg chg="add">
          <ac:chgData name="Alberto Ruiz" userId="47fa91d207cfb014" providerId="LiveId" clId="{B443034A-58F9-409F-ADF2-D871375F1DFF}" dt="2024-08-14T09:10:18.251" v="154" actId="26606"/>
          <ac:picMkLst>
            <pc:docMk/>
            <pc:sldMk cId="2830790683" sldId="308"/>
            <ac:picMk id="7" creationId="{9D2AAC87-2D55-E076-47CD-BF6C75920C7A}"/>
          </ac:picMkLst>
        </pc:picChg>
      </pc:sldChg>
      <pc:sldChg chg="addSp delSp modSp new mod ord setBg">
        <pc:chgData name="Alberto Ruiz" userId="47fa91d207cfb014" providerId="LiveId" clId="{B443034A-58F9-409F-ADF2-D871375F1DFF}" dt="2024-08-14T10:37:58.855" v="444"/>
        <pc:sldMkLst>
          <pc:docMk/>
          <pc:sldMk cId="1381439063" sldId="309"/>
        </pc:sldMkLst>
        <pc:spChg chg="mod">
          <ac:chgData name="Alberto Ruiz" userId="47fa91d207cfb014" providerId="LiveId" clId="{B443034A-58F9-409F-ADF2-D871375F1DFF}" dt="2024-08-14T09:10:38.725" v="157" actId="26606"/>
          <ac:spMkLst>
            <pc:docMk/>
            <pc:sldMk cId="1381439063" sldId="309"/>
            <ac:spMk id="2" creationId="{E7C34508-9576-1331-6110-434D8E9405BA}"/>
          </ac:spMkLst>
        </pc:spChg>
        <pc:spChg chg="del">
          <ac:chgData name="Alberto Ruiz" userId="47fa91d207cfb014" providerId="LiveId" clId="{B443034A-58F9-409F-ADF2-D871375F1DFF}" dt="2024-08-14T09:10:38.725" v="157" actId="26606"/>
          <ac:spMkLst>
            <pc:docMk/>
            <pc:sldMk cId="1381439063" sldId="309"/>
            <ac:spMk id="3" creationId="{1EF27E1E-86BA-480F-358B-596D362D9E9A}"/>
          </ac:spMkLst>
        </pc:spChg>
        <pc:spChg chg="add">
          <ac:chgData name="Alberto Ruiz" userId="47fa91d207cfb014" providerId="LiveId" clId="{B443034A-58F9-409F-ADF2-D871375F1DFF}" dt="2024-08-14T09:10:38.725" v="157" actId="26606"/>
          <ac:spMkLst>
            <pc:docMk/>
            <pc:sldMk cId="1381439063" sldId="309"/>
            <ac:spMk id="10" creationId="{53F29798-D584-4792-9B62-3F5F5C36D619}"/>
          </ac:spMkLst>
        </pc:spChg>
        <pc:picChg chg="add">
          <ac:chgData name="Alberto Ruiz" userId="47fa91d207cfb014" providerId="LiveId" clId="{B443034A-58F9-409F-ADF2-D871375F1DFF}" dt="2024-08-14T09:10:38.725" v="157" actId="26606"/>
          <ac:picMkLst>
            <pc:docMk/>
            <pc:sldMk cId="1381439063" sldId="309"/>
            <ac:picMk id="7" creationId="{86AE33E4-DA00-DFEC-BDCF-0463B23F2CC6}"/>
          </ac:picMkLst>
        </pc:picChg>
      </pc:sldChg>
      <pc:sldChg chg="addSp delSp modSp new mod setBg">
        <pc:chgData name="Alberto Ruiz" userId="47fa91d207cfb014" providerId="LiveId" clId="{B443034A-58F9-409F-ADF2-D871375F1DFF}" dt="2024-08-14T09:10:53.019" v="160" actId="26606"/>
        <pc:sldMkLst>
          <pc:docMk/>
          <pc:sldMk cId="383773045" sldId="310"/>
        </pc:sldMkLst>
        <pc:spChg chg="mod">
          <ac:chgData name="Alberto Ruiz" userId="47fa91d207cfb014" providerId="LiveId" clId="{B443034A-58F9-409F-ADF2-D871375F1DFF}" dt="2024-08-14T09:10:53.019" v="160" actId="26606"/>
          <ac:spMkLst>
            <pc:docMk/>
            <pc:sldMk cId="383773045" sldId="310"/>
            <ac:spMk id="2" creationId="{3CBFB100-1378-F5A0-2004-245AC4BE5D50}"/>
          </ac:spMkLst>
        </pc:spChg>
        <pc:spChg chg="del">
          <ac:chgData name="Alberto Ruiz" userId="47fa91d207cfb014" providerId="LiveId" clId="{B443034A-58F9-409F-ADF2-D871375F1DFF}" dt="2024-08-14T09:10:53.019" v="160" actId="26606"/>
          <ac:spMkLst>
            <pc:docMk/>
            <pc:sldMk cId="383773045" sldId="310"/>
            <ac:spMk id="3" creationId="{9CD08EC9-69B9-23DB-08A5-860FDE8F452A}"/>
          </ac:spMkLst>
        </pc:spChg>
        <pc:spChg chg="add">
          <ac:chgData name="Alberto Ruiz" userId="47fa91d207cfb014" providerId="LiveId" clId="{B443034A-58F9-409F-ADF2-D871375F1DFF}" dt="2024-08-14T09:10:53.019" v="160" actId="26606"/>
          <ac:spMkLst>
            <pc:docMk/>
            <pc:sldMk cId="383773045" sldId="310"/>
            <ac:spMk id="10" creationId="{53F29798-D584-4792-9B62-3F5F5C36D619}"/>
          </ac:spMkLst>
        </pc:spChg>
        <pc:picChg chg="add">
          <ac:chgData name="Alberto Ruiz" userId="47fa91d207cfb014" providerId="LiveId" clId="{B443034A-58F9-409F-ADF2-D871375F1DFF}" dt="2024-08-14T09:10:53.019" v="160" actId="26606"/>
          <ac:picMkLst>
            <pc:docMk/>
            <pc:sldMk cId="383773045" sldId="310"/>
            <ac:picMk id="7" creationId="{F7F2FEF5-2974-91D4-6F92-A4C41B850234}"/>
          </ac:picMkLst>
        </pc:picChg>
      </pc:sldChg>
      <pc:sldChg chg="addSp delSp modSp new mod setBg">
        <pc:chgData name="Alberto Ruiz" userId="47fa91d207cfb014" providerId="LiveId" clId="{B443034A-58F9-409F-ADF2-D871375F1DFF}" dt="2024-08-14T09:11:07.363" v="163" actId="26606"/>
        <pc:sldMkLst>
          <pc:docMk/>
          <pc:sldMk cId="130928863" sldId="311"/>
        </pc:sldMkLst>
        <pc:spChg chg="mod">
          <ac:chgData name="Alberto Ruiz" userId="47fa91d207cfb014" providerId="LiveId" clId="{B443034A-58F9-409F-ADF2-D871375F1DFF}" dt="2024-08-14T09:11:07.363" v="163" actId="26606"/>
          <ac:spMkLst>
            <pc:docMk/>
            <pc:sldMk cId="130928863" sldId="311"/>
            <ac:spMk id="2" creationId="{029E3D6F-1E9B-6297-003E-B661AD781F01}"/>
          </ac:spMkLst>
        </pc:spChg>
        <pc:spChg chg="del">
          <ac:chgData name="Alberto Ruiz" userId="47fa91d207cfb014" providerId="LiveId" clId="{B443034A-58F9-409F-ADF2-D871375F1DFF}" dt="2024-08-14T09:11:07.363" v="163" actId="26606"/>
          <ac:spMkLst>
            <pc:docMk/>
            <pc:sldMk cId="130928863" sldId="311"/>
            <ac:spMk id="3" creationId="{D3683C71-4774-A1B0-6AC1-9D9A5B2A32F4}"/>
          </ac:spMkLst>
        </pc:spChg>
        <pc:spChg chg="add">
          <ac:chgData name="Alberto Ruiz" userId="47fa91d207cfb014" providerId="LiveId" clId="{B443034A-58F9-409F-ADF2-D871375F1DFF}" dt="2024-08-14T09:11:07.363" v="163" actId="26606"/>
          <ac:spMkLst>
            <pc:docMk/>
            <pc:sldMk cId="130928863" sldId="311"/>
            <ac:spMk id="10" creationId="{53F29798-D584-4792-9B62-3F5F5C36D619}"/>
          </ac:spMkLst>
        </pc:spChg>
        <pc:picChg chg="add">
          <ac:chgData name="Alberto Ruiz" userId="47fa91d207cfb014" providerId="LiveId" clId="{B443034A-58F9-409F-ADF2-D871375F1DFF}" dt="2024-08-14T09:11:07.363" v="163" actId="26606"/>
          <ac:picMkLst>
            <pc:docMk/>
            <pc:sldMk cId="130928863" sldId="311"/>
            <ac:picMk id="7" creationId="{1501051B-5C76-0BE4-DB3D-ADC66D1E926D}"/>
          </ac:picMkLst>
        </pc:picChg>
      </pc:sldChg>
      <pc:sldChg chg="addSp delSp modSp new del mod setBg">
        <pc:chgData name="Alberto Ruiz" userId="47fa91d207cfb014" providerId="LiveId" clId="{B443034A-58F9-409F-ADF2-D871375F1DFF}" dt="2024-08-14T11:18:31.153" v="750" actId="47"/>
        <pc:sldMkLst>
          <pc:docMk/>
          <pc:sldMk cId="1281363396" sldId="312"/>
        </pc:sldMkLst>
        <pc:spChg chg="mod">
          <ac:chgData name="Alberto Ruiz" userId="47fa91d207cfb014" providerId="LiveId" clId="{B443034A-58F9-409F-ADF2-D871375F1DFF}" dt="2024-08-14T09:11:21.013" v="166" actId="26606"/>
          <ac:spMkLst>
            <pc:docMk/>
            <pc:sldMk cId="1281363396" sldId="312"/>
            <ac:spMk id="2" creationId="{FD41FF22-B5B8-9C0F-AE78-6AE44C51F75A}"/>
          </ac:spMkLst>
        </pc:spChg>
        <pc:spChg chg="del">
          <ac:chgData name="Alberto Ruiz" userId="47fa91d207cfb014" providerId="LiveId" clId="{B443034A-58F9-409F-ADF2-D871375F1DFF}" dt="2024-08-14T09:11:21.013" v="166" actId="26606"/>
          <ac:spMkLst>
            <pc:docMk/>
            <pc:sldMk cId="1281363396" sldId="312"/>
            <ac:spMk id="3" creationId="{0B8FA0D4-A284-5B9E-8A34-BCA85FD2E810}"/>
          </ac:spMkLst>
        </pc:spChg>
        <pc:spChg chg="add">
          <ac:chgData name="Alberto Ruiz" userId="47fa91d207cfb014" providerId="LiveId" clId="{B443034A-58F9-409F-ADF2-D871375F1DFF}" dt="2024-08-14T09:11:21.013" v="166" actId="26606"/>
          <ac:spMkLst>
            <pc:docMk/>
            <pc:sldMk cId="1281363396" sldId="312"/>
            <ac:spMk id="10" creationId="{53F29798-D584-4792-9B62-3F5F5C36D619}"/>
          </ac:spMkLst>
        </pc:spChg>
        <pc:picChg chg="add">
          <ac:chgData name="Alberto Ruiz" userId="47fa91d207cfb014" providerId="LiveId" clId="{B443034A-58F9-409F-ADF2-D871375F1DFF}" dt="2024-08-14T09:11:21.013" v="166" actId="26606"/>
          <ac:picMkLst>
            <pc:docMk/>
            <pc:sldMk cId="1281363396" sldId="312"/>
            <ac:picMk id="7" creationId="{234FEFFC-4AD5-0110-3B0F-B22FB38B70F2}"/>
          </ac:picMkLst>
        </pc:picChg>
      </pc:sldChg>
      <pc:sldChg chg="addSp delSp modSp new mod ord setBg">
        <pc:chgData name="Alberto Ruiz" userId="47fa91d207cfb014" providerId="LiveId" clId="{B443034A-58F9-409F-ADF2-D871375F1DFF}" dt="2024-08-14T11:18:11.055" v="749"/>
        <pc:sldMkLst>
          <pc:docMk/>
          <pc:sldMk cId="1230149077" sldId="313"/>
        </pc:sldMkLst>
        <pc:spChg chg="mod">
          <ac:chgData name="Alberto Ruiz" userId="47fa91d207cfb014" providerId="LiveId" clId="{B443034A-58F9-409F-ADF2-D871375F1DFF}" dt="2024-08-14T09:11:35.347" v="169" actId="26606"/>
          <ac:spMkLst>
            <pc:docMk/>
            <pc:sldMk cId="1230149077" sldId="313"/>
            <ac:spMk id="2" creationId="{2609EFC5-EA8D-0C2A-D04C-0D4AC71885A0}"/>
          </ac:spMkLst>
        </pc:spChg>
        <pc:spChg chg="del">
          <ac:chgData name="Alberto Ruiz" userId="47fa91d207cfb014" providerId="LiveId" clId="{B443034A-58F9-409F-ADF2-D871375F1DFF}" dt="2024-08-14T09:11:35.347" v="169" actId="26606"/>
          <ac:spMkLst>
            <pc:docMk/>
            <pc:sldMk cId="1230149077" sldId="313"/>
            <ac:spMk id="3" creationId="{BA9884F1-4EF4-8A71-AE9D-369BEC42FF51}"/>
          </ac:spMkLst>
        </pc:spChg>
        <pc:spChg chg="add">
          <ac:chgData name="Alberto Ruiz" userId="47fa91d207cfb014" providerId="LiveId" clId="{B443034A-58F9-409F-ADF2-D871375F1DFF}" dt="2024-08-14T09:11:35.347" v="169" actId="26606"/>
          <ac:spMkLst>
            <pc:docMk/>
            <pc:sldMk cId="1230149077" sldId="313"/>
            <ac:spMk id="10" creationId="{53F29798-D584-4792-9B62-3F5F5C36D619}"/>
          </ac:spMkLst>
        </pc:spChg>
        <pc:picChg chg="add">
          <ac:chgData name="Alberto Ruiz" userId="47fa91d207cfb014" providerId="LiveId" clId="{B443034A-58F9-409F-ADF2-D871375F1DFF}" dt="2024-08-14T09:11:35.347" v="169" actId="26606"/>
          <ac:picMkLst>
            <pc:docMk/>
            <pc:sldMk cId="1230149077" sldId="313"/>
            <ac:picMk id="7" creationId="{A171417A-64C0-A841-8293-B36A9840928B}"/>
          </ac:picMkLst>
        </pc:picChg>
      </pc:sldChg>
      <pc:sldChg chg="addSp delSp modSp new mod">
        <pc:chgData name="Alberto Ruiz" userId="47fa91d207cfb014" providerId="LiveId" clId="{B443034A-58F9-409F-ADF2-D871375F1DFF}" dt="2024-08-14T10:23:27.647" v="239" actId="404"/>
        <pc:sldMkLst>
          <pc:docMk/>
          <pc:sldMk cId="149029486" sldId="314"/>
        </pc:sldMkLst>
        <pc:spChg chg="mod">
          <ac:chgData name="Alberto Ruiz" userId="47fa91d207cfb014" providerId="LiveId" clId="{B443034A-58F9-409F-ADF2-D871375F1DFF}" dt="2024-08-14T10:22:45.661" v="223"/>
          <ac:spMkLst>
            <pc:docMk/>
            <pc:sldMk cId="149029486" sldId="314"/>
            <ac:spMk id="2" creationId="{7E636B64-D938-5F2B-5BC1-342146854F43}"/>
          </ac:spMkLst>
        </pc:spChg>
        <pc:spChg chg="del">
          <ac:chgData name="Alberto Ruiz" userId="47fa91d207cfb014" providerId="LiveId" clId="{B443034A-58F9-409F-ADF2-D871375F1DFF}" dt="2024-08-14T10:22:59.991" v="226" actId="478"/>
          <ac:spMkLst>
            <pc:docMk/>
            <pc:sldMk cId="149029486" sldId="314"/>
            <ac:spMk id="3" creationId="{96FB6C7E-844B-CF85-AD65-79F05D2F904C}"/>
          </ac:spMkLst>
        </pc:spChg>
        <pc:graphicFrameChg chg="add mod modGraphic">
          <ac:chgData name="Alberto Ruiz" userId="47fa91d207cfb014" providerId="LiveId" clId="{B443034A-58F9-409F-ADF2-D871375F1DFF}" dt="2024-08-14T10:23:27.647" v="239" actId="404"/>
          <ac:graphicFrameMkLst>
            <pc:docMk/>
            <pc:sldMk cId="149029486" sldId="314"/>
            <ac:graphicFrameMk id="4" creationId="{DB4C6CA0-97B2-D268-0161-4C417B2DAF03}"/>
          </ac:graphicFrameMkLst>
        </pc:graphicFrameChg>
      </pc:sldChg>
      <pc:sldChg chg="addSp delSp modSp new mod">
        <pc:chgData name="Alberto Ruiz" userId="47fa91d207cfb014" providerId="LiveId" clId="{B443034A-58F9-409F-ADF2-D871375F1DFF}" dt="2024-08-14T10:24:06.327" v="248" actId="1076"/>
        <pc:sldMkLst>
          <pc:docMk/>
          <pc:sldMk cId="1001176678" sldId="315"/>
        </pc:sldMkLst>
        <pc:spChg chg="mod">
          <ac:chgData name="Alberto Ruiz" userId="47fa91d207cfb014" providerId="LiveId" clId="{B443034A-58F9-409F-ADF2-D871375F1DFF}" dt="2024-08-14T10:23:43.502" v="241"/>
          <ac:spMkLst>
            <pc:docMk/>
            <pc:sldMk cId="1001176678" sldId="315"/>
            <ac:spMk id="2" creationId="{D32AFBF0-B252-924B-F4F1-9671A2DE3880}"/>
          </ac:spMkLst>
        </pc:spChg>
        <pc:spChg chg="del">
          <ac:chgData name="Alberto Ruiz" userId="47fa91d207cfb014" providerId="LiveId" clId="{B443034A-58F9-409F-ADF2-D871375F1DFF}" dt="2024-08-14T10:24:03.214" v="247" actId="478"/>
          <ac:spMkLst>
            <pc:docMk/>
            <pc:sldMk cId="1001176678" sldId="315"/>
            <ac:spMk id="3" creationId="{027932EB-5BA7-2DD9-D0FB-AFC69BAE0DA2}"/>
          </ac:spMkLst>
        </pc:spChg>
        <pc:graphicFrameChg chg="add mod">
          <ac:chgData name="Alberto Ruiz" userId="47fa91d207cfb014" providerId="LiveId" clId="{B443034A-58F9-409F-ADF2-D871375F1DFF}" dt="2024-08-14T10:24:06.327" v="248" actId="1076"/>
          <ac:graphicFrameMkLst>
            <pc:docMk/>
            <pc:sldMk cId="1001176678" sldId="315"/>
            <ac:graphicFrameMk id="4" creationId="{7E2E44F9-4836-91B6-32B9-2747A8D6F422}"/>
          </ac:graphicFrameMkLst>
        </pc:graphicFrameChg>
      </pc:sldChg>
      <pc:sldChg chg="addSp modSp new mod">
        <pc:chgData name="Alberto Ruiz" userId="47fa91d207cfb014" providerId="LiveId" clId="{B443034A-58F9-409F-ADF2-D871375F1DFF}" dt="2024-08-14T10:24:31.190" v="253" actId="14100"/>
        <pc:sldMkLst>
          <pc:docMk/>
          <pc:sldMk cId="1543328847" sldId="316"/>
        </pc:sldMkLst>
        <pc:spChg chg="mod">
          <ac:chgData name="Alberto Ruiz" userId="47fa91d207cfb014" providerId="LiveId" clId="{B443034A-58F9-409F-ADF2-D871375F1DFF}" dt="2024-08-14T10:24:18.861" v="250"/>
          <ac:spMkLst>
            <pc:docMk/>
            <pc:sldMk cId="1543328847" sldId="316"/>
            <ac:spMk id="2" creationId="{2A515E91-D64B-2FDB-0B64-9B4141D711B4}"/>
          </ac:spMkLst>
        </pc:spChg>
        <pc:graphicFrameChg chg="add mod">
          <ac:chgData name="Alberto Ruiz" userId="47fa91d207cfb014" providerId="LiveId" clId="{B443034A-58F9-409F-ADF2-D871375F1DFF}" dt="2024-08-14T10:24:31.190" v="253" actId="14100"/>
          <ac:graphicFrameMkLst>
            <pc:docMk/>
            <pc:sldMk cId="1543328847" sldId="316"/>
            <ac:graphicFrameMk id="4" creationId="{213EB94D-C02D-C395-FFDF-74A282CEF715}"/>
          </ac:graphicFrameMkLst>
        </pc:graphicFrameChg>
      </pc:sldChg>
      <pc:sldChg chg="addSp modSp new mod">
        <pc:chgData name="Alberto Ruiz" userId="47fa91d207cfb014" providerId="LiveId" clId="{B443034A-58F9-409F-ADF2-D871375F1DFF}" dt="2024-08-14T10:24:55.604" v="260" actId="14100"/>
        <pc:sldMkLst>
          <pc:docMk/>
          <pc:sldMk cId="2026493808" sldId="317"/>
        </pc:sldMkLst>
        <pc:spChg chg="mod">
          <ac:chgData name="Alberto Ruiz" userId="47fa91d207cfb014" providerId="LiveId" clId="{B443034A-58F9-409F-ADF2-D871375F1DFF}" dt="2024-08-14T10:24:43.702" v="257" actId="27636"/>
          <ac:spMkLst>
            <pc:docMk/>
            <pc:sldMk cId="2026493808" sldId="317"/>
            <ac:spMk id="2" creationId="{BA612CDA-77CC-C1BB-A196-A57AE0A4047F}"/>
          </ac:spMkLst>
        </pc:spChg>
        <pc:graphicFrameChg chg="add mod">
          <ac:chgData name="Alberto Ruiz" userId="47fa91d207cfb014" providerId="LiveId" clId="{B443034A-58F9-409F-ADF2-D871375F1DFF}" dt="2024-08-14T10:24:55.604" v="260" actId="14100"/>
          <ac:graphicFrameMkLst>
            <pc:docMk/>
            <pc:sldMk cId="2026493808" sldId="317"/>
            <ac:graphicFrameMk id="4" creationId="{5BF1D244-27D2-09CC-7FB3-02D3658125BC}"/>
          </ac:graphicFrameMkLst>
        </pc:graphicFrameChg>
      </pc:sldChg>
      <pc:sldChg chg="addSp modSp new mod">
        <pc:chgData name="Alberto Ruiz" userId="47fa91d207cfb014" providerId="LiveId" clId="{B443034A-58F9-409F-ADF2-D871375F1DFF}" dt="2024-08-14T10:25:22.158" v="267" actId="14100"/>
        <pc:sldMkLst>
          <pc:docMk/>
          <pc:sldMk cId="1716996955" sldId="318"/>
        </pc:sldMkLst>
        <pc:spChg chg="mod">
          <ac:chgData name="Alberto Ruiz" userId="47fa91d207cfb014" providerId="LiveId" clId="{B443034A-58F9-409F-ADF2-D871375F1DFF}" dt="2024-08-14T10:25:11.614" v="264" actId="1076"/>
          <ac:spMkLst>
            <pc:docMk/>
            <pc:sldMk cId="1716996955" sldId="318"/>
            <ac:spMk id="2" creationId="{7A34B04F-C34E-A4D0-E9BF-64B923D250B2}"/>
          </ac:spMkLst>
        </pc:spChg>
        <pc:graphicFrameChg chg="add mod">
          <ac:chgData name="Alberto Ruiz" userId="47fa91d207cfb014" providerId="LiveId" clId="{B443034A-58F9-409F-ADF2-D871375F1DFF}" dt="2024-08-14T10:25:22.158" v="267" actId="14100"/>
          <ac:graphicFrameMkLst>
            <pc:docMk/>
            <pc:sldMk cId="1716996955" sldId="318"/>
            <ac:graphicFrameMk id="4" creationId="{2A910E41-D9DD-D34D-A04E-44054819D853}"/>
          </ac:graphicFrameMkLst>
        </pc:graphicFrameChg>
      </pc:sldChg>
      <pc:sldChg chg="addSp modSp new mod">
        <pc:chgData name="Alberto Ruiz" userId="47fa91d207cfb014" providerId="LiveId" clId="{B443034A-58F9-409F-ADF2-D871375F1DFF}" dt="2024-08-14T10:25:43.596" v="274" actId="14100"/>
        <pc:sldMkLst>
          <pc:docMk/>
          <pc:sldMk cId="1451546029" sldId="319"/>
        </pc:sldMkLst>
        <pc:spChg chg="mod">
          <ac:chgData name="Alberto Ruiz" userId="47fa91d207cfb014" providerId="LiveId" clId="{B443034A-58F9-409F-ADF2-D871375F1DFF}" dt="2024-08-14T10:25:34.311" v="271" actId="27636"/>
          <ac:spMkLst>
            <pc:docMk/>
            <pc:sldMk cId="1451546029" sldId="319"/>
            <ac:spMk id="2" creationId="{FA92B1A0-4329-8B71-0605-F3A56ECE5A71}"/>
          </ac:spMkLst>
        </pc:spChg>
        <pc:graphicFrameChg chg="add mod">
          <ac:chgData name="Alberto Ruiz" userId="47fa91d207cfb014" providerId="LiveId" clId="{B443034A-58F9-409F-ADF2-D871375F1DFF}" dt="2024-08-14T10:25:43.596" v="274" actId="14100"/>
          <ac:graphicFrameMkLst>
            <pc:docMk/>
            <pc:sldMk cId="1451546029" sldId="319"/>
            <ac:graphicFrameMk id="4" creationId="{38FDFE4F-81FF-F747-A1B5-B3348AE905CF}"/>
          </ac:graphicFrameMkLst>
        </pc:graphicFrameChg>
      </pc:sldChg>
      <pc:sldChg chg="addSp delSp modSp new mod">
        <pc:chgData name="Alberto Ruiz" userId="47fa91d207cfb014" providerId="LiveId" clId="{B443034A-58F9-409F-ADF2-D871375F1DFF}" dt="2024-08-14T10:26:28.985" v="291" actId="14100"/>
        <pc:sldMkLst>
          <pc:docMk/>
          <pc:sldMk cId="186063841" sldId="320"/>
        </pc:sldMkLst>
        <pc:spChg chg="mod">
          <ac:chgData name="Alberto Ruiz" userId="47fa91d207cfb014" providerId="LiveId" clId="{B443034A-58F9-409F-ADF2-D871375F1DFF}" dt="2024-08-14T10:26:23.549" v="289" actId="1076"/>
          <ac:spMkLst>
            <pc:docMk/>
            <pc:sldMk cId="186063841" sldId="320"/>
            <ac:spMk id="2" creationId="{07DC3D1A-DBE5-D4AB-882B-BB8B5780713D}"/>
          </ac:spMkLst>
        </pc:spChg>
        <pc:spChg chg="del">
          <ac:chgData name="Alberto Ruiz" userId="47fa91d207cfb014" providerId="LiveId" clId="{B443034A-58F9-409F-ADF2-D871375F1DFF}" dt="2024-08-14T10:26:03.995" v="278" actId="478"/>
          <ac:spMkLst>
            <pc:docMk/>
            <pc:sldMk cId="186063841" sldId="320"/>
            <ac:spMk id="3" creationId="{AF18027B-1FD4-57EC-BEAD-12CA0D64E980}"/>
          </ac:spMkLst>
        </pc:spChg>
        <pc:graphicFrameChg chg="add mod modGraphic">
          <ac:chgData name="Alberto Ruiz" userId="47fa91d207cfb014" providerId="LiveId" clId="{B443034A-58F9-409F-ADF2-D871375F1DFF}" dt="2024-08-14T10:26:28.985" v="291" actId="14100"/>
          <ac:graphicFrameMkLst>
            <pc:docMk/>
            <pc:sldMk cId="186063841" sldId="320"/>
            <ac:graphicFrameMk id="4" creationId="{FBF06C0F-EDB4-3BA7-B7BE-B63B6348C441}"/>
          </ac:graphicFrameMkLst>
        </pc:graphicFrameChg>
      </pc:sldChg>
      <pc:sldChg chg="addSp delSp modSp new mod setBg">
        <pc:chgData name="Alberto Ruiz" userId="47fa91d207cfb014" providerId="LiveId" clId="{B443034A-58F9-409F-ADF2-D871375F1DFF}" dt="2024-08-14T11:03:39.093" v="523" actId="26606"/>
        <pc:sldMkLst>
          <pc:docMk/>
          <pc:sldMk cId="1332036408" sldId="321"/>
        </pc:sldMkLst>
        <pc:spChg chg="mod">
          <ac:chgData name="Alberto Ruiz" userId="47fa91d207cfb014" providerId="LiveId" clId="{B443034A-58F9-409F-ADF2-D871375F1DFF}" dt="2024-08-14T11:03:39.093" v="523" actId="26606"/>
          <ac:spMkLst>
            <pc:docMk/>
            <pc:sldMk cId="1332036408" sldId="321"/>
            <ac:spMk id="2" creationId="{FBA7C3A7-89B6-AD5A-B23D-0138D2421E26}"/>
          </ac:spMkLst>
        </pc:spChg>
        <pc:spChg chg="del">
          <ac:chgData name="Alberto Ruiz" userId="47fa91d207cfb014" providerId="LiveId" clId="{B443034A-58F9-409F-ADF2-D871375F1DFF}" dt="2024-08-14T10:26:52.976" v="294" actId="478"/>
          <ac:spMkLst>
            <pc:docMk/>
            <pc:sldMk cId="1332036408" sldId="321"/>
            <ac:spMk id="3" creationId="{FB4F0806-660B-E0D7-078C-A9515C597D40}"/>
          </ac:spMkLst>
        </pc:spChg>
        <pc:spChg chg="add">
          <ac:chgData name="Alberto Ruiz" userId="47fa91d207cfb014" providerId="LiveId" clId="{B443034A-58F9-409F-ADF2-D871375F1DFF}" dt="2024-08-14T11:03:39.093" v="523" actId="26606"/>
          <ac:spMkLst>
            <pc:docMk/>
            <pc:sldMk cId="1332036408" sldId="321"/>
            <ac:spMk id="9" creationId="{955A2079-FA98-4876-80F0-72364A7D2EA4}"/>
          </ac:spMkLst>
        </pc:spChg>
        <pc:graphicFrameChg chg="add mod modGraphic">
          <ac:chgData name="Alberto Ruiz" userId="47fa91d207cfb014" providerId="LiveId" clId="{B443034A-58F9-409F-ADF2-D871375F1DFF}" dt="2024-08-14T11:03:39.093" v="523" actId="26606"/>
          <ac:graphicFrameMkLst>
            <pc:docMk/>
            <pc:sldMk cId="1332036408" sldId="321"/>
            <ac:graphicFrameMk id="4" creationId="{02F3F614-AF9D-9676-F53B-9195A5950FAB}"/>
          </ac:graphicFrameMkLst>
        </pc:graphicFrameChg>
      </pc:sldChg>
      <pc:sldChg chg="modSp new mod">
        <pc:chgData name="Alberto Ruiz" userId="47fa91d207cfb014" providerId="LiveId" clId="{B443034A-58F9-409F-ADF2-D871375F1DFF}" dt="2024-08-14T10:29:44.116" v="365" actId="14100"/>
        <pc:sldMkLst>
          <pc:docMk/>
          <pc:sldMk cId="4049412838" sldId="322"/>
        </pc:sldMkLst>
        <pc:spChg chg="mod">
          <ac:chgData name="Alberto Ruiz" userId="47fa91d207cfb014" providerId="LiveId" clId="{B443034A-58F9-409F-ADF2-D871375F1DFF}" dt="2024-08-14T10:27:22.462" v="300" actId="14100"/>
          <ac:spMkLst>
            <pc:docMk/>
            <pc:sldMk cId="4049412838" sldId="322"/>
            <ac:spMk id="2" creationId="{3FED3927-5BCC-6407-5400-A543E4CC4B89}"/>
          </ac:spMkLst>
        </pc:spChg>
        <pc:spChg chg="mod">
          <ac:chgData name="Alberto Ruiz" userId="47fa91d207cfb014" providerId="LiveId" clId="{B443034A-58F9-409F-ADF2-D871375F1DFF}" dt="2024-08-14T10:29:44.116" v="365" actId="14100"/>
          <ac:spMkLst>
            <pc:docMk/>
            <pc:sldMk cId="4049412838" sldId="322"/>
            <ac:spMk id="3" creationId="{29D7F554-9F3B-19EE-8716-D2C9D05E282A}"/>
          </ac:spMkLst>
        </pc:spChg>
      </pc:sldChg>
      <pc:sldChg chg="modSp new mod">
        <pc:chgData name="Alberto Ruiz" userId="47fa91d207cfb014" providerId="LiveId" clId="{B443034A-58F9-409F-ADF2-D871375F1DFF}" dt="2024-08-14T10:29:25.124" v="351" actId="403"/>
        <pc:sldMkLst>
          <pc:docMk/>
          <pc:sldMk cId="37977736" sldId="323"/>
        </pc:sldMkLst>
        <pc:spChg chg="mod">
          <ac:chgData name="Alberto Ruiz" userId="47fa91d207cfb014" providerId="LiveId" clId="{B443034A-58F9-409F-ADF2-D871375F1DFF}" dt="2024-08-14T10:28:25.069" v="323" actId="1076"/>
          <ac:spMkLst>
            <pc:docMk/>
            <pc:sldMk cId="37977736" sldId="323"/>
            <ac:spMk id="2" creationId="{DE9AFB81-F98E-7A28-4AA7-81CBD15CBF1D}"/>
          </ac:spMkLst>
        </pc:spChg>
        <pc:spChg chg="mod">
          <ac:chgData name="Alberto Ruiz" userId="47fa91d207cfb014" providerId="LiveId" clId="{B443034A-58F9-409F-ADF2-D871375F1DFF}" dt="2024-08-14T10:29:25.124" v="351" actId="403"/>
          <ac:spMkLst>
            <pc:docMk/>
            <pc:sldMk cId="37977736" sldId="323"/>
            <ac:spMk id="3" creationId="{573EBCF4-C17C-E1F2-1FAA-385B9C573408}"/>
          </ac:spMkLst>
        </pc:spChg>
      </pc:sldChg>
      <pc:sldChg chg="modSp add mod">
        <pc:chgData name="Alberto Ruiz" userId="47fa91d207cfb014" providerId="LiveId" clId="{B443034A-58F9-409F-ADF2-D871375F1DFF}" dt="2024-08-14T10:29:35.624" v="360" actId="403"/>
        <pc:sldMkLst>
          <pc:docMk/>
          <pc:sldMk cId="2647326746" sldId="324"/>
        </pc:sldMkLst>
        <pc:spChg chg="mod">
          <ac:chgData name="Alberto Ruiz" userId="47fa91d207cfb014" providerId="LiveId" clId="{B443034A-58F9-409F-ADF2-D871375F1DFF}" dt="2024-08-14T10:29:35.624" v="360" actId="403"/>
          <ac:spMkLst>
            <pc:docMk/>
            <pc:sldMk cId="2647326746" sldId="324"/>
            <ac:spMk id="3" creationId="{573EBCF4-C17C-E1F2-1FAA-385B9C573408}"/>
          </ac:spMkLst>
        </pc:spChg>
      </pc:sldChg>
      <pc:sldChg chg="modSp new mod">
        <pc:chgData name="Alberto Ruiz" userId="47fa91d207cfb014" providerId="LiveId" clId="{B443034A-58F9-409F-ADF2-D871375F1DFF}" dt="2024-08-14T10:30:26.936" v="375" actId="27636"/>
        <pc:sldMkLst>
          <pc:docMk/>
          <pc:sldMk cId="2431019824" sldId="325"/>
        </pc:sldMkLst>
        <pc:spChg chg="mod">
          <ac:chgData name="Alberto Ruiz" userId="47fa91d207cfb014" providerId="LiveId" clId="{B443034A-58F9-409F-ADF2-D871375F1DFF}" dt="2024-08-14T10:30:11.659" v="369" actId="27636"/>
          <ac:spMkLst>
            <pc:docMk/>
            <pc:sldMk cId="2431019824" sldId="325"/>
            <ac:spMk id="2" creationId="{D9A3820C-3321-FF2B-9D4A-BE3C9EEE8A76}"/>
          </ac:spMkLst>
        </pc:spChg>
        <pc:spChg chg="mod">
          <ac:chgData name="Alberto Ruiz" userId="47fa91d207cfb014" providerId="LiveId" clId="{B443034A-58F9-409F-ADF2-D871375F1DFF}" dt="2024-08-14T10:30:26.936" v="375" actId="27636"/>
          <ac:spMkLst>
            <pc:docMk/>
            <pc:sldMk cId="2431019824" sldId="325"/>
            <ac:spMk id="3" creationId="{958A66C9-569F-60A5-02DC-143E4B260355}"/>
          </ac:spMkLst>
        </pc:spChg>
      </pc:sldChg>
      <pc:sldChg chg="modSp new mod">
        <pc:chgData name="Alberto Ruiz" userId="47fa91d207cfb014" providerId="LiveId" clId="{B443034A-58F9-409F-ADF2-D871375F1DFF}" dt="2024-08-14T10:31:23.065" v="388" actId="27636"/>
        <pc:sldMkLst>
          <pc:docMk/>
          <pc:sldMk cId="2938394128" sldId="326"/>
        </pc:sldMkLst>
        <pc:spChg chg="mod">
          <ac:chgData name="Alberto Ruiz" userId="47fa91d207cfb014" providerId="LiveId" clId="{B443034A-58F9-409F-ADF2-D871375F1DFF}" dt="2024-08-14T10:31:20.811" v="386" actId="1076"/>
          <ac:spMkLst>
            <pc:docMk/>
            <pc:sldMk cId="2938394128" sldId="326"/>
            <ac:spMk id="2" creationId="{050DA92B-CDB1-9B2D-115A-D7192F12F44F}"/>
          </ac:spMkLst>
        </pc:spChg>
        <pc:spChg chg="mod">
          <ac:chgData name="Alberto Ruiz" userId="47fa91d207cfb014" providerId="LiveId" clId="{B443034A-58F9-409F-ADF2-D871375F1DFF}" dt="2024-08-14T10:31:23.065" v="388" actId="27636"/>
          <ac:spMkLst>
            <pc:docMk/>
            <pc:sldMk cId="2938394128" sldId="326"/>
            <ac:spMk id="3" creationId="{A244C26B-2518-31BE-0348-BDD0CB2CF544}"/>
          </ac:spMkLst>
        </pc:spChg>
      </pc:sldChg>
      <pc:sldChg chg="modSp new mod">
        <pc:chgData name="Alberto Ruiz" userId="47fa91d207cfb014" providerId="LiveId" clId="{B443034A-58F9-409F-ADF2-D871375F1DFF}" dt="2024-08-14T10:31:54.494" v="396" actId="27636"/>
        <pc:sldMkLst>
          <pc:docMk/>
          <pc:sldMk cId="1031030131" sldId="327"/>
        </pc:sldMkLst>
        <pc:spChg chg="mod">
          <ac:chgData name="Alberto Ruiz" userId="47fa91d207cfb014" providerId="LiveId" clId="{B443034A-58F9-409F-ADF2-D871375F1DFF}" dt="2024-08-14T10:31:38.958" v="392" actId="27636"/>
          <ac:spMkLst>
            <pc:docMk/>
            <pc:sldMk cId="1031030131" sldId="327"/>
            <ac:spMk id="2" creationId="{D4EB1433-BF03-F158-7D68-46CE3166D397}"/>
          </ac:spMkLst>
        </pc:spChg>
        <pc:spChg chg="mod">
          <ac:chgData name="Alberto Ruiz" userId="47fa91d207cfb014" providerId="LiveId" clId="{B443034A-58F9-409F-ADF2-D871375F1DFF}" dt="2024-08-14T10:31:54.494" v="396" actId="27636"/>
          <ac:spMkLst>
            <pc:docMk/>
            <pc:sldMk cId="1031030131" sldId="327"/>
            <ac:spMk id="3" creationId="{2F095A16-FB34-6D60-DD7C-673EBA36C74D}"/>
          </ac:spMkLst>
        </pc:spChg>
      </pc:sldChg>
      <pc:sldChg chg="modSp new mod">
        <pc:chgData name="Alberto Ruiz" userId="47fa91d207cfb014" providerId="LiveId" clId="{B443034A-58F9-409F-ADF2-D871375F1DFF}" dt="2024-08-14T10:32:32.352" v="410" actId="27636"/>
        <pc:sldMkLst>
          <pc:docMk/>
          <pc:sldMk cId="3733091686" sldId="328"/>
        </pc:sldMkLst>
        <pc:spChg chg="mod">
          <ac:chgData name="Alberto Ruiz" userId="47fa91d207cfb014" providerId="LiveId" clId="{B443034A-58F9-409F-ADF2-D871375F1DFF}" dt="2024-08-14T10:32:17.844" v="406" actId="1076"/>
          <ac:spMkLst>
            <pc:docMk/>
            <pc:sldMk cId="3733091686" sldId="328"/>
            <ac:spMk id="2" creationId="{E160E6EC-64DB-178F-6CEC-130644797AFE}"/>
          </ac:spMkLst>
        </pc:spChg>
        <pc:spChg chg="mod">
          <ac:chgData name="Alberto Ruiz" userId="47fa91d207cfb014" providerId="LiveId" clId="{B443034A-58F9-409F-ADF2-D871375F1DFF}" dt="2024-08-14T10:32:32.352" v="410" actId="27636"/>
          <ac:spMkLst>
            <pc:docMk/>
            <pc:sldMk cId="3733091686" sldId="328"/>
            <ac:spMk id="3" creationId="{A9759394-C753-5733-3847-FBF97DA2BCA0}"/>
          </ac:spMkLst>
        </pc:spChg>
      </pc:sldChg>
      <pc:sldChg chg="modSp new mod">
        <pc:chgData name="Alberto Ruiz" userId="47fa91d207cfb014" providerId="LiveId" clId="{B443034A-58F9-409F-ADF2-D871375F1DFF}" dt="2024-08-14T10:36:35.069" v="422" actId="403"/>
        <pc:sldMkLst>
          <pc:docMk/>
          <pc:sldMk cId="945804487" sldId="329"/>
        </pc:sldMkLst>
        <pc:spChg chg="mod">
          <ac:chgData name="Alberto Ruiz" userId="47fa91d207cfb014" providerId="LiveId" clId="{B443034A-58F9-409F-ADF2-D871375F1DFF}" dt="2024-08-14T10:36:17.426" v="414" actId="27636"/>
          <ac:spMkLst>
            <pc:docMk/>
            <pc:sldMk cId="945804487" sldId="329"/>
            <ac:spMk id="2" creationId="{8E15706F-6EF8-ECCC-2260-1DFEF334DACA}"/>
          </ac:spMkLst>
        </pc:spChg>
        <pc:spChg chg="mod">
          <ac:chgData name="Alberto Ruiz" userId="47fa91d207cfb014" providerId="LiveId" clId="{B443034A-58F9-409F-ADF2-D871375F1DFF}" dt="2024-08-14T10:36:35.069" v="422" actId="403"/>
          <ac:spMkLst>
            <pc:docMk/>
            <pc:sldMk cId="945804487" sldId="329"/>
            <ac:spMk id="3" creationId="{27808A95-472A-1C45-9D6B-A54F0BB0A296}"/>
          </ac:spMkLst>
        </pc:spChg>
      </pc:sldChg>
      <pc:sldChg chg="delSp modSp new mod">
        <pc:chgData name="Alberto Ruiz" userId="47fa91d207cfb014" providerId="LiveId" clId="{B443034A-58F9-409F-ADF2-D871375F1DFF}" dt="2024-08-14T10:37:01.975" v="430" actId="403"/>
        <pc:sldMkLst>
          <pc:docMk/>
          <pc:sldMk cId="4005086654" sldId="330"/>
        </pc:sldMkLst>
        <pc:spChg chg="del">
          <ac:chgData name="Alberto Ruiz" userId="47fa91d207cfb014" providerId="LiveId" clId="{B443034A-58F9-409F-ADF2-D871375F1DFF}" dt="2024-08-14T10:36:47.439" v="425" actId="478"/>
          <ac:spMkLst>
            <pc:docMk/>
            <pc:sldMk cId="4005086654" sldId="330"/>
            <ac:spMk id="2" creationId="{54B84E6D-0EBC-5E02-3D0B-E25501C89D7A}"/>
          </ac:spMkLst>
        </pc:spChg>
        <pc:spChg chg="mod">
          <ac:chgData name="Alberto Ruiz" userId="47fa91d207cfb014" providerId="LiveId" clId="{B443034A-58F9-409F-ADF2-D871375F1DFF}" dt="2024-08-14T10:37:01.975" v="430" actId="403"/>
          <ac:spMkLst>
            <pc:docMk/>
            <pc:sldMk cId="4005086654" sldId="330"/>
            <ac:spMk id="3" creationId="{2BACAB17-24B0-0781-D03D-AB12BA6F0CD3}"/>
          </ac:spMkLst>
        </pc:spChg>
      </pc:sldChg>
      <pc:sldChg chg="modSp new mod">
        <pc:chgData name="Alberto Ruiz" userId="47fa91d207cfb014" providerId="LiveId" clId="{B443034A-58F9-409F-ADF2-D871375F1DFF}" dt="2024-08-14T10:37:36.180" v="442" actId="403"/>
        <pc:sldMkLst>
          <pc:docMk/>
          <pc:sldMk cId="3108035177" sldId="331"/>
        </pc:sldMkLst>
        <pc:spChg chg="mod">
          <ac:chgData name="Alberto Ruiz" userId="47fa91d207cfb014" providerId="LiveId" clId="{B443034A-58F9-409F-ADF2-D871375F1DFF}" dt="2024-08-14T10:37:21.992" v="434" actId="27636"/>
          <ac:spMkLst>
            <pc:docMk/>
            <pc:sldMk cId="3108035177" sldId="331"/>
            <ac:spMk id="2" creationId="{FF3BB672-7B5B-2375-F360-8136F9F531B6}"/>
          </ac:spMkLst>
        </pc:spChg>
        <pc:spChg chg="mod">
          <ac:chgData name="Alberto Ruiz" userId="47fa91d207cfb014" providerId="LiveId" clId="{B443034A-58F9-409F-ADF2-D871375F1DFF}" dt="2024-08-14T10:37:36.180" v="442" actId="403"/>
          <ac:spMkLst>
            <pc:docMk/>
            <pc:sldMk cId="3108035177" sldId="331"/>
            <ac:spMk id="3" creationId="{51267AF2-D066-1636-E3A7-E593D9BF2D41}"/>
          </ac:spMkLst>
        </pc:spChg>
      </pc:sldChg>
      <pc:sldChg chg="addSp modSp new mod setBg">
        <pc:chgData name="Alberto Ruiz" userId="47fa91d207cfb014" providerId="LiveId" clId="{B443034A-58F9-409F-ADF2-D871375F1DFF}" dt="2024-08-14T11:03:24.399" v="522" actId="26606"/>
        <pc:sldMkLst>
          <pc:docMk/>
          <pc:sldMk cId="1919671163" sldId="332"/>
        </pc:sldMkLst>
        <pc:spChg chg="mod">
          <ac:chgData name="Alberto Ruiz" userId="47fa91d207cfb014" providerId="LiveId" clId="{B443034A-58F9-409F-ADF2-D871375F1DFF}" dt="2024-08-14T11:03:24.399" v="522" actId="26606"/>
          <ac:spMkLst>
            <pc:docMk/>
            <pc:sldMk cId="1919671163" sldId="332"/>
            <ac:spMk id="2" creationId="{1D02C5F7-5F36-2D22-ACBA-2180DCF487E6}"/>
          </ac:spMkLst>
        </pc:spChg>
        <pc:spChg chg="mod">
          <ac:chgData name="Alberto Ruiz" userId="47fa91d207cfb014" providerId="LiveId" clId="{B443034A-58F9-409F-ADF2-D871375F1DFF}" dt="2024-08-14T11:03:24.399" v="522" actId="26606"/>
          <ac:spMkLst>
            <pc:docMk/>
            <pc:sldMk cId="1919671163" sldId="332"/>
            <ac:spMk id="3" creationId="{A0292B11-369E-1C3C-1C9A-2B68A2AB90FF}"/>
          </ac:spMkLst>
        </pc:spChg>
        <pc:spChg chg="add">
          <ac:chgData name="Alberto Ruiz" userId="47fa91d207cfb014" providerId="LiveId" clId="{B443034A-58F9-409F-ADF2-D871375F1DFF}" dt="2024-08-14T11:03:24.399" v="522" actId="26606"/>
          <ac:spMkLst>
            <pc:docMk/>
            <pc:sldMk cId="1919671163" sldId="332"/>
            <ac:spMk id="9" creationId="{3ECBE1F1-D69B-4AFA-ABD5-8E41720EF6DE}"/>
          </ac:spMkLst>
        </pc:spChg>
        <pc:spChg chg="add">
          <ac:chgData name="Alberto Ruiz" userId="47fa91d207cfb014" providerId="LiveId" clId="{B443034A-58F9-409F-ADF2-D871375F1DFF}" dt="2024-08-14T11:03:24.399" v="522" actId="26606"/>
          <ac:spMkLst>
            <pc:docMk/>
            <pc:sldMk cId="1919671163" sldId="332"/>
            <ac:spMk id="11" creationId="{603A6265-E10C-4B85-9C20-E75FCAF9CC63}"/>
          </ac:spMkLst>
        </pc:spChg>
        <pc:picChg chg="add">
          <ac:chgData name="Alberto Ruiz" userId="47fa91d207cfb014" providerId="LiveId" clId="{B443034A-58F9-409F-ADF2-D871375F1DFF}" dt="2024-08-14T11:03:24.399" v="522" actId="26606"/>
          <ac:picMkLst>
            <pc:docMk/>
            <pc:sldMk cId="1919671163" sldId="332"/>
            <ac:picMk id="5" creationId="{67D257FF-AC31-A185-4578-4FD438149463}"/>
          </ac:picMkLst>
        </pc:picChg>
      </pc:sldChg>
      <pc:sldChg chg="addSp modSp new mod setBg">
        <pc:chgData name="Alberto Ruiz" userId="47fa91d207cfb014" providerId="LiveId" clId="{B443034A-58F9-409F-ADF2-D871375F1DFF}" dt="2024-08-14T11:38:07.480" v="771" actId="14100"/>
        <pc:sldMkLst>
          <pc:docMk/>
          <pc:sldMk cId="1040127798" sldId="333"/>
        </pc:sldMkLst>
        <pc:spChg chg="mod">
          <ac:chgData name="Alberto Ruiz" userId="47fa91d207cfb014" providerId="LiveId" clId="{B443034A-58F9-409F-ADF2-D871375F1DFF}" dt="2024-08-14T11:38:04.855" v="770" actId="26606"/>
          <ac:spMkLst>
            <pc:docMk/>
            <pc:sldMk cId="1040127798" sldId="333"/>
            <ac:spMk id="2" creationId="{860CB9D8-269D-721F-8D0A-363707C136FB}"/>
          </ac:spMkLst>
        </pc:spChg>
        <pc:spChg chg="mod">
          <ac:chgData name="Alberto Ruiz" userId="47fa91d207cfb014" providerId="LiveId" clId="{B443034A-58F9-409F-ADF2-D871375F1DFF}" dt="2024-08-14T11:38:07.480" v="771" actId="14100"/>
          <ac:spMkLst>
            <pc:docMk/>
            <pc:sldMk cId="1040127798" sldId="333"/>
            <ac:spMk id="3" creationId="{F1659ED1-C4F8-83E8-D7A4-E6DD5FC4CAB3}"/>
          </ac:spMkLst>
        </pc:spChg>
        <pc:spChg chg="add">
          <ac:chgData name="Alberto Ruiz" userId="47fa91d207cfb014" providerId="LiveId" clId="{B443034A-58F9-409F-ADF2-D871375F1DFF}" dt="2024-08-14T11:38:04.855" v="770" actId="26606"/>
          <ac:spMkLst>
            <pc:docMk/>
            <pc:sldMk cId="1040127798" sldId="333"/>
            <ac:spMk id="9" creationId="{3ECBE1F1-D69B-4AFA-ABD5-8E41720EF6DE}"/>
          </ac:spMkLst>
        </pc:spChg>
        <pc:spChg chg="add">
          <ac:chgData name="Alberto Ruiz" userId="47fa91d207cfb014" providerId="LiveId" clId="{B443034A-58F9-409F-ADF2-D871375F1DFF}" dt="2024-08-14T11:38:04.855" v="770" actId="26606"/>
          <ac:spMkLst>
            <pc:docMk/>
            <pc:sldMk cId="1040127798" sldId="333"/>
            <ac:spMk id="11" creationId="{603A6265-E10C-4B85-9C20-E75FCAF9CC63}"/>
          </ac:spMkLst>
        </pc:spChg>
        <pc:picChg chg="add">
          <ac:chgData name="Alberto Ruiz" userId="47fa91d207cfb014" providerId="LiveId" clId="{B443034A-58F9-409F-ADF2-D871375F1DFF}" dt="2024-08-14T11:38:04.855" v="770" actId="26606"/>
          <ac:picMkLst>
            <pc:docMk/>
            <pc:sldMk cId="1040127798" sldId="333"/>
            <ac:picMk id="5" creationId="{C8699EE5-43C3-D431-CDEE-3C1002017C6A}"/>
          </ac:picMkLst>
        </pc:picChg>
      </pc:sldChg>
      <pc:sldChg chg="addSp modSp new mod setBg">
        <pc:chgData name="Alberto Ruiz" userId="47fa91d207cfb014" providerId="LiveId" clId="{B443034A-58F9-409F-ADF2-D871375F1DFF}" dt="2024-08-14T11:38:18.271" v="773" actId="14100"/>
        <pc:sldMkLst>
          <pc:docMk/>
          <pc:sldMk cId="2579732419" sldId="334"/>
        </pc:sldMkLst>
        <pc:spChg chg="mod">
          <ac:chgData name="Alberto Ruiz" userId="47fa91d207cfb014" providerId="LiveId" clId="{B443034A-58F9-409F-ADF2-D871375F1DFF}" dt="2024-08-14T11:38:15.872" v="772" actId="26606"/>
          <ac:spMkLst>
            <pc:docMk/>
            <pc:sldMk cId="2579732419" sldId="334"/>
            <ac:spMk id="2" creationId="{FA59B718-E544-9B43-9452-42965B20B498}"/>
          </ac:spMkLst>
        </pc:spChg>
        <pc:spChg chg="mod">
          <ac:chgData name="Alberto Ruiz" userId="47fa91d207cfb014" providerId="LiveId" clId="{B443034A-58F9-409F-ADF2-D871375F1DFF}" dt="2024-08-14T11:38:18.271" v="773" actId="14100"/>
          <ac:spMkLst>
            <pc:docMk/>
            <pc:sldMk cId="2579732419" sldId="334"/>
            <ac:spMk id="3" creationId="{DC9FCD48-350E-04EF-3723-526F730117DA}"/>
          </ac:spMkLst>
        </pc:spChg>
        <pc:spChg chg="add">
          <ac:chgData name="Alberto Ruiz" userId="47fa91d207cfb014" providerId="LiveId" clId="{B443034A-58F9-409F-ADF2-D871375F1DFF}" dt="2024-08-14T11:38:15.872" v="772" actId="26606"/>
          <ac:spMkLst>
            <pc:docMk/>
            <pc:sldMk cId="2579732419" sldId="334"/>
            <ac:spMk id="9" creationId="{B65C0385-5E30-4D2E-AF9F-4639659D34E9}"/>
          </ac:spMkLst>
        </pc:spChg>
        <pc:spChg chg="add">
          <ac:chgData name="Alberto Ruiz" userId="47fa91d207cfb014" providerId="LiveId" clId="{B443034A-58F9-409F-ADF2-D871375F1DFF}" dt="2024-08-14T11:38:15.872" v="772" actId="26606"/>
          <ac:spMkLst>
            <pc:docMk/>
            <pc:sldMk cId="2579732419" sldId="334"/>
            <ac:spMk id="11" creationId="{E335820B-3A29-42C5-AA8D-10ECA43CD985}"/>
          </ac:spMkLst>
        </pc:spChg>
        <pc:picChg chg="add">
          <ac:chgData name="Alberto Ruiz" userId="47fa91d207cfb014" providerId="LiveId" clId="{B443034A-58F9-409F-ADF2-D871375F1DFF}" dt="2024-08-14T11:38:15.872" v="772" actId="26606"/>
          <ac:picMkLst>
            <pc:docMk/>
            <pc:sldMk cId="2579732419" sldId="334"/>
            <ac:picMk id="5" creationId="{EF8E86B5-ECC6-83CC-2D7E-7DA7E81A5546}"/>
          </ac:picMkLst>
        </pc:picChg>
      </pc:sldChg>
      <pc:sldChg chg="addSp modSp new mod setBg">
        <pc:chgData name="Alberto Ruiz" userId="47fa91d207cfb014" providerId="LiveId" clId="{B443034A-58F9-409F-ADF2-D871375F1DFF}" dt="2024-08-14T11:38:29.737" v="774" actId="26606"/>
        <pc:sldMkLst>
          <pc:docMk/>
          <pc:sldMk cId="3966857012" sldId="335"/>
        </pc:sldMkLst>
        <pc:spChg chg="mod">
          <ac:chgData name="Alberto Ruiz" userId="47fa91d207cfb014" providerId="LiveId" clId="{B443034A-58F9-409F-ADF2-D871375F1DFF}" dt="2024-08-14T11:38:29.737" v="774" actId="26606"/>
          <ac:spMkLst>
            <pc:docMk/>
            <pc:sldMk cId="3966857012" sldId="335"/>
            <ac:spMk id="2" creationId="{FFC427FC-0373-EF9F-AE44-4126D6370C8F}"/>
          </ac:spMkLst>
        </pc:spChg>
        <pc:spChg chg="mod">
          <ac:chgData name="Alberto Ruiz" userId="47fa91d207cfb014" providerId="LiveId" clId="{B443034A-58F9-409F-ADF2-D871375F1DFF}" dt="2024-08-14T11:38:29.737" v="774" actId="26606"/>
          <ac:spMkLst>
            <pc:docMk/>
            <pc:sldMk cId="3966857012" sldId="335"/>
            <ac:spMk id="3" creationId="{7666CA0A-769C-E204-26CC-A81714B051A2}"/>
          </ac:spMkLst>
        </pc:spChg>
        <pc:spChg chg="add">
          <ac:chgData name="Alberto Ruiz" userId="47fa91d207cfb014" providerId="LiveId" clId="{B443034A-58F9-409F-ADF2-D871375F1DFF}" dt="2024-08-14T11:38:29.737" v="774" actId="26606"/>
          <ac:spMkLst>
            <pc:docMk/>
            <pc:sldMk cId="3966857012" sldId="335"/>
            <ac:spMk id="9" creationId="{B65C0385-5E30-4D2E-AF9F-4639659D34E9}"/>
          </ac:spMkLst>
        </pc:spChg>
        <pc:spChg chg="add">
          <ac:chgData name="Alberto Ruiz" userId="47fa91d207cfb014" providerId="LiveId" clId="{B443034A-58F9-409F-ADF2-D871375F1DFF}" dt="2024-08-14T11:38:29.737" v="774" actId="26606"/>
          <ac:spMkLst>
            <pc:docMk/>
            <pc:sldMk cId="3966857012" sldId="335"/>
            <ac:spMk id="11" creationId="{E335820B-3A29-42C5-AA8D-10ECA43CD985}"/>
          </ac:spMkLst>
        </pc:spChg>
        <pc:picChg chg="add">
          <ac:chgData name="Alberto Ruiz" userId="47fa91d207cfb014" providerId="LiveId" clId="{B443034A-58F9-409F-ADF2-D871375F1DFF}" dt="2024-08-14T11:38:29.737" v="774" actId="26606"/>
          <ac:picMkLst>
            <pc:docMk/>
            <pc:sldMk cId="3966857012" sldId="335"/>
            <ac:picMk id="5" creationId="{DA0F710A-EA3E-D937-3FE5-D56D24E2444E}"/>
          </ac:picMkLst>
        </pc:picChg>
      </pc:sldChg>
      <pc:sldChg chg="addSp modSp new mod setBg">
        <pc:chgData name="Alberto Ruiz" userId="47fa91d207cfb014" providerId="LiveId" clId="{B443034A-58F9-409F-ADF2-D871375F1DFF}" dt="2024-08-14T11:38:34.098" v="775" actId="26606"/>
        <pc:sldMkLst>
          <pc:docMk/>
          <pc:sldMk cId="1140303817" sldId="336"/>
        </pc:sldMkLst>
        <pc:spChg chg="mod">
          <ac:chgData name="Alberto Ruiz" userId="47fa91d207cfb014" providerId="LiveId" clId="{B443034A-58F9-409F-ADF2-D871375F1DFF}" dt="2024-08-14T11:38:34.098" v="775" actId="26606"/>
          <ac:spMkLst>
            <pc:docMk/>
            <pc:sldMk cId="1140303817" sldId="336"/>
            <ac:spMk id="2" creationId="{2F4165E0-DFED-0B46-6C57-3835E2B44AF9}"/>
          </ac:spMkLst>
        </pc:spChg>
        <pc:spChg chg="mod">
          <ac:chgData name="Alberto Ruiz" userId="47fa91d207cfb014" providerId="LiveId" clId="{B443034A-58F9-409F-ADF2-D871375F1DFF}" dt="2024-08-14T11:38:34.098" v="775" actId="26606"/>
          <ac:spMkLst>
            <pc:docMk/>
            <pc:sldMk cId="1140303817" sldId="336"/>
            <ac:spMk id="3" creationId="{7A5BD86F-BA98-0078-2281-763AEEA36181}"/>
          </ac:spMkLst>
        </pc:spChg>
        <pc:spChg chg="add">
          <ac:chgData name="Alberto Ruiz" userId="47fa91d207cfb014" providerId="LiveId" clId="{B443034A-58F9-409F-ADF2-D871375F1DFF}" dt="2024-08-14T11:38:34.098" v="775" actId="26606"/>
          <ac:spMkLst>
            <pc:docMk/>
            <pc:sldMk cId="1140303817" sldId="336"/>
            <ac:spMk id="9" creationId="{B65C0385-5E30-4D2E-AF9F-4639659D34E9}"/>
          </ac:spMkLst>
        </pc:spChg>
        <pc:spChg chg="add">
          <ac:chgData name="Alberto Ruiz" userId="47fa91d207cfb014" providerId="LiveId" clId="{B443034A-58F9-409F-ADF2-D871375F1DFF}" dt="2024-08-14T11:38:34.098" v="775" actId="26606"/>
          <ac:spMkLst>
            <pc:docMk/>
            <pc:sldMk cId="1140303817" sldId="336"/>
            <ac:spMk id="11" creationId="{E335820B-3A29-42C5-AA8D-10ECA43CD985}"/>
          </ac:spMkLst>
        </pc:spChg>
        <pc:picChg chg="add">
          <ac:chgData name="Alberto Ruiz" userId="47fa91d207cfb014" providerId="LiveId" clId="{B443034A-58F9-409F-ADF2-D871375F1DFF}" dt="2024-08-14T11:38:34.098" v="775" actId="26606"/>
          <ac:picMkLst>
            <pc:docMk/>
            <pc:sldMk cId="1140303817" sldId="336"/>
            <ac:picMk id="5" creationId="{71C9FF32-3E6E-1BE5-14E7-3C631495AC16}"/>
          </ac:picMkLst>
        </pc:picChg>
      </pc:sldChg>
      <pc:sldChg chg="addSp modSp new mod setBg">
        <pc:chgData name="Alberto Ruiz" userId="47fa91d207cfb014" providerId="LiveId" clId="{B443034A-58F9-409F-ADF2-D871375F1DFF}" dt="2024-08-14T11:38:41.681" v="776" actId="26606"/>
        <pc:sldMkLst>
          <pc:docMk/>
          <pc:sldMk cId="3002860213" sldId="337"/>
        </pc:sldMkLst>
        <pc:spChg chg="mod">
          <ac:chgData name="Alberto Ruiz" userId="47fa91d207cfb014" providerId="LiveId" clId="{B443034A-58F9-409F-ADF2-D871375F1DFF}" dt="2024-08-14T11:38:41.681" v="776" actId="26606"/>
          <ac:spMkLst>
            <pc:docMk/>
            <pc:sldMk cId="3002860213" sldId="337"/>
            <ac:spMk id="2" creationId="{D8D91D08-5EBC-952B-5A61-08FDA0AB3D5D}"/>
          </ac:spMkLst>
        </pc:spChg>
        <pc:spChg chg="mod">
          <ac:chgData name="Alberto Ruiz" userId="47fa91d207cfb014" providerId="LiveId" clId="{B443034A-58F9-409F-ADF2-D871375F1DFF}" dt="2024-08-14T11:38:41.681" v="776" actId="26606"/>
          <ac:spMkLst>
            <pc:docMk/>
            <pc:sldMk cId="3002860213" sldId="337"/>
            <ac:spMk id="3" creationId="{9B02989F-7964-D690-6A7A-9C0FDF6F657D}"/>
          </ac:spMkLst>
        </pc:spChg>
        <pc:spChg chg="add">
          <ac:chgData name="Alberto Ruiz" userId="47fa91d207cfb014" providerId="LiveId" clId="{B443034A-58F9-409F-ADF2-D871375F1DFF}" dt="2024-08-14T11:38:41.681" v="776" actId="26606"/>
          <ac:spMkLst>
            <pc:docMk/>
            <pc:sldMk cId="3002860213" sldId="337"/>
            <ac:spMk id="9" creationId="{B65C0385-5E30-4D2E-AF9F-4639659D34E9}"/>
          </ac:spMkLst>
        </pc:spChg>
        <pc:spChg chg="add">
          <ac:chgData name="Alberto Ruiz" userId="47fa91d207cfb014" providerId="LiveId" clId="{B443034A-58F9-409F-ADF2-D871375F1DFF}" dt="2024-08-14T11:38:41.681" v="776" actId="26606"/>
          <ac:spMkLst>
            <pc:docMk/>
            <pc:sldMk cId="3002860213" sldId="337"/>
            <ac:spMk id="11" creationId="{E335820B-3A29-42C5-AA8D-10ECA43CD985}"/>
          </ac:spMkLst>
        </pc:spChg>
        <pc:picChg chg="add">
          <ac:chgData name="Alberto Ruiz" userId="47fa91d207cfb014" providerId="LiveId" clId="{B443034A-58F9-409F-ADF2-D871375F1DFF}" dt="2024-08-14T11:38:41.681" v="776" actId="26606"/>
          <ac:picMkLst>
            <pc:docMk/>
            <pc:sldMk cId="3002860213" sldId="337"/>
            <ac:picMk id="5" creationId="{D6FF1A9F-015A-12B3-0AC7-635D966ACDB4}"/>
          </ac:picMkLst>
        </pc:picChg>
      </pc:sldChg>
      <pc:sldChg chg="addSp delSp modSp new mod">
        <pc:chgData name="Alberto Ruiz" userId="47fa91d207cfb014" providerId="LiveId" clId="{B443034A-58F9-409F-ADF2-D871375F1DFF}" dt="2024-08-14T11:02:37.277" v="514" actId="14100"/>
        <pc:sldMkLst>
          <pc:docMk/>
          <pc:sldMk cId="2841125315" sldId="338"/>
        </pc:sldMkLst>
        <pc:spChg chg="mod">
          <ac:chgData name="Alberto Ruiz" userId="47fa91d207cfb014" providerId="LiveId" clId="{B443034A-58F9-409F-ADF2-D871375F1DFF}" dt="2024-08-14T11:02:23.498" v="510"/>
          <ac:spMkLst>
            <pc:docMk/>
            <pc:sldMk cId="2841125315" sldId="338"/>
            <ac:spMk id="2" creationId="{5F410282-E7A7-7C6D-6A66-CC54336284F4}"/>
          </ac:spMkLst>
        </pc:spChg>
        <pc:spChg chg="del">
          <ac:chgData name="Alberto Ruiz" userId="47fa91d207cfb014" providerId="LiveId" clId="{B443034A-58F9-409F-ADF2-D871375F1DFF}" dt="2024-08-14T11:02:31.662" v="511" actId="478"/>
          <ac:spMkLst>
            <pc:docMk/>
            <pc:sldMk cId="2841125315" sldId="338"/>
            <ac:spMk id="3" creationId="{EFC80EE3-7179-9996-D7D6-6B60A51A4AB1}"/>
          </ac:spMkLst>
        </pc:spChg>
        <pc:graphicFrameChg chg="add mod">
          <ac:chgData name="Alberto Ruiz" userId="47fa91d207cfb014" providerId="LiveId" clId="{B443034A-58F9-409F-ADF2-D871375F1DFF}" dt="2024-08-14T11:02:37.277" v="514" actId="14100"/>
          <ac:graphicFrameMkLst>
            <pc:docMk/>
            <pc:sldMk cId="2841125315" sldId="338"/>
            <ac:graphicFrameMk id="4" creationId="{4090DBB6-3975-E149-0B14-6F83A93FA603}"/>
          </ac:graphicFrameMkLst>
        </pc:graphicFrameChg>
      </pc:sldChg>
      <pc:sldChg chg="addSp modSp new mod">
        <pc:chgData name="Alberto Ruiz" userId="47fa91d207cfb014" providerId="LiveId" clId="{B443034A-58F9-409F-ADF2-D871375F1DFF}" dt="2024-08-14T11:03:17.932" v="521"/>
        <pc:sldMkLst>
          <pc:docMk/>
          <pc:sldMk cId="1361059252" sldId="339"/>
        </pc:sldMkLst>
        <pc:spChg chg="mod">
          <ac:chgData name="Alberto Ruiz" userId="47fa91d207cfb014" providerId="LiveId" clId="{B443034A-58F9-409F-ADF2-D871375F1DFF}" dt="2024-08-14T11:03:17.932" v="521"/>
          <ac:spMkLst>
            <pc:docMk/>
            <pc:sldMk cId="1361059252" sldId="339"/>
            <ac:spMk id="2" creationId="{C2980E6D-66BD-A10C-CB6D-B75826857930}"/>
          </ac:spMkLst>
        </pc:spChg>
        <pc:graphicFrameChg chg="add mod">
          <ac:chgData name="Alberto Ruiz" userId="47fa91d207cfb014" providerId="LiveId" clId="{B443034A-58F9-409F-ADF2-D871375F1DFF}" dt="2024-08-14T11:03:13.179" v="520" actId="1076"/>
          <ac:graphicFrameMkLst>
            <pc:docMk/>
            <pc:sldMk cId="1361059252" sldId="339"/>
            <ac:graphicFrameMk id="4" creationId="{8EAFAF3C-11AD-A3F1-678B-9664EAF42493}"/>
          </ac:graphicFrameMkLst>
        </pc:graphicFrameChg>
      </pc:sldChg>
      <pc:sldChg chg="addSp modSp new mod setBg">
        <pc:chgData name="Alberto Ruiz" userId="47fa91d207cfb014" providerId="LiveId" clId="{B443034A-58F9-409F-ADF2-D871375F1DFF}" dt="2024-08-14T11:39:39.687" v="784" actId="27636"/>
        <pc:sldMkLst>
          <pc:docMk/>
          <pc:sldMk cId="3424654683" sldId="340"/>
        </pc:sldMkLst>
        <pc:spChg chg="mod">
          <ac:chgData name="Alberto Ruiz" userId="47fa91d207cfb014" providerId="LiveId" clId="{B443034A-58F9-409F-ADF2-D871375F1DFF}" dt="2024-08-14T11:39:30.610" v="777" actId="26606"/>
          <ac:spMkLst>
            <pc:docMk/>
            <pc:sldMk cId="3424654683" sldId="340"/>
            <ac:spMk id="2" creationId="{4D49AF65-1DE4-B03F-A457-4EFE9804D80B}"/>
          </ac:spMkLst>
        </pc:spChg>
        <pc:spChg chg="mod">
          <ac:chgData name="Alberto Ruiz" userId="47fa91d207cfb014" providerId="LiveId" clId="{B443034A-58F9-409F-ADF2-D871375F1DFF}" dt="2024-08-14T11:39:39.687" v="784" actId="27636"/>
          <ac:spMkLst>
            <pc:docMk/>
            <pc:sldMk cId="3424654683" sldId="340"/>
            <ac:spMk id="3" creationId="{AA3B424D-658E-FAA2-2F36-B814A3D8090C}"/>
          </ac:spMkLst>
        </pc:spChg>
        <pc:spChg chg="add">
          <ac:chgData name="Alberto Ruiz" userId="47fa91d207cfb014" providerId="LiveId" clId="{B443034A-58F9-409F-ADF2-D871375F1DFF}" dt="2024-08-14T11:39:30.610" v="777" actId="26606"/>
          <ac:spMkLst>
            <pc:docMk/>
            <pc:sldMk cId="3424654683" sldId="340"/>
            <ac:spMk id="9" creationId="{B65C0385-5E30-4D2E-AF9F-4639659D34E9}"/>
          </ac:spMkLst>
        </pc:spChg>
        <pc:spChg chg="add">
          <ac:chgData name="Alberto Ruiz" userId="47fa91d207cfb014" providerId="LiveId" clId="{B443034A-58F9-409F-ADF2-D871375F1DFF}" dt="2024-08-14T11:39:30.610" v="777" actId="26606"/>
          <ac:spMkLst>
            <pc:docMk/>
            <pc:sldMk cId="3424654683" sldId="340"/>
            <ac:spMk id="11" creationId="{E335820B-3A29-42C5-AA8D-10ECA43CD985}"/>
          </ac:spMkLst>
        </pc:spChg>
        <pc:picChg chg="add">
          <ac:chgData name="Alberto Ruiz" userId="47fa91d207cfb014" providerId="LiveId" clId="{B443034A-58F9-409F-ADF2-D871375F1DFF}" dt="2024-08-14T11:39:30.610" v="777" actId="26606"/>
          <ac:picMkLst>
            <pc:docMk/>
            <pc:sldMk cId="3424654683" sldId="340"/>
            <ac:picMk id="5" creationId="{033D734E-2582-9A95-893B-99DAA41C8008}"/>
          </ac:picMkLst>
        </pc:picChg>
      </pc:sldChg>
      <pc:sldChg chg="addSp modSp new mod setBg">
        <pc:chgData name="Alberto Ruiz" userId="47fa91d207cfb014" providerId="LiveId" clId="{B443034A-58F9-409F-ADF2-D871375F1DFF}" dt="2024-08-14T11:39:56.073" v="795" actId="12"/>
        <pc:sldMkLst>
          <pc:docMk/>
          <pc:sldMk cId="624523882" sldId="341"/>
        </pc:sldMkLst>
        <pc:spChg chg="mod">
          <ac:chgData name="Alberto Ruiz" userId="47fa91d207cfb014" providerId="LiveId" clId="{B443034A-58F9-409F-ADF2-D871375F1DFF}" dt="2024-08-14T11:39:44.681" v="785" actId="26606"/>
          <ac:spMkLst>
            <pc:docMk/>
            <pc:sldMk cId="624523882" sldId="341"/>
            <ac:spMk id="2" creationId="{B0D275F9-9DEC-D84A-3A94-2C459D303E32}"/>
          </ac:spMkLst>
        </pc:spChg>
        <pc:spChg chg="mod">
          <ac:chgData name="Alberto Ruiz" userId="47fa91d207cfb014" providerId="LiveId" clId="{B443034A-58F9-409F-ADF2-D871375F1DFF}" dt="2024-08-14T11:39:56.073" v="795" actId="12"/>
          <ac:spMkLst>
            <pc:docMk/>
            <pc:sldMk cId="624523882" sldId="341"/>
            <ac:spMk id="3" creationId="{515B8157-8A6F-E281-9E97-54B5BD94F5D6}"/>
          </ac:spMkLst>
        </pc:spChg>
        <pc:spChg chg="add">
          <ac:chgData name="Alberto Ruiz" userId="47fa91d207cfb014" providerId="LiveId" clId="{B443034A-58F9-409F-ADF2-D871375F1DFF}" dt="2024-08-14T11:39:44.681" v="785" actId="26606"/>
          <ac:spMkLst>
            <pc:docMk/>
            <pc:sldMk cId="624523882" sldId="341"/>
            <ac:spMk id="9" creationId="{9F7D5CDA-D291-4307-BF55-1381FED29634}"/>
          </ac:spMkLst>
        </pc:spChg>
        <pc:picChg chg="add">
          <ac:chgData name="Alberto Ruiz" userId="47fa91d207cfb014" providerId="LiveId" clId="{B443034A-58F9-409F-ADF2-D871375F1DFF}" dt="2024-08-14T11:39:44.681" v="785" actId="26606"/>
          <ac:picMkLst>
            <pc:docMk/>
            <pc:sldMk cId="624523882" sldId="341"/>
            <ac:picMk id="5" creationId="{B4F432BA-14CF-4766-4479-59DF77B8177F}"/>
          </ac:picMkLst>
        </pc:picChg>
      </pc:sldChg>
      <pc:sldChg chg="addSp modSp new mod setBg">
        <pc:chgData name="Alberto Ruiz" userId="47fa91d207cfb014" providerId="LiveId" clId="{B443034A-58F9-409F-ADF2-D871375F1DFF}" dt="2024-08-14T11:40:07.834" v="800" actId="12"/>
        <pc:sldMkLst>
          <pc:docMk/>
          <pc:sldMk cId="3039925322" sldId="342"/>
        </pc:sldMkLst>
        <pc:spChg chg="mod">
          <ac:chgData name="Alberto Ruiz" userId="47fa91d207cfb014" providerId="LiveId" clId="{B443034A-58F9-409F-ADF2-D871375F1DFF}" dt="2024-08-14T11:40:00.031" v="796" actId="26606"/>
          <ac:spMkLst>
            <pc:docMk/>
            <pc:sldMk cId="3039925322" sldId="342"/>
            <ac:spMk id="2" creationId="{928E0B9E-E617-2C42-060B-7F22772597D2}"/>
          </ac:spMkLst>
        </pc:spChg>
        <pc:spChg chg="mod">
          <ac:chgData name="Alberto Ruiz" userId="47fa91d207cfb014" providerId="LiveId" clId="{B443034A-58F9-409F-ADF2-D871375F1DFF}" dt="2024-08-14T11:40:07.834" v="800" actId="12"/>
          <ac:spMkLst>
            <pc:docMk/>
            <pc:sldMk cId="3039925322" sldId="342"/>
            <ac:spMk id="3" creationId="{562F2AC9-B8D6-BA0C-CA43-4B2DA148F35F}"/>
          </ac:spMkLst>
        </pc:spChg>
        <pc:spChg chg="add">
          <ac:chgData name="Alberto Ruiz" userId="47fa91d207cfb014" providerId="LiveId" clId="{B443034A-58F9-409F-ADF2-D871375F1DFF}" dt="2024-08-14T11:40:00.031" v="796" actId="26606"/>
          <ac:spMkLst>
            <pc:docMk/>
            <pc:sldMk cId="3039925322" sldId="342"/>
            <ac:spMk id="9" creationId="{9F7D5CDA-D291-4307-BF55-1381FED29634}"/>
          </ac:spMkLst>
        </pc:spChg>
        <pc:picChg chg="add">
          <ac:chgData name="Alberto Ruiz" userId="47fa91d207cfb014" providerId="LiveId" clId="{B443034A-58F9-409F-ADF2-D871375F1DFF}" dt="2024-08-14T11:40:00.031" v="796" actId="26606"/>
          <ac:picMkLst>
            <pc:docMk/>
            <pc:sldMk cId="3039925322" sldId="342"/>
            <ac:picMk id="5" creationId="{5AD22BA4-2CB7-630B-AD65-6EB86E43CCE3}"/>
          </ac:picMkLst>
        </pc:picChg>
      </pc:sldChg>
      <pc:sldChg chg="addSp modSp new mod setBg">
        <pc:chgData name="Alberto Ruiz" userId="47fa91d207cfb014" providerId="LiveId" clId="{B443034A-58F9-409F-ADF2-D871375F1DFF}" dt="2024-08-14T11:40:17.048" v="806" actId="12"/>
        <pc:sldMkLst>
          <pc:docMk/>
          <pc:sldMk cId="2160797960" sldId="343"/>
        </pc:sldMkLst>
        <pc:spChg chg="mod">
          <ac:chgData name="Alberto Ruiz" userId="47fa91d207cfb014" providerId="LiveId" clId="{B443034A-58F9-409F-ADF2-D871375F1DFF}" dt="2024-08-14T11:40:11.142" v="801" actId="26606"/>
          <ac:spMkLst>
            <pc:docMk/>
            <pc:sldMk cId="2160797960" sldId="343"/>
            <ac:spMk id="2" creationId="{282B7E27-E6EE-6309-B54D-E1C874AD035F}"/>
          </ac:spMkLst>
        </pc:spChg>
        <pc:spChg chg="mod">
          <ac:chgData name="Alberto Ruiz" userId="47fa91d207cfb014" providerId="LiveId" clId="{B443034A-58F9-409F-ADF2-D871375F1DFF}" dt="2024-08-14T11:40:17.048" v="806" actId="12"/>
          <ac:spMkLst>
            <pc:docMk/>
            <pc:sldMk cId="2160797960" sldId="343"/>
            <ac:spMk id="3" creationId="{A006BC6E-1F13-9204-7332-1BEA55CDD2E7}"/>
          </ac:spMkLst>
        </pc:spChg>
        <pc:spChg chg="add">
          <ac:chgData name="Alberto Ruiz" userId="47fa91d207cfb014" providerId="LiveId" clId="{B443034A-58F9-409F-ADF2-D871375F1DFF}" dt="2024-08-14T11:40:11.142" v="801" actId="26606"/>
          <ac:spMkLst>
            <pc:docMk/>
            <pc:sldMk cId="2160797960" sldId="343"/>
            <ac:spMk id="9" creationId="{9F7D5CDA-D291-4307-BF55-1381FED29634}"/>
          </ac:spMkLst>
        </pc:spChg>
        <pc:picChg chg="add">
          <ac:chgData name="Alberto Ruiz" userId="47fa91d207cfb014" providerId="LiveId" clId="{B443034A-58F9-409F-ADF2-D871375F1DFF}" dt="2024-08-14T11:40:11.142" v="801" actId="26606"/>
          <ac:picMkLst>
            <pc:docMk/>
            <pc:sldMk cId="2160797960" sldId="343"/>
            <ac:picMk id="5" creationId="{384801D6-3E5E-6550-0DAC-6C40874A2A26}"/>
          </ac:picMkLst>
        </pc:picChg>
      </pc:sldChg>
      <pc:sldChg chg="addSp modSp new mod setBg">
        <pc:chgData name="Alberto Ruiz" userId="47fa91d207cfb014" providerId="LiveId" clId="{B443034A-58F9-409F-ADF2-D871375F1DFF}" dt="2024-08-14T11:40:27.358" v="812" actId="14100"/>
        <pc:sldMkLst>
          <pc:docMk/>
          <pc:sldMk cId="4138275210" sldId="344"/>
        </pc:sldMkLst>
        <pc:spChg chg="mod">
          <ac:chgData name="Alberto Ruiz" userId="47fa91d207cfb014" providerId="LiveId" clId="{B443034A-58F9-409F-ADF2-D871375F1DFF}" dt="2024-08-14T11:40:19.911" v="807" actId="26606"/>
          <ac:spMkLst>
            <pc:docMk/>
            <pc:sldMk cId="4138275210" sldId="344"/>
            <ac:spMk id="2" creationId="{6C24591A-A0ED-F974-C94F-F36C9042BEC5}"/>
          </ac:spMkLst>
        </pc:spChg>
        <pc:spChg chg="mod">
          <ac:chgData name="Alberto Ruiz" userId="47fa91d207cfb014" providerId="LiveId" clId="{B443034A-58F9-409F-ADF2-D871375F1DFF}" dt="2024-08-14T11:40:27.358" v="812" actId="14100"/>
          <ac:spMkLst>
            <pc:docMk/>
            <pc:sldMk cId="4138275210" sldId="344"/>
            <ac:spMk id="3" creationId="{717BB176-A425-6648-2D0C-1770F095B30C}"/>
          </ac:spMkLst>
        </pc:spChg>
        <pc:spChg chg="add">
          <ac:chgData name="Alberto Ruiz" userId="47fa91d207cfb014" providerId="LiveId" clId="{B443034A-58F9-409F-ADF2-D871375F1DFF}" dt="2024-08-14T11:40:19.911" v="807" actId="26606"/>
          <ac:spMkLst>
            <pc:docMk/>
            <pc:sldMk cId="4138275210" sldId="344"/>
            <ac:spMk id="9" creationId="{9F7D5CDA-D291-4307-BF55-1381FED29634}"/>
          </ac:spMkLst>
        </pc:spChg>
        <pc:picChg chg="add">
          <ac:chgData name="Alberto Ruiz" userId="47fa91d207cfb014" providerId="LiveId" clId="{B443034A-58F9-409F-ADF2-D871375F1DFF}" dt="2024-08-14T11:40:19.911" v="807" actId="26606"/>
          <ac:picMkLst>
            <pc:docMk/>
            <pc:sldMk cId="4138275210" sldId="344"/>
            <ac:picMk id="5" creationId="{41A2CE60-D17D-1C75-43D7-CD3B0F08EC12}"/>
          </ac:picMkLst>
        </pc:picChg>
      </pc:sldChg>
      <pc:sldChg chg="addSp modSp new mod setBg">
        <pc:chgData name="Alberto Ruiz" userId="47fa91d207cfb014" providerId="LiveId" clId="{B443034A-58F9-409F-ADF2-D871375F1DFF}" dt="2024-08-14T11:40:38.469" v="820" actId="403"/>
        <pc:sldMkLst>
          <pc:docMk/>
          <pc:sldMk cId="925841331" sldId="345"/>
        </pc:sldMkLst>
        <pc:spChg chg="mod">
          <ac:chgData name="Alberto Ruiz" userId="47fa91d207cfb014" providerId="LiveId" clId="{B443034A-58F9-409F-ADF2-D871375F1DFF}" dt="2024-08-14T11:40:32.497" v="813" actId="26606"/>
          <ac:spMkLst>
            <pc:docMk/>
            <pc:sldMk cId="925841331" sldId="345"/>
            <ac:spMk id="2" creationId="{21BDE948-D74C-FAE6-0FE4-B9CF463187D0}"/>
          </ac:spMkLst>
        </pc:spChg>
        <pc:spChg chg="mod">
          <ac:chgData name="Alberto Ruiz" userId="47fa91d207cfb014" providerId="LiveId" clId="{B443034A-58F9-409F-ADF2-D871375F1DFF}" dt="2024-08-14T11:40:38.469" v="820" actId="403"/>
          <ac:spMkLst>
            <pc:docMk/>
            <pc:sldMk cId="925841331" sldId="345"/>
            <ac:spMk id="3" creationId="{DD787F28-27B1-93D6-4A88-5C1E3F9E4361}"/>
          </ac:spMkLst>
        </pc:spChg>
        <pc:spChg chg="add">
          <ac:chgData name="Alberto Ruiz" userId="47fa91d207cfb014" providerId="LiveId" clId="{B443034A-58F9-409F-ADF2-D871375F1DFF}" dt="2024-08-14T11:40:32.497" v="813" actId="26606"/>
          <ac:spMkLst>
            <pc:docMk/>
            <pc:sldMk cId="925841331" sldId="345"/>
            <ac:spMk id="9" creationId="{3ECBE1F1-D69B-4AFA-ABD5-8E41720EF6DE}"/>
          </ac:spMkLst>
        </pc:spChg>
        <pc:spChg chg="add">
          <ac:chgData name="Alberto Ruiz" userId="47fa91d207cfb014" providerId="LiveId" clId="{B443034A-58F9-409F-ADF2-D871375F1DFF}" dt="2024-08-14T11:40:32.497" v="813" actId="26606"/>
          <ac:spMkLst>
            <pc:docMk/>
            <pc:sldMk cId="925841331" sldId="345"/>
            <ac:spMk id="11" creationId="{603A6265-E10C-4B85-9C20-E75FCAF9CC63}"/>
          </ac:spMkLst>
        </pc:spChg>
        <pc:picChg chg="add">
          <ac:chgData name="Alberto Ruiz" userId="47fa91d207cfb014" providerId="LiveId" clId="{B443034A-58F9-409F-ADF2-D871375F1DFF}" dt="2024-08-14T11:40:32.497" v="813" actId="26606"/>
          <ac:picMkLst>
            <pc:docMk/>
            <pc:sldMk cId="925841331" sldId="345"/>
            <ac:picMk id="5" creationId="{C31D4FA0-C4A9-6943-D1CD-0BADD51595CA}"/>
          </ac:picMkLst>
        </pc:picChg>
      </pc:sldChg>
      <pc:sldChg chg="addSp modSp new mod setBg">
        <pc:chgData name="Alberto Ruiz" userId="47fa91d207cfb014" providerId="LiveId" clId="{B443034A-58F9-409F-ADF2-D871375F1DFF}" dt="2024-08-14T11:40:42.264" v="821" actId="26606"/>
        <pc:sldMkLst>
          <pc:docMk/>
          <pc:sldMk cId="614905793" sldId="346"/>
        </pc:sldMkLst>
        <pc:spChg chg="mod">
          <ac:chgData name="Alberto Ruiz" userId="47fa91d207cfb014" providerId="LiveId" clId="{B443034A-58F9-409F-ADF2-D871375F1DFF}" dt="2024-08-14T11:40:42.264" v="821" actId="26606"/>
          <ac:spMkLst>
            <pc:docMk/>
            <pc:sldMk cId="614905793" sldId="346"/>
            <ac:spMk id="2" creationId="{836C67D4-529A-8A82-866C-8CA41DFCE494}"/>
          </ac:spMkLst>
        </pc:spChg>
        <pc:spChg chg="mod">
          <ac:chgData name="Alberto Ruiz" userId="47fa91d207cfb014" providerId="LiveId" clId="{B443034A-58F9-409F-ADF2-D871375F1DFF}" dt="2024-08-14T11:40:42.264" v="821" actId="26606"/>
          <ac:spMkLst>
            <pc:docMk/>
            <pc:sldMk cId="614905793" sldId="346"/>
            <ac:spMk id="3" creationId="{D51CB069-1E1D-6828-4026-BCA23EA8EEF9}"/>
          </ac:spMkLst>
        </pc:spChg>
        <pc:spChg chg="add">
          <ac:chgData name="Alberto Ruiz" userId="47fa91d207cfb014" providerId="LiveId" clId="{B443034A-58F9-409F-ADF2-D871375F1DFF}" dt="2024-08-14T11:40:42.264" v="821" actId="26606"/>
          <ac:spMkLst>
            <pc:docMk/>
            <pc:sldMk cId="614905793" sldId="346"/>
            <ac:spMk id="9" creationId="{3ECBE1F1-D69B-4AFA-ABD5-8E41720EF6DE}"/>
          </ac:spMkLst>
        </pc:spChg>
        <pc:spChg chg="add">
          <ac:chgData name="Alberto Ruiz" userId="47fa91d207cfb014" providerId="LiveId" clId="{B443034A-58F9-409F-ADF2-D871375F1DFF}" dt="2024-08-14T11:40:42.264" v="821" actId="26606"/>
          <ac:spMkLst>
            <pc:docMk/>
            <pc:sldMk cId="614905793" sldId="346"/>
            <ac:spMk id="11" creationId="{603A6265-E10C-4B85-9C20-E75FCAF9CC63}"/>
          </ac:spMkLst>
        </pc:spChg>
        <pc:picChg chg="add">
          <ac:chgData name="Alberto Ruiz" userId="47fa91d207cfb014" providerId="LiveId" clId="{B443034A-58F9-409F-ADF2-D871375F1DFF}" dt="2024-08-14T11:40:42.264" v="821" actId="26606"/>
          <ac:picMkLst>
            <pc:docMk/>
            <pc:sldMk cId="614905793" sldId="346"/>
            <ac:picMk id="5" creationId="{BCFBA6F8-CF5F-5D86-339C-70B0D4D3FFEE}"/>
          </ac:picMkLst>
        </pc:picChg>
      </pc:sldChg>
      <pc:sldChg chg="addSp delSp modSp new mod setBg">
        <pc:chgData name="Alberto Ruiz" userId="47fa91d207cfb014" providerId="LiveId" clId="{B443034A-58F9-409F-ADF2-D871375F1DFF}" dt="2024-08-14T11:41:09.734" v="840" actId="403"/>
        <pc:sldMkLst>
          <pc:docMk/>
          <pc:sldMk cId="2732441571" sldId="347"/>
        </pc:sldMkLst>
        <pc:spChg chg="mod">
          <ac:chgData name="Alberto Ruiz" userId="47fa91d207cfb014" providerId="LiveId" clId="{B443034A-58F9-409F-ADF2-D871375F1DFF}" dt="2024-08-14T11:40:52.087" v="827" actId="1076"/>
          <ac:spMkLst>
            <pc:docMk/>
            <pc:sldMk cId="2732441571" sldId="347"/>
            <ac:spMk id="2" creationId="{42F6A85B-1323-411E-949C-3D74FD602FF3}"/>
          </ac:spMkLst>
        </pc:spChg>
        <pc:spChg chg="mod">
          <ac:chgData name="Alberto Ruiz" userId="47fa91d207cfb014" providerId="LiveId" clId="{B443034A-58F9-409F-ADF2-D871375F1DFF}" dt="2024-08-14T11:41:09.734" v="840" actId="403"/>
          <ac:spMkLst>
            <pc:docMk/>
            <pc:sldMk cId="2732441571" sldId="347"/>
            <ac:spMk id="3" creationId="{E2E8EB1A-E5BB-83F1-7E1F-94E9339B1D8D}"/>
          </ac:spMkLst>
        </pc:spChg>
        <pc:spChg chg="add del">
          <ac:chgData name="Alberto Ruiz" userId="47fa91d207cfb014" providerId="LiveId" clId="{B443034A-58F9-409F-ADF2-D871375F1DFF}" dt="2024-08-14T11:40:49.112" v="824" actId="26606"/>
          <ac:spMkLst>
            <pc:docMk/>
            <pc:sldMk cId="2732441571" sldId="347"/>
            <ac:spMk id="9" creationId="{3ECBE1F1-D69B-4AFA-ABD5-8E41720EF6DE}"/>
          </ac:spMkLst>
        </pc:spChg>
        <pc:spChg chg="add del">
          <ac:chgData name="Alberto Ruiz" userId="47fa91d207cfb014" providerId="LiveId" clId="{B443034A-58F9-409F-ADF2-D871375F1DFF}" dt="2024-08-14T11:40:49.112" v="824" actId="26606"/>
          <ac:spMkLst>
            <pc:docMk/>
            <pc:sldMk cId="2732441571" sldId="347"/>
            <ac:spMk id="11" creationId="{603A6265-E10C-4B85-9C20-E75FCAF9CC63}"/>
          </ac:spMkLst>
        </pc:spChg>
        <pc:spChg chg="add">
          <ac:chgData name="Alberto Ruiz" userId="47fa91d207cfb014" providerId="LiveId" clId="{B443034A-58F9-409F-ADF2-D871375F1DFF}" dt="2024-08-14T11:40:49.129" v="825" actId="26606"/>
          <ac:spMkLst>
            <pc:docMk/>
            <pc:sldMk cId="2732441571" sldId="347"/>
            <ac:spMk id="13" creationId="{B210AC1D-4063-4C6E-9528-FA9C4C0C18E6}"/>
          </ac:spMkLst>
        </pc:spChg>
        <pc:spChg chg="add">
          <ac:chgData name="Alberto Ruiz" userId="47fa91d207cfb014" providerId="LiveId" clId="{B443034A-58F9-409F-ADF2-D871375F1DFF}" dt="2024-08-14T11:40:49.129" v="825" actId="26606"/>
          <ac:spMkLst>
            <pc:docMk/>
            <pc:sldMk cId="2732441571" sldId="347"/>
            <ac:spMk id="14" creationId="{02F8C595-E68C-4306-AED8-DC7826A0A506}"/>
          </ac:spMkLst>
        </pc:spChg>
        <pc:picChg chg="add del">
          <ac:chgData name="Alberto Ruiz" userId="47fa91d207cfb014" providerId="LiveId" clId="{B443034A-58F9-409F-ADF2-D871375F1DFF}" dt="2024-08-14T11:40:49.112" v="824" actId="26606"/>
          <ac:picMkLst>
            <pc:docMk/>
            <pc:sldMk cId="2732441571" sldId="347"/>
            <ac:picMk id="5" creationId="{EEA3F375-DDE8-A7E6-8F77-FAC47DCEC34A}"/>
          </ac:picMkLst>
        </pc:picChg>
        <pc:picChg chg="add">
          <ac:chgData name="Alberto Ruiz" userId="47fa91d207cfb014" providerId="LiveId" clId="{B443034A-58F9-409F-ADF2-D871375F1DFF}" dt="2024-08-14T11:40:49.129" v="825" actId="26606"/>
          <ac:picMkLst>
            <pc:docMk/>
            <pc:sldMk cId="2732441571" sldId="347"/>
            <ac:picMk id="15" creationId="{B413D4EA-BD6E-8573-4DFA-ED8DCE589BC6}"/>
          </ac:picMkLst>
        </pc:picChg>
      </pc:sldChg>
      <pc:sldChg chg="new del">
        <pc:chgData name="Alberto Ruiz" userId="47fa91d207cfb014" providerId="LiveId" clId="{B443034A-58F9-409F-ADF2-D871375F1DFF}" dt="2024-08-14T11:10:02.477" v="626" actId="47"/>
        <pc:sldMkLst>
          <pc:docMk/>
          <pc:sldMk cId="2635479532" sldId="348"/>
        </pc:sldMkLst>
      </pc:sldChg>
      <pc:sldChg chg="addSp delSp modSp new mod setBg">
        <pc:chgData name="Alberto Ruiz" userId="47fa91d207cfb014" providerId="LiveId" clId="{B443034A-58F9-409F-ADF2-D871375F1DFF}" dt="2024-08-14T11:41:48.134" v="846" actId="26606"/>
        <pc:sldMkLst>
          <pc:docMk/>
          <pc:sldMk cId="2805878655" sldId="348"/>
        </pc:sldMkLst>
        <pc:spChg chg="del">
          <ac:chgData name="Alberto Ruiz" userId="47fa91d207cfb014" providerId="LiveId" clId="{B443034A-58F9-409F-ADF2-D871375F1DFF}" dt="2024-08-14T11:10:46.511" v="629" actId="478"/>
          <ac:spMkLst>
            <pc:docMk/>
            <pc:sldMk cId="2805878655" sldId="348"/>
            <ac:spMk id="2" creationId="{3E05B815-B76B-0E6A-56DB-A0FAE9C61F2F}"/>
          </ac:spMkLst>
        </pc:spChg>
        <pc:spChg chg="mod">
          <ac:chgData name="Alberto Ruiz" userId="47fa91d207cfb014" providerId="LiveId" clId="{B443034A-58F9-409F-ADF2-D871375F1DFF}" dt="2024-08-14T11:41:48.134" v="846" actId="26606"/>
          <ac:spMkLst>
            <pc:docMk/>
            <pc:sldMk cId="2805878655" sldId="348"/>
            <ac:spMk id="3" creationId="{D929E068-CFD7-226D-134A-6397A0534335}"/>
          </ac:spMkLst>
        </pc:spChg>
        <pc:spChg chg="add">
          <ac:chgData name="Alberto Ruiz" userId="47fa91d207cfb014" providerId="LiveId" clId="{B443034A-58F9-409F-ADF2-D871375F1DFF}" dt="2024-08-14T11:41:48.134" v="846" actId="26606"/>
          <ac:spMkLst>
            <pc:docMk/>
            <pc:sldMk cId="2805878655" sldId="348"/>
            <ac:spMk id="8" creationId="{907EF6B7-1338-4443-8C46-6A318D952DFD}"/>
          </ac:spMkLst>
        </pc:spChg>
        <pc:spChg chg="add">
          <ac:chgData name="Alberto Ruiz" userId="47fa91d207cfb014" providerId="LiveId" clId="{B443034A-58F9-409F-ADF2-D871375F1DFF}" dt="2024-08-14T11:41:48.134" v="846" actId="26606"/>
          <ac:spMkLst>
            <pc:docMk/>
            <pc:sldMk cId="2805878655" sldId="348"/>
            <ac:spMk id="10" creationId="{DAAE4CDD-124C-4DCF-9584-B6033B545DD5}"/>
          </ac:spMkLst>
        </pc:spChg>
        <pc:spChg chg="add">
          <ac:chgData name="Alberto Ruiz" userId="47fa91d207cfb014" providerId="LiveId" clId="{B443034A-58F9-409F-ADF2-D871375F1DFF}" dt="2024-08-14T11:41:48.134" v="846" actId="26606"/>
          <ac:spMkLst>
            <pc:docMk/>
            <pc:sldMk cId="2805878655" sldId="348"/>
            <ac:spMk id="12" creationId="{081E4A58-353D-44AE-B2FC-2A74E2E400F7}"/>
          </ac:spMkLst>
        </pc:spChg>
      </pc:sldChg>
      <pc:sldChg chg="addSp delSp modSp new mod setBg">
        <pc:chgData name="Alberto Ruiz" userId="47fa91d207cfb014" providerId="LiveId" clId="{B443034A-58F9-409F-ADF2-D871375F1DFF}" dt="2024-08-14T11:41:52.517" v="847" actId="26606"/>
        <pc:sldMkLst>
          <pc:docMk/>
          <pc:sldMk cId="4259440812" sldId="349"/>
        </pc:sldMkLst>
        <pc:spChg chg="del">
          <ac:chgData name="Alberto Ruiz" userId="47fa91d207cfb014" providerId="LiveId" clId="{B443034A-58F9-409F-ADF2-D871375F1DFF}" dt="2024-08-14T11:11:16.182" v="637" actId="478"/>
          <ac:spMkLst>
            <pc:docMk/>
            <pc:sldMk cId="4259440812" sldId="349"/>
            <ac:spMk id="2" creationId="{BFBD3D7F-531B-351D-13AD-374C4CA90C8B}"/>
          </ac:spMkLst>
        </pc:spChg>
        <pc:spChg chg="mod">
          <ac:chgData name="Alberto Ruiz" userId="47fa91d207cfb014" providerId="LiveId" clId="{B443034A-58F9-409F-ADF2-D871375F1DFF}" dt="2024-08-14T11:41:52.517" v="847" actId="26606"/>
          <ac:spMkLst>
            <pc:docMk/>
            <pc:sldMk cId="4259440812" sldId="349"/>
            <ac:spMk id="3" creationId="{1370E14E-818B-8535-58EA-610B5A546723}"/>
          </ac:spMkLst>
        </pc:spChg>
        <pc:spChg chg="add mod">
          <ac:chgData name="Alberto Ruiz" userId="47fa91d207cfb014" providerId="LiveId" clId="{B443034A-58F9-409F-ADF2-D871375F1DFF}" dt="2024-08-14T11:12:10.100" v="643"/>
          <ac:spMkLst>
            <pc:docMk/>
            <pc:sldMk cId="4259440812" sldId="349"/>
            <ac:spMk id="5" creationId="{D4ADE8EA-0818-8549-E74F-E4D6F17B5FAA}"/>
          </ac:spMkLst>
        </pc:spChg>
        <pc:spChg chg="add">
          <ac:chgData name="Alberto Ruiz" userId="47fa91d207cfb014" providerId="LiveId" clId="{B443034A-58F9-409F-ADF2-D871375F1DFF}" dt="2024-08-14T11:41:52.517" v="847" actId="26606"/>
          <ac:spMkLst>
            <pc:docMk/>
            <pc:sldMk cId="4259440812" sldId="349"/>
            <ac:spMk id="8" creationId="{907EF6B7-1338-4443-8C46-6A318D952DFD}"/>
          </ac:spMkLst>
        </pc:spChg>
        <pc:spChg chg="add">
          <ac:chgData name="Alberto Ruiz" userId="47fa91d207cfb014" providerId="LiveId" clId="{B443034A-58F9-409F-ADF2-D871375F1DFF}" dt="2024-08-14T11:41:52.517" v="847" actId="26606"/>
          <ac:spMkLst>
            <pc:docMk/>
            <pc:sldMk cId="4259440812" sldId="349"/>
            <ac:spMk id="10" creationId="{DAAE4CDD-124C-4DCF-9584-B6033B545DD5}"/>
          </ac:spMkLst>
        </pc:spChg>
        <pc:spChg chg="add">
          <ac:chgData name="Alberto Ruiz" userId="47fa91d207cfb014" providerId="LiveId" clId="{B443034A-58F9-409F-ADF2-D871375F1DFF}" dt="2024-08-14T11:41:52.517" v="847" actId="26606"/>
          <ac:spMkLst>
            <pc:docMk/>
            <pc:sldMk cId="4259440812" sldId="349"/>
            <ac:spMk id="12" creationId="{081E4A58-353D-44AE-B2FC-2A74E2E400F7}"/>
          </ac:spMkLst>
        </pc:spChg>
        <pc:graphicFrameChg chg="add mod">
          <ac:chgData name="Alberto Ruiz" userId="47fa91d207cfb014" providerId="LiveId" clId="{B443034A-58F9-409F-ADF2-D871375F1DFF}" dt="2024-08-14T11:12:08.242" v="642"/>
          <ac:graphicFrameMkLst>
            <pc:docMk/>
            <pc:sldMk cId="4259440812" sldId="349"/>
            <ac:graphicFrameMk id="4" creationId="{AA5395B2-BF00-E06D-F3DB-CB58FCA4DA9E}"/>
          </ac:graphicFrameMkLst>
        </pc:graphicFrameChg>
      </pc:sldChg>
      <pc:sldChg chg="addSp delSp modSp new mod setBg">
        <pc:chgData name="Alberto Ruiz" userId="47fa91d207cfb014" providerId="LiveId" clId="{B443034A-58F9-409F-ADF2-D871375F1DFF}" dt="2024-08-14T11:42:48.107" v="858" actId="26606"/>
        <pc:sldMkLst>
          <pc:docMk/>
          <pc:sldMk cId="2790369621" sldId="350"/>
        </pc:sldMkLst>
        <pc:spChg chg="mod">
          <ac:chgData name="Alberto Ruiz" userId="47fa91d207cfb014" providerId="LiveId" clId="{B443034A-58F9-409F-ADF2-D871375F1DFF}" dt="2024-08-14T11:42:48.107" v="858" actId="26606"/>
          <ac:spMkLst>
            <pc:docMk/>
            <pc:sldMk cId="2790369621" sldId="350"/>
            <ac:spMk id="2" creationId="{41AED997-8734-A5AC-0866-F6CD3EAE189A}"/>
          </ac:spMkLst>
        </pc:spChg>
        <pc:spChg chg="mod">
          <ac:chgData name="Alberto Ruiz" userId="47fa91d207cfb014" providerId="LiveId" clId="{B443034A-58F9-409F-ADF2-D871375F1DFF}" dt="2024-08-14T11:42:48.107" v="858" actId="26606"/>
          <ac:spMkLst>
            <pc:docMk/>
            <pc:sldMk cId="2790369621" sldId="350"/>
            <ac:spMk id="3" creationId="{3B370B7C-7B1D-2C7B-EDA8-36FB699D6727}"/>
          </ac:spMkLst>
        </pc:spChg>
        <pc:spChg chg="add">
          <ac:chgData name="Alberto Ruiz" userId="47fa91d207cfb014" providerId="LiveId" clId="{B443034A-58F9-409F-ADF2-D871375F1DFF}" dt="2024-08-14T11:42:48.107" v="858" actId="26606"/>
          <ac:spMkLst>
            <pc:docMk/>
            <pc:sldMk cId="2790369621" sldId="350"/>
            <ac:spMk id="9" creationId="{F944E337-3E5D-4A1F-A5A1-2057F25B8A7B}"/>
          </ac:spMkLst>
        </pc:spChg>
        <pc:spChg chg="add">
          <ac:chgData name="Alberto Ruiz" userId="47fa91d207cfb014" providerId="LiveId" clId="{B443034A-58F9-409F-ADF2-D871375F1DFF}" dt="2024-08-14T11:42:48.107" v="858" actId="26606"/>
          <ac:spMkLst>
            <pc:docMk/>
            <pc:sldMk cId="2790369621" sldId="350"/>
            <ac:spMk id="11" creationId="{4DA50D69-7CF7-4844-B844-A2B821C77F24}"/>
          </ac:spMkLst>
        </pc:spChg>
        <pc:graphicFrameChg chg="add del mod modGraphic">
          <ac:chgData name="Alberto Ruiz" userId="47fa91d207cfb014" providerId="LiveId" clId="{B443034A-58F9-409F-ADF2-D871375F1DFF}" dt="2024-08-14T11:42:39.547" v="856" actId="478"/>
          <ac:graphicFrameMkLst>
            <pc:docMk/>
            <pc:sldMk cId="2790369621" sldId="350"/>
            <ac:graphicFrameMk id="4" creationId="{809C991C-8E0D-DD1D-E75F-A70B19E3EDE8}"/>
          </ac:graphicFrameMkLst>
        </pc:graphicFrameChg>
        <pc:picChg chg="add">
          <ac:chgData name="Alberto Ruiz" userId="47fa91d207cfb014" providerId="LiveId" clId="{B443034A-58F9-409F-ADF2-D871375F1DFF}" dt="2024-08-14T11:42:48.107" v="858" actId="26606"/>
          <ac:picMkLst>
            <pc:docMk/>
            <pc:sldMk cId="2790369621" sldId="350"/>
            <ac:picMk id="5" creationId="{B515F20B-45F6-2BF1-8F76-C48D025BE108}"/>
          </ac:picMkLst>
        </pc:picChg>
      </pc:sldChg>
      <pc:sldChg chg="modSp new mod">
        <pc:chgData name="Alberto Ruiz" userId="47fa91d207cfb014" providerId="LiveId" clId="{B443034A-58F9-409F-ADF2-D871375F1DFF}" dt="2024-08-14T11:14:56.756" v="686" actId="27636"/>
        <pc:sldMkLst>
          <pc:docMk/>
          <pc:sldMk cId="3749855601" sldId="351"/>
        </pc:sldMkLst>
        <pc:spChg chg="mod">
          <ac:chgData name="Alberto Ruiz" userId="47fa91d207cfb014" providerId="LiveId" clId="{B443034A-58F9-409F-ADF2-D871375F1DFF}" dt="2024-08-14T11:14:25.204" v="675" actId="14100"/>
          <ac:spMkLst>
            <pc:docMk/>
            <pc:sldMk cId="3749855601" sldId="351"/>
            <ac:spMk id="2" creationId="{CC1A064A-D192-5E09-98DE-36E287FFD7CA}"/>
          </ac:spMkLst>
        </pc:spChg>
        <pc:spChg chg="mod">
          <ac:chgData name="Alberto Ruiz" userId="47fa91d207cfb014" providerId="LiveId" clId="{B443034A-58F9-409F-ADF2-D871375F1DFF}" dt="2024-08-14T11:14:56.756" v="686" actId="27636"/>
          <ac:spMkLst>
            <pc:docMk/>
            <pc:sldMk cId="3749855601" sldId="351"/>
            <ac:spMk id="3" creationId="{D5D79FA2-B459-EEA2-793F-9CA1F44D1C06}"/>
          </ac:spMkLst>
        </pc:spChg>
      </pc:sldChg>
      <pc:sldChg chg="modSp new mod">
        <pc:chgData name="Alberto Ruiz" userId="47fa91d207cfb014" providerId="LiveId" clId="{B443034A-58F9-409F-ADF2-D871375F1DFF}" dt="2024-08-14T11:15:52.435" v="706" actId="403"/>
        <pc:sldMkLst>
          <pc:docMk/>
          <pc:sldMk cId="3399688085" sldId="352"/>
        </pc:sldMkLst>
        <pc:spChg chg="mod">
          <ac:chgData name="Alberto Ruiz" userId="47fa91d207cfb014" providerId="LiveId" clId="{B443034A-58F9-409F-ADF2-D871375F1DFF}" dt="2024-08-14T11:15:11.668" v="689" actId="14100"/>
          <ac:spMkLst>
            <pc:docMk/>
            <pc:sldMk cId="3399688085" sldId="352"/>
            <ac:spMk id="2" creationId="{467B735F-A7D8-2869-06AB-AF6799BDD112}"/>
          </ac:spMkLst>
        </pc:spChg>
        <pc:spChg chg="mod">
          <ac:chgData name="Alberto Ruiz" userId="47fa91d207cfb014" providerId="LiveId" clId="{B443034A-58F9-409F-ADF2-D871375F1DFF}" dt="2024-08-14T11:15:52.435" v="706" actId="403"/>
          <ac:spMkLst>
            <pc:docMk/>
            <pc:sldMk cId="3399688085" sldId="352"/>
            <ac:spMk id="3" creationId="{0D692E8D-572C-D9AF-F946-205B2DA3C6C5}"/>
          </ac:spMkLst>
        </pc:spChg>
      </pc:sldChg>
      <pc:sldChg chg="modSp new mod">
        <pc:chgData name="Alberto Ruiz" userId="47fa91d207cfb014" providerId="LiveId" clId="{B443034A-58F9-409F-ADF2-D871375F1DFF}" dt="2024-08-14T11:16:46.922" v="732" actId="27636"/>
        <pc:sldMkLst>
          <pc:docMk/>
          <pc:sldMk cId="2975828220" sldId="353"/>
        </pc:sldMkLst>
        <pc:spChg chg="mod">
          <ac:chgData name="Alberto Ruiz" userId="47fa91d207cfb014" providerId="LiveId" clId="{B443034A-58F9-409F-ADF2-D871375F1DFF}" dt="2024-08-14T11:16:24.918" v="722" actId="404"/>
          <ac:spMkLst>
            <pc:docMk/>
            <pc:sldMk cId="2975828220" sldId="353"/>
            <ac:spMk id="2" creationId="{E2A96F1C-A064-9049-D722-92A641CBD11E}"/>
          </ac:spMkLst>
        </pc:spChg>
        <pc:spChg chg="mod">
          <ac:chgData name="Alberto Ruiz" userId="47fa91d207cfb014" providerId="LiveId" clId="{B443034A-58F9-409F-ADF2-D871375F1DFF}" dt="2024-08-14T11:16:46.922" v="732" actId="27636"/>
          <ac:spMkLst>
            <pc:docMk/>
            <pc:sldMk cId="2975828220" sldId="353"/>
            <ac:spMk id="3" creationId="{81C69264-13D4-D8B0-DC6E-73A4E954A034}"/>
          </ac:spMkLst>
        </pc:spChg>
      </pc:sldChg>
      <pc:sldChg chg="modSp new mod">
        <pc:chgData name="Alberto Ruiz" userId="47fa91d207cfb014" providerId="LiveId" clId="{B443034A-58F9-409F-ADF2-D871375F1DFF}" dt="2024-08-14T11:17:26.300" v="747" actId="27636"/>
        <pc:sldMkLst>
          <pc:docMk/>
          <pc:sldMk cId="1667623272" sldId="354"/>
        </pc:sldMkLst>
        <pc:spChg chg="mod">
          <ac:chgData name="Alberto Ruiz" userId="47fa91d207cfb014" providerId="LiveId" clId="{B443034A-58F9-409F-ADF2-D871375F1DFF}" dt="2024-08-14T11:17:04.060" v="737" actId="1076"/>
          <ac:spMkLst>
            <pc:docMk/>
            <pc:sldMk cId="1667623272" sldId="354"/>
            <ac:spMk id="2" creationId="{CE57809F-D382-2497-4620-2F3D619CAFD1}"/>
          </ac:spMkLst>
        </pc:spChg>
        <pc:spChg chg="mod">
          <ac:chgData name="Alberto Ruiz" userId="47fa91d207cfb014" providerId="LiveId" clId="{B443034A-58F9-409F-ADF2-D871375F1DFF}" dt="2024-08-14T11:17:26.300" v="747" actId="27636"/>
          <ac:spMkLst>
            <pc:docMk/>
            <pc:sldMk cId="1667623272" sldId="354"/>
            <ac:spMk id="3" creationId="{232328B9-ADEE-612D-314B-741287E2B8A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F11497-996E-4A5E-9CA7-A6A8E86C9A8D}"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23782870-E62E-4463-88CD-6CE5A2CC5BCB}">
      <dgm:prSet/>
      <dgm:spPr/>
      <dgm:t>
        <a:bodyPr/>
        <a:lstStyle/>
        <a:p>
          <a:r>
            <a:rPr lang="es-ES" b="1"/>
            <a:t>Contenedores </a:t>
          </a:r>
        </a:p>
        <a:p>
          <a:r>
            <a:rPr lang="es-ES" b="1"/>
            <a:t>Componentes: características y campo de aplicación</a:t>
          </a:r>
          <a:endParaRPr lang="en-US"/>
        </a:p>
      </dgm:t>
    </dgm:pt>
    <dgm:pt modelId="{F2138F21-8FFB-4D75-8D6D-865BCAA201FC}" type="parTrans" cxnId="{E7932406-D79F-4505-9B96-BF8824CD4F68}">
      <dgm:prSet/>
      <dgm:spPr/>
      <dgm:t>
        <a:bodyPr/>
        <a:lstStyle/>
        <a:p>
          <a:endParaRPr lang="en-US"/>
        </a:p>
      </dgm:t>
    </dgm:pt>
    <dgm:pt modelId="{F04A3851-B8AF-44CE-A120-86133531B98D}" type="sibTrans" cxnId="{E7932406-D79F-4505-9B96-BF8824CD4F68}">
      <dgm:prSet/>
      <dgm:spPr/>
      <dgm:t>
        <a:bodyPr/>
        <a:lstStyle/>
        <a:p>
          <a:endParaRPr lang="en-US"/>
        </a:p>
      </dgm:t>
    </dgm:pt>
    <dgm:pt modelId="{DB469006-7FFA-492F-A2E5-988AE429404F}">
      <dgm:prSet/>
      <dgm:spPr/>
      <dgm:t>
        <a:bodyPr/>
        <a:lstStyle/>
        <a:p>
          <a:r>
            <a:rPr lang="es-ES" b="1"/>
            <a:t>Enlace de componentes a datos</a:t>
          </a:r>
          <a:endParaRPr lang="en-US"/>
        </a:p>
      </dgm:t>
    </dgm:pt>
    <dgm:pt modelId="{3536F554-272B-4C40-8812-C4AE615BBA96}" type="parTrans" cxnId="{FE54A58C-E571-4FB6-BB3F-AA515BD3EAFE}">
      <dgm:prSet/>
      <dgm:spPr/>
      <dgm:t>
        <a:bodyPr/>
        <a:lstStyle/>
        <a:p>
          <a:endParaRPr lang="en-US"/>
        </a:p>
      </dgm:t>
    </dgm:pt>
    <dgm:pt modelId="{A835B070-94D8-4497-8A58-0878FA3E09AC}" type="sibTrans" cxnId="{FE54A58C-E571-4FB6-BB3F-AA515BD3EAFE}">
      <dgm:prSet/>
      <dgm:spPr/>
      <dgm:t>
        <a:bodyPr/>
        <a:lstStyle/>
        <a:p>
          <a:endParaRPr lang="en-US"/>
        </a:p>
      </dgm:t>
    </dgm:pt>
    <dgm:pt modelId="{67ED6ED1-1ECF-440F-A6B3-62FB86FFEC8D}">
      <dgm:prSet/>
      <dgm:spPr/>
      <dgm:t>
        <a:bodyPr/>
        <a:lstStyle/>
        <a:p>
          <a:r>
            <a:rPr lang="es-ES" b="1"/>
            <a:t>Diversos Tipos de Administradores de Diseño (Layout Managers)</a:t>
          </a:r>
          <a:endParaRPr lang="en-US"/>
        </a:p>
      </dgm:t>
    </dgm:pt>
    <dgm:pt modelId="{4F3D3C3A-5C87-427B-8120-81BCA7F1D873}" type="parTrans" cxnId="{89A53C79-3EF8-4832-897F-E4F0CBB10418}">
      <dgm:prSet/>
      <dgm:spPr/>
      <dgm:t>
        <a:bodyPr/>
        <a:lstStyle/>
        <a:p>
          <a:endParaRPr lang="en-US"/>
        </a:p>
      </dgm:t>
    </dgm:pt>
    <dgm:pt modelId="{C4F8F251-BDB7-4C3B-91E5-22ADFEF88AE8}" type="sibTrans" cxnId="{89A53C79-3EF8-4832-897F-E4F0CBB10418}">
      <dgm:prSet/>
      <dgm:spPr/>
      <dgm:t>
        <a:bodyPr/>
        <a:lstStyle/>
        <a:p>
          <a:endParaRPr lang="en-US"/>
        </a:p>
      </dgm:t>
    </dgm:pt>
    <dgm:pt modelId="{198883F4-7601-47F0-B919-D0A651891651}">
      <dgm:prSet/>
      <dgm:spPr/>
      <dgm:t>
        <a:bodyPr/>
        <a:lstStyle/>
        <a:p>
          <a:r>
            <a:rPr lang="es-ES" b="1"/>
            <a:t>Asociación de acciones a eventos. Programación de eventos</a:t>
          </a:r>
          <a:endParaRPr lang="en-US"/>
        </a:p>
      </dgm:t>
    </dgm:pt>
    <dgm:pt modelId="{5267462C-2879-494E-8DF7-503AF92172F7}" type="parTrans" cxnId="{3633D58C-0D17-44AC-B7AD-A3B779D2234D}">
      <dgm:prSet/>
      <dgm:spPr/>
      <dgm:t>
        <a:bodyPr/>
        <a:lstStyle/>
        <a:p>
          <a:endParaRPr lang="en-US"/>
        </a:p>
      </dgm:t>
    </dgm:pt>
    <dgm:pt modelId="{AD5BD7C3-0FE1-4F7C-816D-320CA31D8C54}" type="sibTrans" cxnId="{3633D58C-0D17-44AC-B7AD-A3B779D2234D}">
      <dgm:prSet/>
      <dgm:spPr/>
      <dgm:t>
        <a:bodyPr/>
        <a:lstStyle/>
        <a:p>
          <a:endParaRPr lang="en-US"/>
        </a:p>
      </dgm:t>
    </dgm:pt>
    <dgm:pt modelId="{53C29D72-B1CD-4550-97D5-BD2FDD28E40C}">
      <dgm:prSet/>
      <dgm:spPr/>
      <dgm:t>
        <a:bodyPr/>
        <a:lstStyle/>
        <a:p>
          <a:r>
            <a:rPr lang="es-ES" b="1"/>
            <a:t>Diálogos modales y no modales</a:t>
          </a:r>
          <a:endParaRPr lang="en-US"/>
        </a:p>
      </dgm:t>
    </dgm:pt>
    <dgm:pt modelId="{52D12756-0964-4EB1-9F44-3D8EA94B4E5A}" type="parTrans" cxnId="{CFEA900F-93C2-4766-9DB9-C4B06FF087F8}">
      <dgm:prSet/>
      <dgm:spPr/>
      <dgm:t>
        <a:bodyPr/>
        <a:lstStyle/>
        <a:p>
          <a:endParaRPr lang="en-US"/>
        </a:p>
      </dgm:t>
    </dgm:pt>
    <dgm:pt modelId="{09FAE59B-D504-437C-B87A-E7C0DB095E25}" type="sibTrans" cxnId="{CFEA900F-93C2-4766-9DB9-C4B06FF087F8}">
      <dgm:prSet/>
      <dgm:spPr/>
      <dgm:t>
        <a:bodyPr/>
        <a:lstStyle/>
        <a:p>
          <a:endParaRPr lang="en-US"/>
        </a:p>
      </dgm:t>
    </dgm:pt>
    <dgm:pt modelId="{1F695177-0C62-45B5-BB15-9E1220302308}">
      <dgm:prSet/>
      <dgm:spPr/>
      <dgm:t>
        <a:bodyPr/>
        <a:lstStyle/>
        <a:p>
          <a:r>
            <a:rPr lang="es-ES" b="1"/>
            <a:t>Edición del código generado por la herramienta de diseño</a:t>
          </a:r>
          <a:endParaRPr lang="en-US"/>
        </a:p>
      </dgm:t>
    </dgm:pt>
    <dgm:pt modelId="{6E3A86A3-03D8-4FAD-90F5-A9D1A0340763}" type="parTrans" cxnId="{B84D6C1C-DF46-43F8-B250-C67D65DF22BB}">
      <dgm:prSet/>
      <dgm:spPr/>
      <dgm:t>
        <a:bodyPr/>
        <a:lstStyle/>
        <a:p>
          <a:endParaRPr lang="en-US"/>
        </a:p>
      </dgm:t>
    </dgm:pt>
    <dgm:pt modelId="{119573BC-2891-4639-9A0D-51B55B361759}" type="sibTrans" cxnId="{B84D6C1C-DF46-43F8-B250-C67D65DF22BB}">
      <dgm:prSet/>
      <dgm:spPr/>
      <dgm:t>
        <a:bodyPr/>
        <a:lstStyle/>
        <a:p>
          <a:endParaRPr lang="en-US"/>
        </a:p>
      </dgm:t>
    </dgm:pt>
    <dgm:pt modelId="{9DC7AA91-8DFB-4C46-BAE7-6986D6371ECF}">
      <dgm:prSet/>
      <dgm:spPr/>
      <dgm:t>
        <a:bodyPr/>
        <a:lstStyle/>
        <a:p>
          <a:r>
            <a:rPr lang="es-ES" b="1"/>
            <a:t>Clases, propiedades, métodos. Librerías de clases</a:t>
          </a:r>
          <a:endParaRPr lang="en-US"/>
        </a:p>
      </dgm:t>
    </dgm:pt>
    <dgm:pt modelId="{6838EBAB-B373-47A8-9538-AF6960CA3237}" type="parTrans" cxnId="{BE36F17B-6E48-46C5-9612-0A1DED5C8B69}">
      <dgm:prSet/>
      <dgm:spPr/>
      <dgm:t>
        <a:bodyPr/>
        <a:lstStyle/>
        <a:p>
          <a:endParaRPr lang="en-US"/>
        </a:p>
      </dgm:t>
    </dgm:pt>
    <dgm:pt modelId="{EA025639-6210-488B-940D-92C36DEFF5D6}" type="sibTrans" cxnId="{BE36F17B-6E48-46C5-9612-0A1DED5C8B69}">
      <dgm:prSet/>
      <dgm:spPr/>
      <dgm:t>
        <a:bodyPr/>
        <a:lstStyle/>
        <a:p>
          <a:endParaRPr lang="en-US"/>
        </a:p>
      </dgm:t>
    </dgm:pt>
    <dgm:pt modelId="{734E2BF8-39F7-401A-804B-559D33BAE976}">
      <dgm:prSet/>
      <dgm:spPr/>
      <dgm:t>
        <a:bodyPr/>
        <a:lstStyle/>
        <a:p>
          <a:r>
            <a:rPr lang="es-ES" b="1"/>
            <a:t>Eventos: escuchadores</a:t>
          </a:r>
          <a:endParaRPr lang="en-US"/>
        </a:p>
      </dgm:t>
    </dgm:pt>
    <dgm:pt modelId="{B0FE1287-76C0-48BA-A10F-BD9ECEF0BDDB}" type="parTrans" cxnId="{898A288E-5B41-41B8-9259-8E1EF3C3C205}">
      <dgm:prSet/>
      <dgm:spPr/>
      <dgm:t>
        <a:bodyPr/>
        <a:lstStyle/>
        <a:p>
          <a:endParaRPr lang="en-US"/>
        </a:p>
      </dgm:t>
    </dgm:pt>
    <dgm:pt modelId="{CCB458DD-5AF3-47C0-8BE3-B82DB1CA6A57}" type="sibTrans" cxnId="{898A288E-5B41-41B8-9259-8E1EF3C3C205}">
      <dgm:prSet/>
      <dgm:spPr/>
      <dgm:t>
        <a:bodyPr/>
        <a:lstStyle/>
        <a:p>
          <a:endParaRPr lang="en-US"/>
        </a:p>
      </dgm:t>
    </dgm:pt>
    <dgm:pt modelId="{31FC2FDD-A2BB-418E-A0A0-AD490646CB98}" type="pres">
      <dgm:prSet presAssocID="{B5F11497-996E-4A5E-9CA7-A6A8E86C9A8D}" presName="vert0" presStyleCnt="0">
        <dgm:presLayoutVars>
          <dgm:dir/>
          <dgm:animOne val="branch"/>
          <dgm:animLvl val="lvl"/>
        </dgm:presLayoutVars>
      </dgm:prSet>
      <dgm:spPr/>
    </dgm:pt>
    <dgm:pt modelId="{3D22B4D7-E527-40FB-BE25-73BE10598442}" type="pres">
      <dgm:prSet presAssocID="{23782870-E62E-4463-88CD-6CE5A2CC5BCB}" presName="thickLine" presStyleLbl="alignNode1" presStyleIdx="0" presStyleCnt="8"/>
      <dgm:spPr/>
    </dgm:pt>
    <dgm:pt modelId="{8DA4D405-6BCB-4BE0-9D04-5BC58C05D520}" type="pres">
      <dgm:prSet presAssocID="{23782870-E62E-4463-88CD-6CE5A2CC5BCB}" presName="horz1" presStyleCnt="0"/>
      <dgm:spPr/>
    </dgm:pt>
    <dgm:pt modelId="{52F5EE04-E309-4B9F-AE2F-0A7C9DF67AF3}" type="pres">
      <dgm:prSet presAssocID="{23782870-E62E-4463-88CD-6CE5A2CC5BCB}" presName="tx1" presStyleLbl="revTx" presStyleIdx="0" presStyleCnt="8"/>
      <dgm:spPr/>
    </dgm:pt>
    <dgm:pt modelId="{DB8EB808-9191-44D5-922A-D8027FF20440}" type="pres">
      <dgm:prSet presAssocID="{23782870-E62E-4463-88CD-6CE5A2CC5BCB}" presName="vert1" presStyleCnt="0"/>
      <dgm:spPr/>
    </dgm:pt>
    <dgm:pt modelId="{6EFD8BCA-983E-4C73-96D1-0261D937B622}" type="pres">
      <dgm:prSet presAssocID="{DB469006-7FFA-492F-A2E5-988AE429404F}" presName="thickLine" presStyleLbl="alignNode1" presStyleIdx="1" presStyleCnt="8"/>
      <dgm:spPr/>
    </dgm:pt>
    <dgm:pt modelId="{CFAAD6E0-CD4B-4175-9989-BD50741D877C}" type="pres">
      <dgm:prSet presAssocID="{DB469006-7FFA-492F-A2E5-988AE429404F}" presName="horz1" presStyleCnt="0"/>
      <dgm:spPr/>
    </dgm:pt>
    <dgm:pt modelId="{3079DF29-0E01-42E6-AB25-1EFD80CB287D}" type="pres">
      <dgm:prSet presAssocID="{DB469006-7FFA-492F-A2E5-988AE429404F}" presName="tx1" presStyleLbl="revTx" presStyleIdx="1" presStyleCnt="8"/>
      <dgm:spPr/>
    </dgm:pt>
    <dgm:pt modelId="{84585BBA-C0D4-4900-BEBB-206B16A64913}" type="pres">
      <dgm:prSet presAssocID="{DB469006-7FFA-492F-A2E5-988AE429404F}" presName="vert1" presStyleCnt="0"/>
      <dgm:spPr/>
    </dgm:pt>
    <dgm:pt modelId="{E50AD582-88E0-4BCB-B423-7763FFBC914E}" type="pres">
      <dgm:prSet presAssocID="{67ED6ED1-1ECF-440F-A6B3-62FB86FFEC8D}" presName="thickLine" presStyleLbl="alignNode1" presStyleIdx="2" presStyleCnt="8"/>
      <dgm:spPr/>
    </dgm:pt>
    <dgm:pt modelId="{B1414102-9BFE-4E74-B559-8D36FBAC99A4}" type="pres">
      <dgm:prSet presAssocID="{67ED6ED1-1ECF-440F-A6B3-62FB86FFEC8D}" presName="horz1" presStyleCnt="0"/>
      <dgm:spPr/>
    </dgm:pt>
    <dgm:pt modelId="{8483C39D-9F88-4169-BDAD-D43CA76ABFFD}" type="pres">
      <dgm:prSet presAssocID="{67ED6ED1-1ECF-440F-A6B3-62FB86FFEC8D}" presName="tx1" presStyleLbl="revTx" presStyleIdx="2" presStyleCnt="8"/>
      <dgm:spPr/>
    </dgm:pt>
    <dgm:pt modelId="{D1A66318-91E2-471A-969A-C4BB7542AAE9}" type="pres">
      <dgm:prSet presAssocID="{67ED6ED1-1ECF-440F-A6B3-62FB86FFEC8D}" presName="vert1" presStyleCnt="0"/>
      <dgm:spPr/>
    </dgm:pt>
    <dgm:pt modelId="{0D2A4037-E533-4DCF-91B6-26D126813A66}" type="pres">
      <dgm:prSet presAssocID="{198883F4-7601-47F0-B919-D0A651891651}" presName="thickLine" presStyleLbl="alignNode1" presStyleIdx="3" presStyleCnt="8"/>
      <dgm:spPr/>
    </dgm:pt>
    <dgm:pt modelId="{52F6ED7A-E2AA-4879-9637-638DBE1692D3}" type="pres">
      <dgm:prSet presAssocID="{198883F4-7601-47F0-B919-D0A651891651}" presName="horz1" presStyleCnt="0"/>
      <dgm:spPr/>
    </dgm:pt>
    <dgm:pt modelId="{0AF4B03A-87D5-45DC-935F-0956E03CD5DA}" type="pres">
      <dgm:prSet presAssocID="{198883F4-7601-47F0-B919-D0A651891651}" presName="tx1" presStyleLbl="revTx" presStyleIdx="3" presStyleCnt="8"/>
      <dgm:spPr/>
    </dgm:pt>
    <dgm:pt modelId="{BA463BD3-314E-4702-96EF-38143BFF74F1}" type="pres">
      <dgm:prSet presAssocID="{198883F4-7601-47F0-B919-D0A651891651}" presName="vert1" presStyleCnt="0"/>
      <dgm:spPr/>
    </dgm:pt>
    <dgm:pt modelId="{1A4DA901-560A-4A78-AE70-C3E270CE3EC5}" type="pres">
      <dgm:prSet presAssocID="{53C29D72-B1CD-4550-97D5-BD2FDD28E40C}" presName="thickLine" presStyleLbl="alignNode1" presStyleIdx="4" presStyleCnt="8"/>
      <dgm:spPr/>
    </dgm:pt>
    <dgm:pt modelId="{C193F05E-2273-467E-9202-7472754F2C0B}" type="pres">
      <dgm:prSet presAssocID="{53C29D72-B1CD-4550-97D5-BD2FDD28E40C}" presName="horz1" presStyleCnt="0"/>
      <dgm:spPr/>
    </dgm:pt>
    <dgm:pt modelId="{4C8ED5C4-934E-4FDB-BDFE-46C74439D72A}" type="pres">
      <dgm:prSet presAssocID="{53C29D72-B1CD-4550-97D5-BD2FDD28E40C}" presName="tx1" presStyleLbl="revTx" presStyleIdx="4" presStyleCnt="8"/>
      <dgm:spPr/>
    </dgm:pt>
    <dgm:pt modelId="{1F89F8DB-5962-47D2-9808-45BF303B9B3D}" type="pres">
      <dgm:prSet presAssocID="{53C29D72-B1CD-4550-97D5-BD2FDD28E40C}" presName="vert1" presStyleCnt="0"/>
      <dgm:spPr/>
    </dgm:pt>
    <dgm:pt modelId="{1969EA11-3A0F-4981-BD94-7DA10CFF0C77}" type="pres">
      <dgm:prSet presAssocID="{1F695177-0C62-45B5-BB15-9E1220302308}" presName="thickLine" presStyleLbl="alignNode1" presStyleIdx="5" presStyleCnt="8"/>
      <dgm:spPr/>
    </dgm:pt>
    <dgm:pt modelId="{839B8A4C-B174-4152-A9AF-73BCF6EA329A}" type="pres">
      <dgm:prSet presAssocID="{1F695177-0C62-45B5-BB15-9E1220302308}" presName="horz1" presStyleCnt="0"/>
      <dgm:spPr/>
    </dgm:pt>
    <dgm:pt modelId="{1931CC56-4602-4D0F-A801-B71FE1FFBEA1}" type="pres">
      <dgm:prSet presAssocID="{1F695177-0C62-45B5-BB15-9E1220302308}" presName="tx1" presStyleLbl="revTx" presStyleIdx="5" presStyleCnt="8"/>
      <dgm:spPr/>
    </dgm:pt>
    <dgm:pt modelId="{F4F4F12D-FCD1-4EE3-A943-4C828E93B80A}" type="pres">
      <dgm:prSet presAssocID="{1F695177-0C62-45B5-BB15-9E1220302308}" presName="vert1" presStyleCnt="0"/>
      <dgm:spPr/>
    </dgm:pt>
    <dgm:pt modelId="{84328982-26D6-4039-9995-58D0AB339A23}" type="pres">
      <dgm:prSet presAssocID="{9DC7AA91-8DFB-4C46-BAE7-6986D6371ECF}" presName="thickLine" presStyleLbl="alignNode1" presStyleIdx="6" presStyleCnt="8"/>
      <dgm:spPr/>
    </dgm:pt>
    <dgm:pt modelId="{DFE88DE9-BC3C-4216-BE98-B830919833B5}" type="pres">
      <dgm:prSet presAssocID="{9DC7AA91-8DFB-4C46-BAE7-6986D6371ECF}" presName="horz1" presStyleCnt="0"/>
      <dgm:spPr/>
    </dgm:pt>
    <dgm:pt modelId="{47E9D7AD-C7ED-467D-84A2-66D2B74DA1DA}" type="pres">
      <dgm:prSet presAssocID="{9DC7AA91-8DFB-4C46-BAE7-6986D6371ECF}" presName="tx1" presStyleLbl="revTx" presStyleIdx="6" presStyleCnt="8"/>
      <dgm:spPr/>
    </dgm:pt>
    <dgm:pt modelId="{AE9E73E3-C166-4A8B-9F82-C54DE23ADE8F}" type="pres">
      <dgm:prSet presAssocID="{9DC7AA91-8DFB-4C46-BAE7-6986D6371ECF}" presName="vert1" presStyleCnt="0"/>
      <dgm:spPr/>
    </dgm:pt>
    <dgm:pt modelId="{D69BBDEC-D660-4A59-A322-AE527518FB18}" type="pres">
      <dgm:prSet presAssocID="{734E2BF8-39F7-401A-804B-559D33BAE976}" presName="thickLine" presStyleLbl="alignNode1" presStyleIdx="7" presStyleCnt="8"/>
      <dgm:spPr/>
    </dgm:pt>
    <dgm:pt modelId="{B6E1EA98-6595-4830-B96E-2AAB5F9B8422}" type="pres">
      <dgm:prSet presAssocID="{734E2BF8-39F7-401A-804B-559D33BAE976}" presName="horz1" presStyleCnt="0"/>
      <dgm:spPr/>
    </dgm:pt>
    <dgm:pt modelId="{29451FD4-47EF-4BB3-AE88-7D040FA1324E}" type="pres">
      <dgm:prSet presAssocID="{734E2BF8-39F7-401A-804B-559D33BAE976}" presName="tx1" presStyleLbl="revTx" presStyleIdx="7" presStyleCnt="8"/>
      <dgm:spPr/>
    </dgm:pt>
    <dgm:pt modelId="{2DBADC84-24A6-4AE9-A1E5-E42235053B4B}" type="pres">
      <dgm:prSet presAssocID="{734E2BF8-39F7-401A-804B-559D33BAE976}" presName="vert1" presStyleCnt="0"/>
      <dgm:spPr/>
    </dgm:pt>
  </dgm:ptLst>
  <dgm:cxnLst>
    <dgm:cxn modelId="{E7932406-D79F-4505-9B96-BF8824CD4F68}" srcId="{B5F11497-996E-4A5E-9CA7-A6A8E86C9A8D}" destId="{23782870-E62E-4463-88CD-6CE5A2CC5BCB}" srcOrd="0" destOrd="0" parTransId="{F2138F21-8FFB-4D75-8D6D-865BCAA201FC}" sibTransId="{F04A3851-B8AF-44CE-A120-86133531B98D}"/>
    <dgm:cxn modelId="{CFEA900F-93C2-4766-9DB9-C4B06FF087F8}" srcId="{B5F11497-996E-4A5E-9CA7-A6A8E86C9A8D}" destId="{53C29D72-B1CD-4550-97D5-BD2FDD28E40C}" srcOrd="4" destOrd="0" parTransId="{52D12756-0964-4EB1-9F44-3D8EA94B4E5A}" sibTransId="{09FAE59B-D504-437C-B87A-E7C0DB095E25}"/>
    <dgm:cxn modelId="{B84D6C1C-DF46-43F8-B250-C67D65DF22BB}" srcId="{B5F11497-996E-4A5E-9CA7-A6A8E86C9A8D}" destId="{1F695177-0C62-45B5-BB15-9E1220302308}" srcOrd="5" destOrd="0" parTransId="{6E3A86A3-03D8-4FAD-90F5-A9D1A0340763}" sibTransId="{119573BC-2891-4639-9A0D-51B55B361759}"/>
    <dgm:cxn modelId="{F1A0584C-DCB2-43C5-ADBA-9463B4F17560}" type="presOf" srcId="{B5F11497-996E-4A5E-9CA7-A6A8E86C9A8D}" destId="{31FC2FDD-A2BB-418E-A0A0-AD490646CB98}" srcOrd="0" destOrd="0" presId="urn:microsoft.com/office/officeart/2008/layout/LinedList"/>
    <dgm:cxn modelId="{89A53C79-3EF8-4832-897F-E4F0CBB10418}" srcId="{B5F11497-996E-4A5E-9CA7-A6A8E86C9A8D}" destId="{67ED6ED1-1ECF-440F-A6B3-62FB86FFEC8D}" srcOrd="2" destOrd="0" parTransId="{4F3D3C3A-5C87-427B-8120-81BCA7F1D873}" sibTransId="{C4F8F251-BDB7-4C3B-91E5-22ADFEF88AE8}"/>
    <dgm:cxn modelId="{BE36F17B-6E48-46C5-9612-0A1DED5C8B69}" srcId="{B5F11497-996E-4A5E-9CA7-A6A8E86C9A8D}" destId="{9DC7AA91-8DFB-4C46-BAE7-6986D6371ECF}" srcOrd="6" destOrd="0" parTransId="{6838EBAB-B373-47A8-9538-AF6960CA3237}" sibTransId="{EA025639-6210-488B-940D-92C36DEFF5D6}"/>
    <dgm:cxn modelId="{A54D8B85-75F7-41E9-A847-28E89799111B}" type="presOf" srcId="{1F695177-0C62-45B5-BB15-9E1220302308}" destId="{1931CC56-4602-4D0F-A801-B71FE1FFBEA1}" srcOrd="0" destOrd="0" presId="urn:microsoft.com/office/officeart/2008/layout/LinedList"/>
    <dgm:cxn modelId="{04B9FF8B-558A-4670-ABF3-CF0FED7FE89F}" type="presOf" srcId="{9DC7AA91-8DFB-4C46-BAE7-6986D6371ECF}" destId="{47E9D7AD-C7ED-467D-84A2-66D2B74DA1DA}" srcOrd="0" destOrd="0" presId="urn:microsoft.com/office/officeart/2008/layout/LinedList"/>
    <dgm:cxn modelId="{FE54A58C-E571-4FB6-BB3F-AA515BD3EAFE}" srcId="{B5F11497-996E-4A5E-9CA7-A6A8E86C9A8D}" destId="{DB469006-7FFA-492F-A2E5-988AE429404F}" srcOrd="1" destOrd="0" parTransId="{3536F554-272B-4C40-8812-C4AE615BBA96}" sibTransId="{A835B070-94D8-4497-8A58-0878FA3E09AC}"/>
    <dgm:cxn modelId="{3633D58C-0D17-44AC-B7AD-A3B779D2234D}" srcId="{B5F11497-996E-4A5E-9CA7-A6A8E86C9A8D}" destId="{198883F4-7601-47F0-B919-D0A651891651}" srcOrd="3" destOrd="0" parTransId="{5267462C-2879-494E-8DF7-503AF92172F7}" sibTransId="{AD5BD7C3-0FE1-4F7C-816D-320CA31D8C54}"/>
    <dgm:cxn modelId="{898A288E-5B41-41B8-9259-8E1EF3C3C205}" srcId="{B5F11497-996E-4A5E-9CA7-A6A8E86C9A8D}" destId="{734E2BF8-39F7-401A-804B-559D33BAE976}" srcOrd="7" destOrd="0" parTransId="{B0FE1287-76C0-48BA-A10F-BD9ECEF0BDDB}" sibTransId="{CCB458DD-5AF3-47C0-8BE3-B82DB1CA6A57}"/>
    <dgm:cxn modelId="{4704D098-FC5F-4C4A-AB3C-A5532E4BB32C}" type="presOf" srcId="{198883F4-7601-47F0-B919-D0A651891651}" destId="{0AF4B03A-87D5-45DC-935F-0956E03CD5DA}" srcOrd="0" destOrd="0" presId="urn:microsoft.com/office/officeart/2008/layout/LinedList"/>
    <dgm:cxn modelId="{0331F19D-0485-45E0-8206-F0F307CDB97F}" type="presOf" srcId="{DB469006-7FFA-492F-A2E5-988AE429404F}" destId="{3079DF29-0E01-42E6-AB25-1EFD80CB287D}" srcOrd="0" destOrd="0" presId="urn:microsoft.com/office/officeart/2008/layout/LinedList"/>
    <dgm:cxn modelId="{94EF03BF-8328-4F07-996E-4F018288895B}" type="presOf" srcId="{23782870-E62E-4463-88CD-6CE5A2CC5BCB}" destId="{52F5EE04-E309-4B9F-AE2F-0A7C9DF67AF3}" srcOrd="0" destOrd="0" presId="urn:microsoft.com/office/officeart/2008/layout/LinedList"/>
    <dgm:cxn modelId="{393F14D1-B1EC-4347-A8C1-C938A1EC0EB9}" type="presOf" srcId="{67ED6ED1-1ECF-440F-A6B3-62FB86FFEC8D}" destId="{8483C39D-9F88-4169-BDAD-D43CA76ABFFD}" srcOrd="0" destOrd="0" presId="urn:microsoft.com/office/officeart/2008/layout/LinedList"/>
    <dgm:cxn modelId="{4815F0F1-F35F-4CC1-8EE8-EEE6949A596B}" type="presOf" srcId="{734E2BF8-39F7-401A-804B-559D33BAE976}" destId="{29451FD4-47EF-4BB3-AE88-7D040FA1324E}" srcOrd="0" destOrd="0" presId="urn:microsoft.com/office/officeart/2008/layout/LinedList"/>
    <dgm:cxn modelId="{AF1961F8-0F61-4724-BFDF-B8A277C6D634}" type="presOf" srcId="{53C29D72-B1CD-4550-97D5-BD2FDD28E40C}" destId="{4C8ED5C4-934E-4FDB-BDFE-46C74439D72A}" srcOrd="0" destOrd="0" presId="urn:microsoft.com/office/officeart/2008/layout/LinedList"/>
    <dgm:cxn modelId="{52593E4C-BE33-4BA3-9BA5-387C1B0FC879}" type="presParOf" srcId="{31FC2FDD-A2BB-418E-A0A0-AD490646CB98}" destId="{3D22B4D7-E527-40FB-BE25-73BE10598442}" srcOrd="0" destOrd="0" presId="urn:microsoft.com/office/officeart/2008/layout/LinedList"/>
    <dgm:cxn modelId="{DE30D272-427A-4E0F-9778-F0954A64BD33}" type="presParOf" srcId="{31FC2FDD-A2BB-418E-A0A0-AD490646CB98}" destId="{8DA4D405-6BCB-4BE0-9D04-5BC58C05D520}" srcOrd="1" destOrd="0" presId="urn:microsoft.com/office/officeart/2008/layout/LinedList"/>
    <dgm:cxn modelId="{5ECB55AB-986F-4677-820D-3DBB67B1E358}" type="presParOf" srcId="{8DA4D405-6BCB-4BE0-9D04-5BC58C05D520}" destId="{52F5EE04-E309-4B9F-AE2F-0A7C9DF67AF3}" srcOrd="0" destOrd="0" presId="urn:microsoft.com/office/officeart/2008/layout/LinedList"/>
    <dgm:cxn modelId="{DA4FC565-B118-4A31-BA39-77C46C2196C1}" type="presParOf" srcId="{8DA4D405-6BCB-4BE0-9D04-5BC58C05D520}" destId="{DB8EB808-9191-44D5-922A-D8027FF20440}" srcOrd="1" destOrd="0" presId="urn:microsoft.com/office/officeart/2008/layout/LinedList"/>
    <dgm:cxn modelId="{5275DFF1-A059-4445-8E42-FE6E66666167}" type="presParOf" srcId="{31FC2FDD-A2BB-418E-A0A0-AD490646CB98}" destId="{6EFD8BCA-983E-4C73-96D1-0261D937B622}" srcOrd="2" destOrd="0" presId="urn:microsoft.com/office/officeart/2008/layout/LinedList"/>
    <dgm:cxn modelId="{68FF0A21-55B8-463E-8E28-240C3ABCEAA1}" type="presParOf" srcId="{31FC2FDD-A2BB-418E-A0A0-AD490646CB98}" destId="{CFAAD6E0-CD4B-4175-9989-BD50741D877C}" srcOrd="3" destOrd="0" presId="urn:microsoft.com/office/officeart/2008/layout/LinedList"/>
    <dgm:cxn modelId="{EB16661C-CFF5-433A-BF54-698D9287084E}" type="presParOf" srcId="{CFAAD6E0-CD4B-4175-9989-BD50741D877C}" destId="{3079DF29-0E01-42E6-AB25-1EFD80CB287D}" srcOrd="0" destOrd="0" presId="urn:microsoft.com/office/officeart/2008/layout/LinedList"/>
    <dgm:cxn modelId="{0DC09E24-E444-45AF-800D-0BE9BDBB6B82}" type="presParOf" srcId="{CFAAD6E0-CD4B-4175-9989-BD50741D877C}" destId="{84585BBA-C0D4-4900-BEBB-206B16A64913}" srcOrd="1" destOrd="0" presId="urn:microsoft.com/office/officeart/2008/layout/LinedList"/>
    <dgm:cxn modelId="{22E6DB36-DD5C-4752-91F0-AE9F5301CAEA}" type="presParOf" srcId="{31FC2FDD-A2BB-418E-A0A0-AD490646CB98}" destId="{E50AD582-88E0-4BCB-B423-7763FFBC914E}" srcOrd="4" destOrd="0" presId="urn:microsoft.com/office/officeart/2008/layout/LinedList"/>
    <dgm:cxn modelId="{C9BA131D-D72B-4AA7-80ED-5CF54B44F8BB}" type="presParOf" srcId="{31FC2FDD-A2BB-418E-A0A0-AD490646CB98}" destId="{B1414102-9BFE-4E74-B559-8D36FBAC99A4}" srcOrd="5" destOrd="0" presId="urn:microsoft.com/office/officeart/2008/layout/LinedList"/>
    <dgm:cxn modelId="{42E419E5-0281-463A-9CBB-08B7C0893F02}" type="presParOf" srcId="{B1414102-9BFE-4E74-B559-8D36FBAC99A4}" destId="{8483C39D-9F88-4169-BDAD-D43CA76ABFFD}" srcOrd="0" destOrd="0" presId="urn:microsoft.com/office/officeart/2008/layout/LinedList"/>
    <dgm:cxn modelId="{13493055-7FCC-4C69-B133-CB1EDB8AC436}" type="presParOf" srcId="{B1414102-9BFE-4E74-B559-8D36FBAC99A4}" destId="{D1A66318-91E2-471A-969A-C4BB7542AAE9}" srcOrd="1" destOrd="0" presId="urn:microsoft.com/office/officeart/2008/layout/LinedList"/>
    <dgm:cxn modelId="{312B99FE-2F11-4DC9-B6CC-39F9783741C7}" type="presParOf" srcId="{31FC2FDD-A2BB-418E-A0A0-AD490646CB98}" destId="{0D2A4037-E533-4DCF-91B6-26D126813A66}" srcOrd="6" destOrd="0" presId="urn:microsoft.com/office/officeart/2008/layout/LinedList"/>
    <dgm:cxn modelId="{EB918AD0-433C-4C57-BCD8-4C0EC7FDD080}" type="presParOf" srcId="{31FC2FDD-A2BB-418E-A0A0-AD490646CB98}" destId="{52F6ED7A-E2AA-4879-9637-638DBE1692D3}" srcOrd="7" destOrd="0" presId="urn:microsoft.com/office/officeart/2008/layout/LinedList"/>
    <dgm:cxn modelId="{4B1FF704-E2E9-4DF6-B5BA-4225BDADFF79}" type="presParOf" srcId="{52F6ED7A-E2AA-4879-9637-638DBE1692D3}" destId="{0AF4B03A-87D5-45DC-935F-0956E03CD5DA}" srcOrd="0" destOrd="0" presId="urn:microsoft.com/office/officeart/2008/layout/LinedList"/>
    <dgm:cxn modelId="{DB83A94E-5C86-402B-A75C-EC413137DBBA}" type="presParOf" srcId="{52F6ED7A-E2AA-4879-9637-638DBE1692D3}" destId="{BA463BD3-314E-4702-96EF-38143BFF74F1}" srcOrd="1" destOrd="0" presId="urn:microsoft.com/office/officeart/2008/layout/LinedList"/>
    <dgm:cxn modelId="{0A070891-5379-4EE8-A7DF-F2DB62612558}" type="presParOf" srcId="{31FC2FDD-A2BB-418E-A0A0-AD490646CB98}" destId="{1A4DA901-560A-4A78-AE70-C3E270CE3EC5}" srcOrd="8" destOrd="0" presId="urn:microsoft.com/office/officeart/2008/layout/LinedList"/>
    <dgm:cxn modelId="{9AF2170B-1381-43F9-9DEB-6073EA93C4C3}" type="presParOf" srcId="{31FC2FDD-A2BB-418E-A0A0-AD490646CB98}" destId="{C193F05E-2273-467E-9202-7472754F2C0B}" srcOrd="9" destOrd="0" presId="urn:microsoft.com/office/officeart/2008/layout/LinedList"/>
    <dgm:cxn modelId="{22C10268-41C7-4BDC-BCDD-5DD336F19D3E}" type="presParOf" srcId="{C193F05E-2273-467E-9202-7472754F2C0B}" destId="{4C8ED5C4-934E-4FDB-BDFE-46C74439D72A}" srcOrd="0" destOrd="0" presId="urn:microsoft.com/office/officeart/2008/layout/LinedList"/>
    <dgm:cxn modelId="{2A941EDD-24BF-422F-8611-BE20CAC17B78}" type="presParOf" srcId="{C193F05E-2273-467E-9202-7472754F2C0B}" destId="{1F89F8DB-5962-47D2-9808-45BF303B9B3D}" srcOrd="1" destOrd="0" presId="urn:microsoft.com/office/officeart/2008/layout/LinedList"/>
    <dgm:cxn modelId="{6C0CB597-DBB8-4514-A823-625E79FC487D}" type="presParOf" srcId="{31FC2FDD-A2BB-418E-A0A0-AD490646CB98}" destId="{1969EA11-3A0F-4981-BD94-7DA10CFF0C77}" srcOrd="10" destOrd="0" presId="urn:microsoft.com/office/officeart/2008/layout/LinedList"/>
    <dgm:cxn modelId="{4BBB5617-CA90-4828-B1EF-918688B2D542}" type="presParOf" srcId="{31FC2FDD-A2BB-418E-A0A0-AD490646CB98}" destId="{839B8A4C-B174-4152-A9AF-73BCF6EA329A}" srcOrd="11" destOrd="0" presId="urn:microsoft.com/office/officeart/2008/layout/LinedList"/>
    <dgm:cxn modelId="{E594058E-C3EC-4EAD-90C3-8A1076EAB19E}" type="presParOf" srcId="{839B8A4C-B174-4152-A9AF-73BCF6EA329A}" destId="{1931CC56-4602-4D0F-A801-B71FE1FFBEA1}" srcOrd="0" destOrd="0" presId="urn:microsoft.com/office/officeart/2008/layout/LinedList"/>
    <dgm:cxn modelId="{4942C04C-E00F-4D15-87BA-BBB3C2597153}" type="presParOf" srcId="{839B8A4C-B174-4152-A9AF-73BCF6EA329A}" destId="{F4F4F12D-FCD1-4EE3-A943-4C828E93B80A}" srcOrd="1" destOrd="0" presId="urn:microsoft.com/office/officeart/2008/layout/LinedList"/>
    <dgm:cxn modelId="{5B7F92E6-60F1-4B35-9FE9-3FE9380D60A7}" type="presParOf" srcId="{31FC2FDD-A2BB-418E-A0A0-AD490646CB98}" destId="{84328982-26D6-4039-9995-58D0AB339A23}" srcOrd="12" destOrd="0" presId="urn:microsoft.com/office/officeart/2008/layout/LinedList"/>
    <dgm:cxn modelId="{43B82857-4B20-49F0-8FBF-84F6C85927C2}" type="presParOf" srcId="{31FC2FDD-A2BB-418E-A0A0-AD490646CB98}" destId="{DFE88DE9-BC3C-4216-BE98-B830919833B5}" srcOrd="13" destOrd="0" presId="urn:microsoft.com/office/officeart/2008/layout/LinedList"/>
    <dgm:cxn modelId="{75ED933E-AC56-4850-9B4B-CE2B7B177600}" type="presParOf" srcId="{DFE88DE9-BC3C-4216-BE98-B830919833B5}" destId="{47E9D7AD-C7ED-467D-84A2-66D2B74DA1DA}" srcOrd="0" destOrd="0" presId="urn:microsoft.com/office/officeart/2008/layout/LinedList"/>
    <dgm:cxn modelId="{F59A8ABC-332A-4066-A13F-36B385708635}" type="presParOf" srcId="{DFE88DE9-BC3C-4216-BE98-B830919833B5}" destId="{AE9E73E3-C166-4A8B-9F82-C54DE23ADE8F}" srcOrd="1" destOrd="0" presId="urn:microsoft.com/office/officeart/2008/layout/LinedList"/>
    <dgm:cxn modelId="{4465DBCD-9354-46FE-916F-F13CEE973D54}" type="presParOf" srcId="{31FC2FDD-A2BB-418E-A0A0-AD490646CB98}" destId="{D69BBDEC-D660-4A59-A322-AE527518FB18}" srcOrd="14" destOrd="0" presId="urn:microsoft.com/office/officeart/2008/layout/LinedList"/>
    <dgm:cxn modelId="{39D82746-7F3E-4AA4-B7DC-5160E94C1F47}" type="presParOf" srcId="{31FC2FDD-A2BB-418E-A0A0-AD490646CB98}" destId="{B6E1EA98-6595-4830-B96E-2AAB5F9B8422}" srcOrd="15" destOrd="0" presId="urn:microsoft.com/office/officeart/2008/layout/LinedList"/>
    <dgm:cxn modelId="{67779227-826A-47C7-B273-60659B51AEB5}" type="presParOf" srcId="{B6E1EA98-6595-4830-B96E-2AAB5F9B8422}" destId="{29451FD4-47EF-4BB3-AE88-7D040FA1324E}" srcOrd="0" destOrd="0" presId="urn:microsoft.com/office/officeart/2008/layout/LinedList"/>
    <dgm:cxn modelId="{77F20EF3-0297-4538-B7EE-3C146F37FF1C}" type="presParOf" srcId="{B6E1EA98-6595-4830-B96E-2AAB5F9B8422}" destId="{2DBADC84-24A6-4AE9-A1E5-E42235053B4B}"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C5A19E-636D-45F0-874A-4BA826588EB1}"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818D5241-42FC-4522-A8B1-978B485471A2}">
      <dgm:prSet/>
      <dgm:spPr/>
      <dgm:t>
        <a:bodyPr/>
        <a:lstStyle/>
        <a:p>
          <a:r>
            <a:rPr lang="es-ES"/>
            <a:t>Absolute layout, si redimensionas la ventana, el botón no</a:t>
          </a:r>
          <a:endParaRPr lang="en-US"/>
        </a:p>
      </dgm:t>
    </dgm:pt>
    <dgm:pt modelId="{F6C2A45C-5175-4120-BADB-BA516609C14E}" type="parTrans" cxnId="{17EE199A-3A97-4CB8-B325-D95651F4C3EB}">
      <dgm:prSet/>
      <dgm:spPr/>
      <dgm:t>
        <a:bodyPr/>
        <a:lstStyle/>
        <a:p>
          <a:endParaRPr lang="en-US"/>
        </a:p>
      </dgm:t>
    </dgm:pt>
    <dgm:pt modelId="{29816CD7-14DF-49A9-A3A6-B12FB934FB48}" type="sibTrans" cxnId="{17EE199A-3A97-4CB8-B325-D95651F4C3EB}">
      <dgm:prSet/>
      <dgm:spPr/>
      <dgm:t>
        <a:bodyPr/>
        <a:lstStyle/>
        <a:p>
          <a:endParaRPr lang="en-US"/>
        </a:p>
      </dgm:t>
    </dgm:pt>
    <dgm:pt modelId="{AE861A79-F9C1-4B80-BD8F-AEAD03D1CE21}">
      <dgm:prSet/>
      <dgm:spPr/>
      <dgm:t>
        <a:bodyPr/>
        <a:lstStyle/>
        <a:p>
          <a:r>
            <a:rPr lang="es-ES"/>
            <a:t>Se modificaría su posición</a:t>
          </a:r>
          <a:endParaRPr lang="en-US"/>
        </a:p>
      </dgm:t>
    </dgm:pt>
    <dgm:pt modelId="{038DC920-A8C8-4EA7-8707-122E5E25B633}" type="parTrans" cxnId="{E926A150-1827-4189-85E2-7B7F469B70D9}">
      <dgm:prSet/>
      <dgm:spPr/>
      <dgm:t>
        <a:bodyPr/>
        <a:lstStyle/>
        <a:p>
          <a:endParaRPr lang="en-US"/>
        </a:p>
      </dgm:t>
    </dgm:pt>
    <dgm:pt modelId="{B9220137-AB19-409F-B13C-50E0B1973A18}" type="sibTrans" cxnId="{E926A150-1827-4189-85E2-7B7F469B70D9}">
      <dgm:prSet/>
      <dgm:spPr/>
      <dgm:t>
        <a:bodyPr/>
        <a:lstStyle/>
        <a:p>
          <a:endParaRPr lang="en-US"/>
        </a:p>
      </dgm:t>
    </dgm:pt>
    <dgm:pt modelId="{8E153F0A-8598-4BF4-B498-1DA0E2982F9C}" type="pres">
      <dgm:prSet presAssocID="{4AC5A19E-636D-45F0-874A-4BA826588EB1}" presName="diagram" presStyleCnt="0">
        <dgm:presLayoutVars>
          <dgm:dir/>
          <dgm:resizeHandles val="exact"/>
        </dgm:presLayoutVars>
      </dgm:prSet>
      <dgm:spPr/>
    </dgm:pt>
    <dgm:pt modelId="{A6B64F3B-F0CF-4D1A-A9F3-F5C97C02B5EB}" type="pres">
      <dgm:prSet presAssocID="{818D5241-42FC-4522-A8B1-978B485471A2}" presName="arrow" presStyleLbl="node1" presStyleIdx="0" presStyleCnt="2">
        <dgm:presLayoutVars>
          <dgm:bulletEnabled val="1"/>
        </dgm:presLayoutVars>
      </dgm:prSet>
      <dgm:spPr/>
    </dgm:pt>
    <dgm:pt modelId="{5332909D-570D-4EC9-B5C5-843AA3EDFC41}" type="pres">
      <dgm:prSet presAssocID="{AE861A79-F9C1-4B80-BD8F-AEAD03D1CE21}" presName="arrow" presStyleLbl="node1" presStyleIdx="1" presStyleCnt="2">
        <dgm:presLayoutVars>
          <dgm:bulletEnabled val="1"/>
        </dgm:presLayoutVars>
      </dgm:prSet>
      <dgm:spPr/>
    </dgm:pt>
  </dgm:ptLst>
  <dgm:cxnLst>
    <dgm:cxn modelId="{D5590965-54C7-4525-AED0-C024C6049A9D}" type="presOf" srcId="{AE861A79-F9C1-4B80-BD8F-AEAD03D1CE21}" destId="{5332909D-570D-4EC9-B5C5-843AA3EDFC41}" srcOrd="0" destOrd="0" presId="urn:microsoft.com/office/officeart/2005/8/layout/arrow5"/>
    <dgm:cxn modelId="{E926A150-1827-4189-85E2-7B7F469B70D9}" srcId="{4AC5A19E-636D-45F0-874A-4BA826588EB1}" destId="{AE861A79-F9C1-4B80-BD8F-AEAD03D1CE21}" srcOrd="1" destOrd="0" parTransId="{038DC920-A8C8-4EA7-8707-122E5E25B633}" sibTransId="{B9220137-AB19-409F-B13C-50E0B1973A18}"/>
    <dgm:cxn modelId="{BFAB7F58-5A3C-45BF-A050-7CA6332105F0}" type="presOf" srcId="{818D5241-42FC-4522-A8B1-978B485471A2}" destId="{A6B64F3B-F0CF-4D1A-A9F3-F5C97C02B5EB}" srcOrd="0" destOrd="0" presId="urn:microsoft.com/office/officeart/2005/8/layout/arrow5"/>
    <dgm:cxn modelId="{17EE199A-3A97-4CB8-B325-D95651F4C3EB}" srcId="{4AC5A19E-636D-45F0-874A-4BA826588EB1}" destId="{818D5241-42FC-4522-A8B1-978B485471A2}" srcOrd="0" destOrd="0" parTransId="{F6C2A45C-5175-4120-BADB-BA516609C14E}" sibTransId="{29816CD7-14DF-49A9-A3A6-B12FB934FB48}"/>
    <dgm:cxn modelId="{0D3294AC-9E01-4CEA-81D0-CD6B313E5A88}" type="presOf" srcId="{4AC5A19E-636D-45F0-874A-4BA826588EB1}" destId="{8E153F0A-8598-4BF4-B498-1DA0E2982F9C}" srcOrd="0" destOrd="0" presId="urn:microsoft.com/office/officeart/2005/8/layout/arrow5"/>
    <dgm:cxn modelId="{44D91D21-63E6-4DC7-9155-9BDA6EDBCC49}" type="presParOf" srcId="{8E153F0A-8598-4BF4-B498-1DA0E2982F9C}" destId="{A6B64F3B-F0CF-4D1A-A9F3-F5C97C02B5EB}" srcOrd="0" destOrd="0" presId="urn:microsoft.com/office/officeart/2005/8/layout/arrow5"/>
    <dgm:cxn modelId="{7A6234A7-AC2D-4052-8A9C-A6BC07B46DA0}" type="presParOf" srcId="{8E153F0A-8598-4BF4-B498-1DA0E2982F9C}" destId="{5332909D-570D-4EC9-B5C5-843AA3EDFC41}"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13F5A1-AF73-4C24-9701-1A3F267AFE5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s-ES"/>
        </a:p>
      </dgm:t>
    </dgm:pt>
    <dgm:pt modelId="{9454DFD6-8407-4613-AA43-8E2BFA28CCE9}">
      <dgm:prSet phldrT="[Texto]" custT="1"/>
      <dgm:spPr/>
      <dgm:t>
        <a:bodyPr/>
        <a:lstStyle/>
        <a:p>
          <a:pPr>
            <a:buSzPts val="1000"/>
            <a:buFont typeface="Symbol" panose="05050102010706020507" pitchFamily="18" charset="2"/>
            <a:buChar char=""/>
          </a:pPr>
          <a:r>
            <a:rPr lang="es-ES" sz="2400" b="1"/>
            <a:t>Características:</a:t>
          </a:r>
          <a:endParaRPr lang="es-ES" sz="2400"/>
        </a:p>
      </dgm:t>
    </dgm:pt>
    <dgm:pt modelId="{E61F13F6-5CDE-4828-AE01-033AF3D2BE9F}" type="parTrans" cxnId="{E2207B11-84F1-4251-9009-BA2A379E7EB2}">
      <dgm:prSet/>
      <dgm:spPr/>
      <dgm:t>
        <a:bodyPr/>
        <a:lstStyle/>
        <a:p>
          <a:endParaRPr lang="es-ES" sz="2800"/>
        </a:p>
      </dgm:t>
    </dgm:pt>
    <dgm:pt modelId="{C31B835C-C071-4381-AA57-1541B45227EE}" type="sibTrans" cxnId="{E2207B11-84F1-4251-9009-BA2A379E7EB2}">
      <dgm:prSet/>
      <dgm:spPr/>
      <dgm:t>
        <a:bodyPr/>
        <a:lstStyle/>
        <a:p>
          <a:endParaRPr lang="es-ES" sz="2800"/>
        </a:p>
      </dgm:t>
    </dgm:pt>
    <dgm:pt modelId="{42D17112-99D6-45FF-8470-4502631F3BC9}">
      <dgm:prSet custT="1"/>
      <dgm:spPr/>
      <dgm:t>
        <a:bodyPr/>
        <a:lstStyle/>
        <a:p>
          <a:pPr>
            <a:buSzPts val="1000"/>
            <a:buFont typeface="Courier New" panose="02070309020205020404" pitchFamily="49" charset="0"/>
            <a:buChar char="o"/>
          </a:pPr>
          <a:r>
            <a:rPr lang="es-ES" sz="1800"/>
            <a:t>Los JButton son componentes que permiten al usuario activar una acción o evento al hacer clic en ellos.</a:t>
          </a:r>
        </a:p>
      </dgm:t>
    </dgm:pt>
    <dgm:pt modelId="{95A29C2B-24AC-45CA-B886-B1267E60D2B0}" type="parTrans" cxnId="{4D4800DF-1A06-4836-8020-71CBD091FFBB}">
      <dgm:prSet/>
      <dgm:spPr/>
      <dgm:t>
        <a:bodyPr/>
        <a:lstStyle/>
        <a:p>
          <a:endParaRPr lang="es-ES" sz="2800"/>
        </a:p>
      </dgm:t>
    </dgm:pt>
    <dgm:pt modelId="{D8C99866-08CE-4C66-865B-9FACABFA676E}" type="sibTrans" cxnId="{4D4800DF-1A06-4836-8020-71CBD091FFBB}">
      <dgm:prSet/>
      <dgm:spPr/>
      <dgm:t>
        <a:bodyPr/>
        <a:lstStyle/>
        <a:p>
          <a:endParaRPr lang="es-ES" sz="2800"/>
        </a:p>
      </dgm:t>
    </dgm:pt>
    <dgm:pt modelId="{BEBCA18B-9C03-4AE4-82DD-3D3F62BF9AC4}">
      <dgm:prSet custT="1"/>
      <dgm:spPr/>
      <dgm:t>
        <a:bodyPr/>
        <a:lstStyle/>
        <a:p>
          <a:pPr>
            <a:buSzPts val="1000"/>
            <a:buFont typeface="Courier New" panose="02070309020205020404" pitchFamily="49" charset="0"/>
            <a:buChar char="o"/>
          </a:pPr>
          <a:r>
            <a:rPr lang="es-ES" sz="1800"/>
            <a:t>Pueden mostrar texto, íconos o una combinación de ambos.</a:t>
          </a:r>
        </a:p>
      </dgm:t>
    </dgm:pt>
    <dgm:pt modelId="{7FF38D8A-31E6-4179-919B-D4FF7AF69736}" type="parTrans" cxnId="{AC27FB95-51EC-4213-9384-A4E6D32FB2DB}">
      <dgm:prSet/>
      <dgm:spPr/>
      <dgm:t>
        <a:bodyPr/>
        <a:lstStyle/>
        <a:p>
          <a:endParaRPr lang="es-ES" sz="2800"/>
        </a:p>
      </dgm:t>
    </dgm:pt>
    <dgm:pt modelId="{4768CBC7-3B55-49AC-B23C-88B629C1B600}" type="sibTrans" cxnId="{AC27FB95-51EC-4213-9384-A4E6D32FB2DB}">
      <dgm:prSet/>
      <dgm:spPr/>
      <dgm:t>
        <a:bodyPr/>
        <a:lstStyle/>
        <a:p>
          <a:endParaRPr lang="es-ES" sz="2800"/>
        </a:p>
      </dgm:t>
    </dgm:pt>
    <dgm:pt modelId="{5AA6B695-034D-4057-BE89-EA099271A94B}">
      <dgm:prSet custT="1"/>
      <dgm:spPr/>
      <dgm:t>
        <a:bodyPr/>
        <a:lstStyle/>
        <a:p>
          <a:pPr>
            <a:buSzPts val="1000"/>
            <a:buFont typeface="Courier New" panose="02070309020205020404" pitchFamily="49" charset="0"/>
            <a:buChar char="o"/>
          </a:pPr>
          <a:r>
            <a:rPr lang="es-ES" sz="1800"/>
            <a:t>Soportan la personalización de aspectos visuales como el color, el tamaño, y la fuente.</a:t>
          </a:r>
        </a:p>
      </dgm:t>
    </dgm:pt>
    <dgm:pt modelId="{0ED17D23-DB9F-464B-9E4A-6A8EC8E6A5B9}" type="parTrans" cxnId="{DBBC4688-BD49-4AE2-B556-19F611915E2F}">
      <dgm:prSet/>
      <dgm:spPr/>
      <dgm:t>
        <a:bodyPr/>
        <a:lstStyle/>
        <a:p>
          <a:endParaRPr lang="es-ES" sz="2800"/>
        </a:p>
      </dgm:t>
    </dgm:pt>
    <dgm:pt modelId="{8E78F0AD-0F38-4EB3-B7CF-5406FFD76CFE}" type="sibTrans" cxnId="{DBBC4688-BD49-4AE2-B556-19F611915E2F}">
      <dgm:prSet/>
      <dgm:spPr/>
      <dgm:t>
        <a:bodyPr/>
        <a:lstStyle/>
        <a:p>
          <a:endParaRPr lang="es-ES" sz="2800"/>
        </a:p>
      </dgm:t>
    </dgm:pt>
    <dgm:pt modelId="{8C919AAA-7327-4B96-BA0C-692558D42440}">
      <dgm:prSet custT="1"/>
      <dgm:spPr/>
      <dgm:t>
        <a:bodyPr/>
        <a:lstStyle/>
        <a:p>
          <a:pPr>
            <a:buSzPts val="1000"/>
            <a:buFont typeface="Courier New" panose="02070309020205020404" pitchFamily="49" charset="0"/>
            <a:buChar char="o"/>
          </a:pPr>
          <a:r>
            <a:rPr lang="es-ES" sz="1800"/>
            <a:t>Capacidad para añadir escuchadores de eventos (ActionListener) para manejar acciones específicas cuando el botón es presionado.</a:t>
          </a:r>
        </a:p>
      </dgm:t>
    </dgm:pt>
    <dgm:pt modelId="{26FA073C-E438-4A63-BCCC-2D6ED8606547}" type="parTrans" cxnId="{AB8DDD7E-F1DA-440D-A55E-4A4CD806A68D}">
      <dgm:prSet/>
      <dgm:spPr/>
      <dgm:t>
        <a:bodyPr/>
        <a:lstStyle/>
        <a:p>
          <a:endParaRPr lang="es-ES" sz="2800"/>
        </a:p>
      </dgm:t>
    </dgm:pt>
    <dgm:pt modelId="{555774CE-A3C2-47E2-BE8F-B7AE2C198DDD}" type="sibTrans" cxnId="{AB8DDD7E-F1DA-440D-A55E-4A4CD806A68D}">
      <dgm:prSet/>
      <dgm:spPr/>
      <dgm:t>
        <a:bodyPr/>
        <a:lstStyle/>
        <a:p>
          <a:endParaRPr lang="es-ES" sz="2800"/>
        </a:p>
      </dgm:t>
    </dgm:pt>
    <dgm:pt modelId="{4CFD1FE5-0723-4281-83B0-771F1682C66C}">
      <dgm:prSet custT="1"/>
      <dgm:spPr/>
      <dgm:t>
        <a:bodyPr/>
        <a:lstStyle/>
        <a:p>
          <a:r>
            <a:rPr lang="es-ES" sz="2400" b="1"/>
            <a:t>Campo de Aplicación:</a:t>
          </a:r>
          <a:endParaRPr lang="es-ES" sz="2400"/>
        </a:p>
      </dgm:t>
    </dgm:pt>
    <dgm:pt modelId="{5FF3D2FD-199B-41AA-BB85-C9C81B9039EC}" type="parTrans" cxnId="{6B84334C-0D28-4354-BFB7-28CF17C6519A}">
      <dgm:prSet/>
      <dgm:spPr/>
      <dgm:t>
        <a:bodyPr/>
        <a:lstStyle/>
        <a:p>
          <a:endParaRPr lang="es-ES" sz="2800"/>
        </a:p>
      </dgm:t>
    </dgm:pt>
    <dgm:pt modelId="{339E9D59-CCAB-460B-81B1-B23764D9A26B}" type="sibTrans" cxnId="{6B84334C-0D28-4354-BFB7-28CF17C6519A}">
      <dgm:prSet/>
      <dgm:spPr/>
      <dgm:t>
        <a:bodyPr/>
        <a:lstStyle/>
        <a:p>
          <a:endParaRPr lang="es-ES" sz="2800"/>
        </a:p>
      </dgm:t>
    </dgm:pt>
    <dgm:pt modelId="{72E460D8-0C62-4753-B4D2-74B5504B0BD6}">
      <dgm:prSet custT="1"/>
      <dgm:spPr/>
      <dgm:t>
        <a:bodyPr/>
        <a:lstStyle/>
        <a:p>
          <a:pPr>
            <a:buSzPts val="1000"/>
            <a:buFont typeface="Courier New" panose="02070309020205020404" pitchFamily="49" charset="0"/>
            <a:buChar char="o"/>
          </a:pPr>
          <a:r>
            <a:rPr lang="es-ES" sz="1800"/>
            <a:t>Uso en formularios para enviar datos, navegar entre pantallas o activar funciones específicas.</a:t>
          </a:r>
        </a:p>
      </dgm:t>
    </dgm:pt>
    <dgm:pt modelId="{5D0F934F-C304-4138-AFEA-ED054273B76A}" type="parTrans" cxnId="{2060BEB8-4D9E-4773-B412-0221A56893A2}">
      <dgm:prSet/>
      <dgm:spPr/>
      <dgm:t>
        <a:bodyPr/>
        <a:lstStyle/>
        <a:p>
          <a:endParaRPr lang="es-ES" sz="2800"/>
        </a:p>
      </dgm:t>
    </dgm:pt>
    <dgm:pt modelId="{35EC97AC-BF4D-4A37-B5FC-2B5F4F871ABD}" type="sibTrans" cxnId="{2060BEB8-4D9E-4773-B412-0221A56893A2}">
      <dgm:prSet/>
      <dgm:spPr/>
      <dgm:t>
        <a:bodyPr/>
        <a:lstStyle/>
        <a:p>
          <a:endParaRPr lang="es-ES" sz="2800"/>
        </a:p>
      </dgm:t>
    </dgm:pt>
    <dgm:pt modelId="{29B019FE-BEDE-46F5-B93F-8D4C4AA3401F}">
      <dgm:prSet custT="1"/>
      <dgm:spPr/>
      <dgm:t>
        <a:bodyPr/>
        <a:lstStyle/>
        <a:p>
          <a:pPr>
            <a:buSzPts val="1000"/>
            <a:buFont typeface="Courier New" panose="02070309020205020404" pitchFamily="49" charset="0"/>
            <a:buChar char="o"/>
          </a:pPr>
          <a:r>
            <a:rPr lang="es-ES" sz="1800"/>
            <a:t>En barras de herramientas para ejecutar acciones comunes como guardar, abrir, o cerrar archivos.</a:t>
          </a:r>
        </a:p>
      </dgm:t>
    </dgm:pt>
    <dgm:pt modelId="{CAB0EBF4-09E3-4F1B-8F71-E7347EEBFE14}" type="parTrans" cxnId="{C39FB758-825F-46B6-B5E0-30562D1ABC07}">
      <dgm:prSet/>
      <dgm:spPr/>
      <dgm:t>
        <a:bodyPr/>
        <a:lstStyle/>
        <a:p>
          <a:endParaRPr lang="es-ES" sz="2800"/>
        </a:p>
      </dgm:t>
    </dgm:pt>
    <dgm:pt modelId="{F2901671-85F7-443B-A7CE-7236FBA70D5A}" type="sibTrans" cxnId="{C39FB758-825F-46B6-B5E0-30562D1ABC07}">
      <dgm:prSet/>
      <dgm:spPr/>
      <dgm:t>
        <a:bodyPr/>
        <a:lstStyle/>
        <a:p>
          <a:endParaRPr lang="es-ES" sz="2800"/>
        </a:p>
      </dgm:t>
    </dgm:pt>
    <dgm:pt modelId="{220AB4EF-BAB4-401C-83A8-9AD638FAED94}" type="pres">
      <dgm:prSet presAssocID="{8313F5A1-AF73-4C24-9701-1A3F267AFE5B}" presName="vert0" presStyleCnt="0">
        <dgm:presLayoutVars>
          <dgm:dir/>
          <dgm:animOne val="branch"/>
          <dgm:animLvl val="lvl"/>
        </dgm:presLayoutVars>
      </dgm:prSet>
      <dgm:spPr/>
    </dgm:pt>
    <dgm:pt modelId="{3AF05298-71AD-47B9-92F6-7F0FDE3F77A8}" type="pres">
      <dgm:prSet presAssocID="{9454DFD6-8407-4613-AA43-8E2BFA28CCE9}" presName="thickLine" presStyleLbl="alignNode1" presStyleIdx="0" presStyleCnt="2"/>
      <dgm:spPr/>
    </dgm:pt>
    <dgm:pt modelId="{94139B2E-E768-4F1A-96E9-9B7B00E54453}" type="pres">
      <dgm:prSet presAssocID="{9454DFD6-8407-4613-AA43-8E2BFA28CCE9}" presName="horz1" presStyleCnt="0"/>
      <dgm:spPr/>
    </dgm:pt>
    <dgm:pt modelId="{E2A1DDDB-48A9-4615-A49F-005FCFE2B3DC}" type="pres">
      <dgm:prSet presAssocID="{9454DFD6-8407-4613-AA43-8E2BFA28CCE9}" presName="tx1" presStyleLbl="revTx" presStyleIdx="0" presStyleCnt="8"/>
      <dgm:spPr/>
    </dgm:pt>
    <dgm:pt modelId="{EFDB680A-2490-454D-8FC9-DA0B9313FD56}" type="pres">
      <dgm:prSet presAssocID="{9454DFD6-8407-4613-AA43-8E2BFA28CCE9}" presName="vert1" presStyleCnt="0"/>
      <dgm:spPr/>
    </dgm:pt>
    <dgm:pt modelId="{F29A9AD2-B8A6-41CE-982D-9BCD86B18022}" type="pres">
      <dgm:prSet presAssocID="{42D17112-99D6-45FF-8470-4502631F3BC9}" presName="vertSpace2a" presStyleCnt="0"/>
      <dgm:spPr/>
    </dgm:pt>
    <dgm:pt modelId="{E7018CFE-8335-45B3-A330-B05324028C5E}" type="pres">
      <dgm:prSet presAssocID="{42D17112-99D6-45FF-8470-4502631F3BC9}" presName="horz2" presStyleCnt="0"/>
      <dgm:spPr/>
    </dgm:pt>
    <dgm:pt modelId="{7C1930C0-CF34-4DD1-A49F-703937B75670}" type="pres">
      <dgm:prSet presAssocID="{42D17112-99D6-45FF-8470-4502631F3BC9}" presName="horzSpace2" presStyleCnt="0"/>
      <dgm:spPr/>
    </dgm:pt>
    <dgm:pt modelId="{3EB23117-AE89-46BE-A3B2-AE2D74B8685D}" type="pres">
      <dgm:prSet presAssocID="{42D17112-99D6-45FF-8470-4502631F3BC9}" presName="tx2" presStyleLbl="revTx" presStyleIdx="1" presStyleCnt="8"/>
      <dgm:spPr/>
    </dgm:pt>
    <dgm:pt modelId="{CB04A7B9-5FB2-4918-917F-6A06E05E9F4D}" type="pres">
      <dgm:prSet presAssocID="{42D17112-99D6-45FF-8470-4502631F3BC9}" presName="vert2" presStyleCnt="0"/>
      <dgm:spPr/>
    </dgm:pt>
    <dgm:pt modelId="{422C1C6C-F309-4705-89C9-9BAD75D78DC1}" type="pres">
      <dgm:prSet presAssocID="{42D17112-99D6-45FF-8470-4502631F3BC9}" presName="thinLine2b" presStyleLbl="callout" presStyleIdx="0" presStyleCnt="6"/>
      <dgm:spPr/>
    </dgm:pt>
    <dgm:pt modelId="{4C4504D2-1D6E-4B70-8074-1BDDA494A84F}" type="pres">
      <dgm:prSet presAssocID="{42D17112-99D6-45FF-8470-4502631F3BC9}" presName="vertSpace2b" presStyleCnt="0"/>
      <dgm:spPr/>
    </dgm:pt>
    <dgm:pt modelId="{6C0EF4A4-D1A5-429D-BC43-8CD99CC038C7}" type="pres">
      <dgm:prSet presAssocID="{BEBCA18B-9C03-4AE4-82DD-3D3F62BF9AC4}" presName="horz2" presStyleCnt="0"/>
      <dgm:spPr/>
    </dgm:pt>
    <dgm:pt modelId="{C7A42EBC-BF7F-4CEA-BC99-05984EDFDE67}" type="pres">
      <dgm:prSet presAssocID="{BEBCA18B-9C03-4AE4-82DD-3D3F62BF9AC4}" presName="horzSpace2" presStyleCnt="0"/>
      <dgm:spPr/>
    </dgm:pt>
    <dgm:pt modelId="{B2733CE0-93CE-429E-80BD-354E2929BF4C}" type="pres">
      <dgm:prSet presAssocID="{BEBCA18B-9C03-4AE4-82DD-3D3F62BF9AC4}" presName="tx2" presStyleLbl="revTx" presStyleIdx="2" presStyleCnt="8"/>
      <dgm:spPr/>
    </dgm:pt>
    <dgm:pt modelId="{06C799C3-D719-4D2D-A052-C426B918E51D}" type="pres">
      <dgm:prSet presAssocID="{BEBCA18B-9C03-4AE4-82DD-3D3F62BF9AC4}" presName="vert2" presStyleCnt="0"/>
      <dgm:spPr/>
    </dgm:pt>
    <dgm:pt modelId="{D03A89AB-A317-4FDC-A917-760EFD474A92}" type="pres">
      <dgm:prSet presAssocID="{BEBCA18B-9C03-4AE4-82DD-3D3F62BF9AC4}" presName="thinLine2b" presStyleLbl="callout" presStyleIdx="1" presStyleCnt="6"/>
      <dgm:spPr/>
    </dgm:pt>
    <dgm:pt modelId="{BD0EAA3C-D222-4522-A8E1-5AE7DD2E57C8}" type="pres">
      <dgm:prSet presAssocID="{BEBCA18B-9C03-4AE4-82DD-3D3F62BF9AC4}" presName="vertSpace2b" presStyleCnt="0"/>
      <dgm:spPr/>
    </dgm:pt>
    <dgm:pt modelId="{88F2017C-6B0A-4BE6-8D83-88AFD6F67D24}" type="pres">
      <dgm:prSet presAssocID="{5AA6B695-034D-4057-BE89-EA099271A94B}" presName="horz2" presStyleCnt="0"/>
      <dgm:spPr/>
    </dgm:pt>
    <dgm:pt modelId="{28B1A321-AB36-4ED7-BD57-E2003B27663D}" type="pres">
      <dgm:prSet presAssocID="{5AA6B695-034D-4057-BE89-EA099271A94B}" presName="horzSpace2" presStyleCnt="0"/>
      <dgm:spPr/>
    </dgm:pt>
    <dgm:pt modelId="{2FB17DB4-552F-4B01-987D-79D2EE99CFE8}" type="pres">
      <dgm:prSet presAssocID="{5AA6B695-034D-4057-BE89-EA099271A94B}" presName="tx2" presStyleLbl="revTx" presStyleIdx="3" presStyleCnt="8"/>
      <dgm:spPr/>
    </dgm:pt>
    <dgm:pt modelId="{E121780E-9E83-4336-B642-1B9E67694B9C}" type="pres">
      <dgm:prSet presAssocID="{5AA6B695-034D-4057-BE89-EA099271A94B}" presName="vert2" presStyleCnt="0"/>
      <dgm:spPr/>
    </dgm:pt>
    <dgm:pt modelId="{F2FEF064-8D5A-491E-89D9-83195FF5BD56}" type="pres">
      <dgm:prSet presAssocID="{5AA6B695-034D-4057-BE89-EA099271A94B}" presName="thinLine2b" presStyleLbl="callout" presStyleIdx="2" presStyleCnt="6"/>
      <dgm:spPr/>
    </dgm:pt>
    <dgm:pt modelId="{49CB8C95-BB02-4E14-8C88-752DDB7246B0}" type="pres">
      <dgm:prSet presAssocID="{5AA6B695-034D-4057-BE89-EA099271A94B}" presName="vertSpace2b" presStyleCnt="0"/>
      <dgm:spPr/>
    </dgm:pt>
    <dgm:pt modelId="{8CA49681-BD9D-49A6-8A1C-F612911FD918}" type="pres">
      <dgm:prSet presAssocID="{8C919AAA-7327-4B96-BA0C-692558D42440}" presName="horz2" presStyleCnt="0"/>
      <dgm:spPr/>
    </dgm:pt>
    <dgm:pt modelId="{B68A6CB4-80BA-4A1A-810A-7E27BEB7B2E6}" type="pres">
      <dgm:prSet presAssocID="{8C919AAA-7327-4B96-BA0C-692558D42440}" presName="horzSpace2" presStyleCnt="0"/>
      <dgm:spPr/>
    </dgm:pt>
    <dgm:pt modelId="{EE46F3E7-17F1-4717-8EE7-5F7BF5EC31F1}" type="pres">
      <dgm:prSet presAssocID="{8C919AAA-7327-4B96-BA0C-692558D42440}" presName="tx2" presStyleLbl="revTx" presStyleIdx="4" presStyleCnt="8"/>
      <dgm:spPr/>
    </dgm:pt>
    <dgm:pt modelId="{C010ECBE-528B-43F3-9204-7782F0E66A73}" type="pres">
      <dgm:prSet presAssocID="{8C919AAA-7327-4B96-BA0C-692558D42440}" presName="vert2" presStyleCnt="0"/>
      <dgm:spPr/>
    </dgm:pt>
    <dgm:pt modelId="{E5125972-E5B1-4FB6-82DC-F85DB3FCE56D}" type="pres">
      <dgm:prSet presAssocID="{8C919AAA-7327-4B96-BA0C-692558D42440}" presName="thinLine2b" presStyleLbl="callout" presStyleIdx="3" presStyleCnt="6"/>
      <dgm:spPr/>
    </dgm:pt>
    <dgm:pt modelId="{31FFA9B2-806E-458E-9E9F-08D13894EA39}" type="pres">
      <dgm:prSet presAssocID="{8C919AAA-7327-4B96-BA0C-692558D42440}" presName="vertSpace2b" presStyleCnt="0"/>
      <dgm:spPr/>
    </dgm:pt>
    <dgm:pt modelId="{C11E336A-BDD4-41F2-A1CB-79BFB63A2AC3}" type="pres">
      <dgm:prSet presAssocID="{4CFD1FE5-0723-4281-83B0-771F1682C66C}" presName="thickLine" presStyleLbl="alignNode1" presStyleIdx="1" presStyleCnt="2"/>
      <dgm:spPr/>
    </dgm:pt>
    <dgm:pt modelId="{08C2C606-D846-4D26-928C-32A9899655C5}" type="pres">
      <dgm:prSet presAssocID="{4CFD1FE5-0723-4281-83B0-771F1682C66C}" presName="horz1" presStyleCnt="0"/>
      <dgm:spPr/>
    </dgm:pt>
    <dgm:pt modelId="{6BE56790-DF3F-478D-A4E4-83289A82F19A}" type="pres">
      <dgm:prSet presAssocID="{4CFD1FE5-0723-4281-83B0-771F1682C66C}" presName="tx1" presStyleLbl="revTx" presStyleIdx="5" presStyleCnt="8"/>
      <dgm:spPr/>
    </dgm:pt>
    <dgm:pt modelId="{A8ECF048-152A-45B9-A3B3-70D294C0B014}" type="pres">
      <dgm:prSet presAssocID="{4CFD1FE5-0723-4281-83B0-771F1682C66C}" presName="vert1" presStyleCnt="0"/>
      <dgm:spPr/>
    </dgm:pt>
    <dgm:pt modelId="{2CA1921C-503A-4DB8-A449-53E815BDB7D3}" type="pres">
      <dgm:prSet presAssocID="{72E460D8-0C62-4753-B4D2-74B5504B0BD6}" presName="vertSpace2a" presStyleCnt="0"/>
      <dgm:spPr/>
    </dgm:pt>
    <dgm:pt modelId="{D1EA93B3-DCCF-4E6C-9DCE-C34CE5B6906A}" type="pres">
      <dgm:prSet presAssocID="{72E460D8-0C62-4753-B4D2-74B5504B0BD6}" presName="horz2" presStyleCnt="0"/>
      <dgm:spPr/>
    </dgm:pt>
    <dgm:pt modelId="{2553B79B-E22E-494A-90F8-94927D7A93E7}" type="pres">
      <dgm:prSet presAssocID="{72E460D8-0C62-4753-B4D2-74B5504B0BD6}" presName="horzSpace2" presStyleCnt="0"/>
      <dgm:spPr/>
    </dgm:pt>
    <dgm:pt modelId="{5790BE1D-0963-4EF5-8CB3-9A50274D90FB}" type="pres">
      <dgm:prSet presAssocID="{72E460D8-0C62-4753-B4D2-74B5504B0BD6}" presName="tx2" presStyleLbl="revTx" presStyleIdx="6" presStyleCnt="8"/>
      <dgm:spPr/>
    </dgm:pt>
    <dgm:pt modelId="{321EBD90-F40F-4521-AB61-0B9A6AD48499}" type="pres">
      <dgm:prSet presAssocID="{72E460D8-0C62-4753-B4D2-74B5504B0BD6}" presName="vert2" presStyleCnt="0"/>
      <dgm:spPr/>
    </dgm:pt>
    <dgm:pt modelId="{642D745A-3B5B-4EFF-97EF-77C2688F3434}" type="pres">
      <dgm:prSet presAssocID="{72E460D8-0C62-4753-B4D2-74B5504B0BD6}" presName="thinLine2b" presStyleLbl="callout" presStyleIdx="4" presStyleCnt="6"/>
      <dgm:spPr/>
    </dgm:pt>
    <dgm:pt modelId="{C4E3AE0D-D036-4377-9BD3-3028BE803858}" type="pres">
      <dgm:prSet presAssocID="{72E460D8-0C62-4753-B4D2-74B5504B0BD6}" presName="vertSpace2b" presStyleCnt="0"/>
      <dgm:spPr/>
    </dgm:pt>
    <dgm:pt modelId="{3317E9DF-C4A1-41A9-91A4-2C538A8D0005}" type="pres">
      <dgm:prSet presAssocID="{29B019FE-BEDE-46F5-B93F-8D4C4AA3401F}" presName="horz2" presStyleCnt="0"/>
      <dgm:spPr/>
    </dgm:pt>
    <dgm:pt modelId="{B6EBD53F-B7AD-4653-8D98-9D382FE5A62A}" type="pres">
      <dgm:prSet presAssocID="{29B019FE-BEDE-46F5-B93F-8D4C4AA3401F}" presName="horzSpace2" presStyleCnt="0"/>
      <dgm:spPr/>
    </dgm:pt>
    <dgm:pt modelId="{EE155C54-A21C-4711-8926-40577E9A4974}" type="pres">
      <dgm:prSet presAssocID="{29B019FE-BEDE-46F5-B93F-8D4C4AA3401F}" presName="tx2" presStyleLbl="revTx" presStyleIdx="7" presStyleCnt="8"/>
      <dgm:spPr/>
    </dgm:pt>
    <dgm:pt modelId="{795D04D9-3DA2-4617-A164-6FE132FA2084}" type="pres">
      <dgm:prSet presAssocID="{29B019FE-BEDE-46F5-B93F-8D4C4AA3401F}" presName="vert2" presStyleCnt="0"/>
      <dgm:spPr/>
    </dgm:pt>
    <dgm:pt modelId="{CFFFE10C-45F7-4592-A14F-B80B05F53877}" type="pres">
      <dgm:prSet presAssocID="{29B019FE-BEDE-46F5-B93F-8D4C4AA3401F}" presName="thinLine2b" presStyleLbl="callout" presStyleIdx="5" presStyleCnt="6"/>
      <dgm:spPr/>
    </dgm:pt>
    <dgm:pt modelId="{E03EA79F-E02B-4AE5-A128-E211BC6BFE6A}" type="pres">
      <dgm:prSet presAssocID="{29B019FE-BEDE-46F5-B93F-8D4C4AA3401F}" presName="vertSpace2b" presStyleCnt="0"/>
      <dgm:spPr/>
    </dgm:pt>
  </dgm:ptLst>
  <dgm:cxnLst>
    <dgm:cxn modelId="{E2207B11-84F1-4251-9009-BA2A379E7EB2}" srcId="{8313F5A1-AF73-4C24-9701-1A3F267AFE5B}" destId="{9454DFD6-8407-4613-AA43-8E2BFA28CCE9}" srcOrd="0" destOrd="0" parTransId="{E61F13F6-5CDE-4828-AE01-033AF3D2BE9F}" sibTransId="{C31B835C-C071-4381-AA57-1541B45227EE}"/>
    <dgm:cxn modelId="{319EA818-F8ED-4636-9EFB-3E407727713A}" type="presOf" srcId="{29B019FE-BEDE-46F5-B93F-8D4C4AA3401F}" destId="{EE155C54-A21C-4711-8926-40577E9A4974}" srcOrd="0" destOrd="0" presId="urn:microsoft.com/office/officeart/2008/layout/LinedList"/>
    <dgm:cxn modelId="{50CAFE33-C7A0-4060-852A-10B5C36A85E0}" type="presOf" srcId="{42D17112-99D6-45FF-8470-4502631F3BC9}" destId="{3EB23117-AE89-46BE-A3B2-AE2D74B8685D}" srcOrd="0" destOrd="0" presId="urn:microsoft.com/office/officeart/2008/layout/LinedList"/>
    <dgm:cxn modelId="{6B84334C-0D28-4354-BFB7-28CF17C6519A}" srcId="{8313F5A1-AF73-4C24-9701-1A3F267AFE5B}" destId="{4CFD1FE5-0723-4281-83B0-771F1682C66C}" srcOrd="1" destOrd="0" parTransId="{5FF3D2FD-199B-41AA-BB85-C9C81B9039EC}" sibTransId="{339E9D59-CCAB-460B-81B1-B23764D9A26B}"/>
    <dgm:cxn modelId="{DAF9A276-BB3C-4032-B659-AFA42D5C302B}" type="presOf" srcId="{8313F5A1-AF73-4C24-9701-1A3F267AFE5B}" destId="{220AB4EF-BAB4-401C-83A8-9AD638FAED94}" srcOrd="0" destOrd="0" presId="urn:microsoft.com/office/officeart/2008/layout/LinedList"/>
    <dgm:cxn modelId="{C39FB758-825F-46B6-B5E0-30562D1ABC07}" srcId="{4CFD1FE5-0723-4281-83B0-771F1682C66C}" destId="{29B019FE-BEDE-46F5-B93F-8D4C4AA3401F}" srcOrd="1" destOrd="0" parTransId="{CAB0EBF4-09E3-4F1B-8F71-E7347EEBFE14}" sibTransId="{F2901671-85F7-443B-A7CE-7236FBA70D5A}"/>
    <dgm:cxn modelId="{AB8DDD7E-F1DA-440D-A55E-4A4CD806A68D}" srcId="{9454DFD6-8407-4613-AA43-8E2BFA28CCE9}" destId="{8C919AAA-7327-4B96-BA0C-692558D42440}" srcOrd="3" destOrd="0" parTransId="{26FA073C-E438-4A63-BCCC-2D6ED8606547}" sibTransId="{555774CE-A3C2-47E2-BE8F-B7AE2C198DDD}"/>
    <dgm:cxn modelId="{DBBC4688-BD49-4AE2-B556-19F611915E2F}" srcId="{9454DFD6-8407-4613-AA43-8E2BFA28CCE9}" destId="{5AA6B695-034D-4057-BE89-EA099271A94B}" srcOrd="2" destOrd="0" parTransId="{0ED17D23-DB9F-464B-9E4A-6A8EC8E6A5B9}" sibTransId="{8E78F0AD-0F38-4EB3-B7CF-5406FFD76CFE}"/>
    <dgm:cxn modelId="{AC27FB95-51EC-4213-9384-A4E6D32FB2DB}" srcId="{9454DFD6-8407-4613-AA43-8E2BFA28CCE9}" destId="{BEBCA18B-9C03-4AE4-82DD-3D3F62BF9AC4}" srcOrd="1" destOrd="0" parTransId="{7FF38D8A-31E6-4179-919B-D4FF7AF69736}" sibTransId="{4768CBC7-3B55-49AC-B23C-88B629C1B600}"/>
    <dgm:cxn modelId="{6651C6AE-68E4-4590-806C-4A63A7817BA5}" type="presOf" srcId="{9454DFD6-8407-4613-AA43-8E2BFA28CCE9}" destId="{E2A1DDDB-48A9-4615-A49F-005FCFE2B3DC}" srcOrd="0" destOrd="0" presId="urn:microsoft.com/office/officeart/2008/layout/LinedList"/>
    <dgm:cxn modelId="{F586E9AE-2C2E-449B-8D83-7C5BFF5F595E}" type="presOf" srcId="{4CFD1FE5-0723-4281-83B0-771F1682C66C}" destId="{6BE56790-DF3F-478D-A4E4-83289A82F19A}" srcOrd="0" destOrd="0" presId="urn:microsoft.com/office/officeart/2008/layout/LinedList"/>
    <dgm:cxn modelId="{2060BEB8-4D9E-4773-B412-0221A56893A2}" srcId="{4CFD1FE5-0723-4281-83B0-771F1682C66C}" destId="{72E460D8-0C62-4753-B4D2-74B5504B0BD6}" srcOrd="0" destOrd="0" parTransId="{5D0F934F-C304-4138-AFEA-ED054273B76A}" sibTransId="{35EC97AC-BF4D-4A37-B5FC-2B5F4F871ABD}"/>
    <dgm:cxn modelId="{FEE6E2BE-44BA-4B0A-84DB-15F7115B2E26}" type="presOf" srcId="{BEBCA18B-9C03-4AE4-82DD-3D3F62BF9AC4}" destId="{B2733CE0-93CE-429E-80BD-354E2929BF4C}" srcOrd="0" destOrd="0" presId="urn:microsoft.com/office/officeart/2008/layout/LinedList"/>
    <dgm:cxn modelId="{D066C6D8-EF0A-4E1C-854B-61955B13EB6D}" type="presOf" srcId="{5AA6B695-034D-4057-BE89-EA099271A94B}" destId="{2FB17DB4-552F-4B01-987D-79D2EE99CFE8}" srcOrd="0" destOrd="0" presId="urn:microsoft.com/office/officeart/2008/layout/LinedList"/>
    <dgm:cxn modelId="{6A8920DE-E474-4768-95B0-4685437E998B}" type="presOf" srcId="{72E460D8-0C62-4753-B4D2-74B5504B0BD6}" destId="{5790BE1D-0963-4EF5-8CB3-9A50274D90FB}" srcOrd="0" destOrd="0" presId="urn:microsoft.com/office/officeart/2008/layout/LinedList"/>
    <dgm:cxn modelId="{A6DEFFDE-E9AE-4617-9003-55F02D2F4F70}" type="presOf" srcId="{8C919AAA-7327-4B96-BA0C-692558D42440}" destId="{EE46F3E7-17F1-4717-8EE7-5F7BF5EC31F1}" srcOrd="0" destOrd="0" presId="urn:microsoft.com/office/officeart/2008/layout/LinedList"/>
    <dgm:cxn modelId="{4D4800DF-1A06-4836-8020-71CBD091FFBB}" srcId="{9454DFD6-8407-4613-AA43-8E2BFA28CCE9}" destId="{42D17112-99D6-45FF-8470-4502631F3BC9}" srcOrd="0" destOrd="0" parTransId="{95A29C2B-24AC-45CA-B886-B1267E60D2B0}" sibTransId="{D8C99866-08CE-4C66-865B-9FACABFA676E}"/>
    <dgm:cxn modelId="{B4F3A9C6-A644-4811-AE70-B0C5CABE9891}" type="presParOf" srcId="{220AB4EF-BAB4-401C-83A8-9AD638FAED94}" destId="{3AF05298-71AD-47B9-92F6-7F0FDE3F77A8}" srcOrd="0" destOrd="0" presId="urn:microsoft.com/office/officeart/2008/layout/LinedList"/>
    <dgm:cxn modelId="{D56BA95C-3004-46EA-8527-E60BAB24AC8A}" type="presParOf" srcId="{220AB4EF-BAB4-401C-83A8-9AD638FAED94}" destId="{94139B2E-E768-4F1A-96E9-9B7B00E54453}" srcOrd="1" destOrd="0" presId="urn:microsoft.com/office/officeart/2008/layout/LinedList"/>
    <dgm:cxn modelId="{1213B1E0-3389-4A10-9BA4-8A5F269FA4B8}" type="presParOf" srcId="{94139B2E-E768-4F1A-96E9-9B7B00E54453}" destId="{E2A1DDDB-48A9-4615-A49F-005FCFE2B3DC}" srcOrd="0" destOrd="0" presId="urn:microsoft.com/office/officeart/2008/layout/LinedList"/>
    <dgm:cxn modelId="{8F5417DD-C40D-4F8D-B293-39EE730F0D49}" type="presParOf" srcId="{94139B2E-E768-4F1A-96E9-9B7B00E54453}" destId="{EFDB680A-2490-454D-8FC9-DA0B9313FD56}" srcOrd="1" destOrd="0" presId="urn:microsoft.com/office/officeart/2008/layout/LinedList"/>
    <dgm:cxn modelId="{7034013D-FDA4-434E-9A28-BF4454F34056}" type="presParOf" srcId="{EFDB680A-2490-454D-8FC9-DA0B9313FD56}" destId="{F29A9AD2-B8A6-41CE-982D-9BCD86B18022}" srcOrd="0" destOrd="0" presId="urn:microsoft.com/office/officeart/2008/layout/LinedList"/>
    <dgm:cxn modelId="{85911E06-749F-4BB5-9161-255427233581}" type="presParOf" srcId="{EFDB680A-2490-454D-8FC9-DA0B9313FD56}" destId="{E7018CFE-8335-45B3-A330-B05324028C5E}" srcOrd="1" destOrd="0" presId="urn:microsoft.com/office/officeart/2008/layout/LinedList"/>
    <dgm:cxn modelId="{1C2BF9E5-3054-44C3-9EBB-B54B906422E4}" type="presParOf" srcId="{E7018CFE-8335-45B3-A330-B05324028C5E}" destId="{7C1930C0-CF34-4DD1-A49F-703937B75670}" srcOrd="0" destOrd="0" presId="urn:microsoft.com/office/officeart/2008/layout/LinedList"/>
    <dgm:cxn modelId="{5FAB3F21-C17F-4FEE-812C-E00CB0E53D48}" type="presParOf" srcId="{E7018CFE-8335-45B3-A330-B05324028C5E}" destId="{3EB23117-AE89-46BE-A3B2-AE2D74B8685D}" srcOrd="1" destOrd="0" presId="urn:microsoft.com/office/officeart/2008/layout/LinedList"/>
    <dgm:cxn modelId="{28175F6B-1355-47BF-9F90-E578A589A6CC}" type="presParOf" srcId="{E7018CFE-8335-45B3-A330-B05324028C5E}" destId="{CB04A7B9-5FB2-4918-917F-6A06E05E9F4D}" srcOrd="2" destOrd="0" presId="urn:microsoft.com/office/officeart/2008/layout/LinedList"/>
    <dgm:cxn modelId="{10BA95D0-B9CA-4B3B-AFC7-834D7E7A982D}" type="presParOf" srcId="{EFDB680A-2490-454D-8FC9-DA0B9313FD56}" destId="{422C1C6C-F309-4705-89C9-9BAD75D78DC1}" srcOrd="2" destOrd="0" presId="urn:microsoft.com/office/officeart/2008/layout/LinedList"/>
    <dgm:cxn modelId="{44C6904E-44BF-407A-8009-8B805BBD9988}" type="presParOf" srcId="{EFDB680A-2490-454D-8FC9-DA0B9313FD56}" destId="{4C4504D2-1D6E-4B70-8074-1BDDA494A84F}" srcOrd="3" destOrd="0" presId="urn:microsoft.com/office/officeart/2008/layout/LinedList"/>
    <dgm:cxn modelId="{AC57FD5C-C1FA-468A-9D34-2987BADEB2F4}" type="presParOf" srcId="{EFDB680A-2490-454D-8FC9-DA0B9313FD56}" destId="{6C0EF4A4-D1A5-429D-BC43-8CD99CC038C7}" srcOrd="4" destOrd="0" presId="urn:microsoft.com/office/officeart/2008/layout/LinedList"/>
    <dgm:cxn modelId="{2F6266E0-0EC0-4674-84FE-1E33CC9B276B}" type="presParOf" srcId="{6C0EF4A4-D1A5-429D-BC43-8CD99CC038C7}" destId="{C7A42EBC-BF7F-4CEA-BC99-05984EDFDE67}" srcOrd="0" destOrd="0" presId="urn:microsoft.com/office/officeart/2008/layout/LinedList"/>
    <dgm:cxn modelId="{1B239230-C19D-4743-947D-F08C2B7D4E56}" type="presParOf" srcId="{6C0EF4A4-D1A5-429D-BC43-8CD99CC038C7}" destId="{B2733CE0-93CE-429E-80BD-354E2929BF4C}" srcOrd="1" destOrd="0" presId="urn:microsoft.com/office/officeart/2008/layout/LinedList"/>
    <dgm:cxn modelId="{B11A2693-5F02-45ED-A466-4C1862DEF5A6}" type="presParOf" srcId="{6C0EF4A4-D1A5-429D-BC43-8CD99CC038C7}" destId="{06C799C3-D719-4D2D-A052-C426B918E51D}" srcOrd="2" destOrd="0" presId="urn:microsoft.com/office/officeart/2008/layout/LinedList"/>
    <dgm:cxn modelId="{1E3659D8-5D7B-42A5-81C9-6443A97BDCF3}" type="presParOf" srcId="{EFDB680A-2490-454D-8FC9-DA0B9313FD56}" destId="{D03A89AB-A317-4FDC-A917-760EFD474A92}" srcOrd="5" destOrd="0" presId="urn:microsoft.com/office/officeart/2008/layout/LinedList"/>
    <dgm:cxn modelId="{2323B20E-4023-42DB-9E99-62F6BFC5E77C}" type="presParOf" srcId="{EFDB680A-2490-454D-8FC9-DA0B9313FD56}" destId="{BD0EAA3C-D222-4522-A8E1-5AE7DD2E57C8}" srcOrd="6" destOrd="0" presId="urn:microsoft.com/office/officeart/2008/layout/LinedList"/>
    <dgm:cxn modelId="{4C8CBF6A-B705-463D-A06D-3AADCA03B0C7}" type="presParOf" srcId="{EFDB680A-2490-454D-8FC9-DA0B9313FD56}" destId="{88F2017C-6B0A-4BE6-8D83-88AFD6F67D24}" srcOrd="7" destOrd="0" presId="urn:microsoft.com/office/officeart/2008/layout/LinedList"/>
    <dgm:cxn modelId="{A24A43F5-E2FE-449F-B3E5-EBCC0EE09AE8}" type="presParOf" srcId="{88F2017C-6B0A-4BE6-8D83-88AFD6F67D24}" destId="{28B1A321-AB36-4ED7-BD57-E2003B27663D}" srcOrd="0" destOrd="0" presId="urn:microsoft.com/office/officeart/2008/layout/LinedList"/>
    <dgm:cxn modelId="{A0C095D2-73F3-46AA-9311-ABF93ED0D2B7}" type="presParOf" srcId="{88F2017C-6B0A-4BE6-8D83-88AFD6F67D24}" destId="{2FB17DB4-552F-4B01-987D-79D2EE99CFE8}" srcOrd="1" destOrd="0" presId="urn:microsoft.com/office/officeart/2008/layout/LinedList"/>
    <dgm:cxn modelId="{F1675467-2416-43E1-85CB-23CF35134437}" type="presParOf" srcId="{88F2017C-6B0A-4BE6-8D83-88AFD6F67D24}" destId="{E121780E-9E83-4336-B642-1B9E67694B9C}" srcOrd="2" destOrd="0" presId="urn:microsoft.com/office/officeart/2008/layout/LinedList"/>
    <dgm:cxn modelId="{0AA86815-FA69-433A-976F-1A2F2845F03E}" type="presParOf" srcId="{EFDB680A-2490-454D-8FC9-DA0B9313FD56}" destId="{F2FEF064-8D5A-491E-89D9-83195FF5BD56}" srcOrd="8" destOrd="0" presId="urn:microsoft.com/office/officeart/2008/layout/LinedList"/>
    <dgm:cxn modelId="{8D7CA027-0C90-4A0D-BE50-7F95B7BB9EAD}" type="presParOf" srcId="{EFDB680A-2490-454D-8FC9-DA0B9313FD56}" destId="{49CB8C95-BB02-4E14-8C88-752DDB7246B0}" srcOrd="9" destOrd="0" presId="urn:microsoft.com/office/officeart/2008/layout/LinedList"/>
    <dgm:cxn modelId="{A478458D-30FE-45D1-A0AE-D8A76C037026}" type="presParOf" srcId="{EFDB680A-2490-454D-8FC9-DA0B9313FD56}" destId="{8CA49681-BD9D-49A6-8A1C-F612911FD918}" srcOrd="10" destOrd="0" presId="urn:microsoft.com/office/officeart/2008/layout/LinedList"/>
    <dgm:cxn modelId="{C52FEE13-B2EC-4F7B-86AB-56BF0D2C66C5}" type="presParOf" srcId="{8CA49681-BD9D-49A6-8A1C-F612911FD918}" destId="{B68A6CB4-80BA-4A1A-810A-7E27BEB7B2E6}" srcOrd="0" destOrd="0" presId="urn:microsoft.com/office/officeart/2008/layout/LinedList"/>
    <dgm:cxn modelId="{AD70EC7B-4AB1-4968-9520-DA1494DE7BEE}" type="presParOf" srcId="{8CA49681-BD9D-49A6-8A1C-F612911FD918}" destId="{EE46F3E7-17F1-4717-8EE7-5F7BF5EC31F1}" srcOrd="1" destOrd="0" presId="urn:microsoft.com/office/officeart/2008/layout/LinedList"/>
    <dgm:cxn modelId="{2784E38A-F932-4C40-84A6-ED81E2A8DDA8}" type="presParOf" srcId="{8CA49681-BD9D-49A6-8A1C-F612911FD918}" destId="{C010ECBE-528B-43F3-9204-7782F0E66A73}" srcOrd="2" destOrd="0" presId="urn:microsoft.com/office/officeart/2008/layout/LinedList"/>
    <dgm:cxn modelId="{1362E2A5-EE24-4B82-8DC2-6751823CD555}" type="presParOf" srcId="{EFDB680A-2490-454D-8FC9-DA0B9313FD56}" destId="{E5125972-E5B1-4FB6-82DC-F85DB3FCE56D}" srcOrd="11" destOrd="0" presId="urn:microsoft.com/office/officeart/2008/layout/LinedList"/>
    <dgm:cxn modelId="{25483F54-04C1-43B7-B1C5-720F4103BA18}" type="presParOf" srcId="{EFDB680A-2490-454D-8FC9-DA0B9313FD56}" destId="{31FFA9B2-806E-458E-9E9F-08D13894EA39}" srcOrd="12" destOrd="0" presId="urn:microsoft.com/office/officeart/2008/layout/LinedList"/>
    <dgm:cxn modelId="{E2D8B680-79DA-4EF7-A5C5-B02A88091219}" type="presParOf" srcId="{220AB4EF-BAB4-401C-83A8-9AD638FAED94}" destId="{C11E336A-BDD4-41F2-A1CB-79BFB63A2AC3}" srcOrd="2" destOrd="0" presId="urn:microsoft.com/office/officeart/2008/layout/LinedList"/>
    <dgm:cxn modelId="{389FA238-34C9-4E21-BBA7-12A10E34AFD3}" type="presParOf" srcId="{220AB4EF-BAB4-401C-83A8-9AD638FAED94}" destId="{08C2C606-D846-4D26-928C-32A9899655C5}" srcOrd="3" destOrd="0" presId="urn:microsoft.com/office/officeart/2008/layout/LinedList"/>
    <dgm:cxn modelId="{45BC31B7-3B5F-434C-A081-8551B1548A44}" type="presParOf" srcId="{08C2C606-D846-4D26-928C-32A9899655C5}" destId="{6BE56790-DF3F-478D-A4E4-83289A82F19A}" srcOrd="0" destOrd="0" presId="urn:microsoft.com/office/officeart/2008/layout/LinedList"/>
    <dgm:cxn modelId="{2E0B9284-7200-4340-B93F-0912C4EA4D98}" type="presParOf" srcId="{08C2C606-D846-4D26-928C-32A9899655C5}" destId="{A8ECF048-152A-45B9-A3B3-70D294C0B014}" srcOrd="1" destOrd="0" presId="urn:microsoft.com/office/officeart/2008/layout/LinedList"/>
    <dgm:cxn modelId="{69BB9F0A-E441-42B2-A683-51F80BD2A18F}" type="presParOf" srcId="{A8ECF048-152A-45B9-A3B3-70D294C0B014}" destId="{2CA1921C-503A-4DB8-A449-53E815BDB7D3}" srcOrd="0" destOrd="0" presId="urn:microsoft.com/office/officeart/2008/layout/LinedList"/>
    <dgm:cxn modelId="{2924D040-B3FD-4993-9D94-FC3D5531F070}" type="presParOf" srcId="{A8ECF048-152A-45B9-A3B3-70D294C0B014}" destId="{D1EA93B3-DCCF-4E6C-9DCE-C34CE5B6906A}" srcOrd="1" destOrd="0" presId="urn:microsoft.com/office/officeart/2008/layout/LinedList"/>
    <dgm:cxn modelId="{058F52DA-5255-4F44-9D10-E93A659A2608}" type="presParOf" srcId="{D1EA93B3-DCCF-4E6C-9DCE-C34CE5B6906A}" destId="{2553B79B-E22E-494A-90F8-94927D7A93E7}" srcOrd="0" destOrd="0" presId="urn:microsoft.com/office/officeart/2008/layout/LinedList"/>
    <dgm:cxn modelId="{1F801115-B85D-4E4D-970D-8EFCA37EBA78}" type="presParOf" srcId="{D1EA93B3-DCCF-4E6C-9DCE-C34CE5B6906A}" destId="{5790BE1D-0963-4EF5-8CB3-9A50274D90FB}" srcOrd="1" destOrd="0" presId="urn:microsoft.com/office/officeart/2008/layout/LinedList"/>
    <dgm:cxn modelId="{5CFDBE72-52C2-4EB8-8E50-612CF3EDA132}" type="presParOf" srcId="{D1EA93B3-DCCF-4E6C-9DCE-C34CE5B6906A}" destId="{321EBD90-F40F-4521-AB61-0B9A6AD48499}" srcOrd="2" destOrd="0" presId="urn:microsoft.com/office/officeart/2008/layout/LinedList"/>
    <dgm:cxn modelId="{9951091E-4B38-4065-8BF2-10CDA66E2405}" type="presParOf" srcId="{A8ECF048-152A-45B9-A3B3-70D294C0B014}" destId="{642D745A-3B5B-4EFF-97EF-77C2688F3434}" srcOrd="2" destOrd="0" presId="urn:microsoft.com/office/officeart/2008/layout/LinedList"/>
    <dgm:cxn modelId="{388AD8B2-B497-4561-B564-5722C1DC3CEA}" type="presParOf" srcId="{A8ECF048-152A-45B9-A3B3-70D294C0B014}" destId="{C4E3AE0D-D036-4377-9BD3-3028BE803858}" srcOrd="3" destOrd="0" presId="urn:microsoft.com/office/officeart/2008/layout/LinedList"/>
    <dgm:cxn modelId="{7588FAB5-C614-426E-9FB9-E08CBBF87DC9}" type="presParOf" srcId="{A8ECF048-152A-45B9-A3B3-70D294C0B014}" destId="{3317E9DF-C4A1-41A9-91A4-2C538A8D0005}" srcOrd="4" destOrd="0" presId="urn:microsoft.com/office/officeart/2008/layout/LinedList"/>
    <dgm:cxn modelId="{0E58EBB5-9216-4B59-9B1C-2AF9C71AAD98}" type="presParOf" srcId="{3317E9DF-C4A1-41A9-91A4-2C538A8D0005}" destId="{B6EBD53F-B7AD-4653-8D98-9D382FE5A62A}" srcOrd="0" destOrd="0" presId="urn:microsoft.com/office/officeart/2008/layout/LinedList"/>
    <dgm:cxn modelId="{2345BDD8-3B43-4187-A30B-8A2FDB3A0C2E}" type="presParOf" srcId="{3317E9DF-C4A1-41A9-91A4-2C538A8D0005}" destId="{EE155C54-A21C-4711-8926-40577E9A4974}" srcOrd="1" destOrd="0" presId="urn:microsoft.com/office/officeart/2008/layout/LinedList"/>
    <dgm:cxn modelId="{EF271CB7-8657-4446-BD97-20BB5245621B}" type="presParOf" srcId="{3317E9DF-C4A1-41A9-91A4-2C538A8D0005}" destId="{795D04D9-3DA2-4617-A164-6FE132FA2084}" srcOrd="2" destOrd="0" presId="urn:microsoft.com/office/officeart/2008/layout/LinedList"/>
    <dgm:cxn modelId="{6EDAB115-4C00-46DA-8D61-52DC99474478}" type="presParOf" srcId="{A8ECF048-152A-45B9-A3B3-70D294C0B014}" destId="{CFFFE10C-45F7-4592-A14F-B80B05F53877}" srcOrd="5" destOrd="0" presId="urn:microsoft.com/office/officeart/2008/layout/LinedList"/>
    <dgm:cxn modelId="{8E0AE801-985C-4DE8-BC60-948C5C8F815A}" type="presParOf" srcId="{A8ECF048-152A-45B9-A3B3-70D294C0B014}" destId="{E03EA79F-E02B-4AE5-A128-E211BC6BFE6A}"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03FD7E-31B5-4888-A0DF-8AC79DE42924}" type="doc">
      <dgm:prSet loTypeId="urn:microsoft.com/office/officeart/2008/layout/SquareAccentList" loCatId="list" qsTypeId="urn:microsoft.com/office/officeart/2005/8/quickstyle/simple1" qsCatId="simple" csTypeId="urn:microsoft.com/office/officeart/2005/8/colors/accent1_2" csCatId="accent1" phldr="1"/>
      <dgm:spPr/>
      <dgm:t>
        <a:bodyPr/>
        <a:lstStyle/>
        <a:p>
          <a:endParaRPr lang="es-ES"/>
        </a:p>
      </dgm:t>
    </dgm:pt>
    <dgm:pt modelId="{F3A65103-26BE-418E-9AF0-0066F65263E1}">
      <dgm:prSet phldrT="[Texto]" custT="1"/>
      <dgm:spPr/>
      <dgm:t>
        <a:bodyPr/>
        <a:lstStyle/>
        <a:p>
          <a:pPr>
            <a:buSzPts val="1000"/>
            <a:buFont typeface="Symbol" panose="05050102010706020507" pitchFamily="18" charset="2"/>
            <a:buChar char=""/>
          </a:pPr>
          <a:r>
            <a:rPr lang="es-ES" sz="1400" b="1"/>
            <a:t>Características:</a:t>
          </a:r>
          <a:endParaRPr lang="es-ES" sz="1400"/>
        </a:p>
      </dgm:t>
    </dgm:pt>
    <dgm:pt modelId="{5C8990FD-B570-4458-90DA-6E5121D6676C}" type="parTrans" cxnId="{1C5E92D0-AEA5-40BD-BE0C-9E0B26AD038E}">
      <dgm:prSet/>
      <dgm:spPr/>
      <dgm:t>
        <a:bodyPr/>
        <a:lstStyle/>
        <a:p>
          <a:endParaRPr lang="es-ES"/>
        </a:p>
      </dgm:t>
    </dgm:pt>
    <dgm:pt modelId="{62021F30-997F-40CB-930D-F7CF22938467}" type="sibTrans" cxnId="{1C5E92D0-AEA5-40BD-BE0C-9E0B26AD038E}">
      <dgm:prSet/>
      <dgm:spPr/>
      <dgm:t>
        <a:bodyPr/>
        <a:lstStyle/>
        <a:p>
          <a:endParaRPr lang="es-ES"/>
        </a:p>
      </dgm:t>
    </dgm:pt>
    <dgm:pt modelId="{EBB5EB8D-87D0-4950-A295-6F15BE9ECECC}">
      <dgm:prSet/>
      <dgm:spPr/>
      <dgm:t>
        <a:bodyPr/>
        <a:lstStyle/>
        <a:p>
          <a:r>
            <a:rPr lang="es-ES"/>
            <a:t>JTextField es un campo de entrada de una sola línea que permite al usuario introducir texto corto.</a:t>
          </a:r>
        </a:p>
      </dgm:t>
    </dgm:pt>
    <dgm:pt modelId="{043BAF9C-207A-4C86-B52D-6FC5746838FB}" type="parTrans" cxnId="{733EEB41-1D5C-4BD0-AC2D-1BB65B241CC4}">
      <dgm:prSet/>
      <dgm:spPr/>
      <dgm:t>
        <a:bodyPr/>
        <a:lstStyle/>
        <a:p>
          <a:endParaRPr lang="es-ES"/>
        </a:p>
      </dgm:t>
    </dgm:pt>
    <dgm:pt modelId="{3E563382-500A-42F7-AECD-73668E2F767B}" type="sibTrans" cxnId="{733EEB41-1D5C-4BD0-AC2D-1BB65B241CC4}">
      <dgm:prSet/>
      <dgm:spPr/>
      <dgm:t>
        <a:bodyPr/>
        <a:lstStyle/>
        <a:p>
          <a:endParaRPr lang="es-ES"/>
        </a:p>
      </dgm:t>
    </dgm:pt>
    <dgm:pt modelId="{B91AC565-6C8E-4ED2-BF38-3D21A91487C1}">
      <dgm:prSet/>
      <dgm:spPr/>
      <dgm:t>
        <a:bodyPr/>
        <a:lstStyle/>
        <a:p>
          <a:pPr>
            <a:buSzPts val="1000"/>
            <a:buFont typeface="Courier New" panose="02070309020205020404" pitchFamily="49" charset="0"/>
            <a:buChar char="o"/>
          </a:pPr>
          <a:r>
            <a:rPr lang="es-ES"/>
            <a:t>JTextArea es un campo de texto de múltiples líneas, utilizado para la entrada de texto más largo o para mostrar texto en formato de párrafo.</a:t>
          </a:r>
        </a:p>
      </dgm:t>
    </dgm:pt>
    <dgm:pt modelId="{EA16F709-B738-49F4-8BC4-585DE7C93640}" type="parTrans" cxnId="{D690B95D-8730-4E12-B8DA-256DD32FCC63}">
      <dgm:prSet/>
      <dgm:spPr/>
      <dgm:t>
        <a:bodyPr/>
        <a:lstStyle/>
        <a:p>
          <a:endParaRPr lang="es-ES"/>
        </a:p>
      </dgm:t>
    </dgm:pt>
    <dgm:pt modelId="{6A1E170C-B84E-4219-84FC-4DF269BAF25E}" type="sibTrans" cxnId="{D690B95D-8730-4E12-B8DA-256DD32FCC63}">
      <dgm:prSet/>
      <dgm:spPr/>
      <dgm:t>
        <a:bodyPr/>
        <a:lstStyle/>
        <a:p>
          <a:endParaRPr lang="es-ES"/>
        </a:p>
      </dgm:t>
    </dgm:pt>
    <dgm:pt modelId="{747A40F1-BE87-4B98-8618-47CE8D021247}">
      <dgm:prSet/>
      <dgm:spPr/>
      <dgm:t>
        <a:bodyPr/>
        <a:lstStyle/>
        <a:p>
          <a:pPr>
            <a:buSzPts val="1000"/>
            <a:buFont typeface="Courier New" panose="02070309020205020404" pitchFamily="49" charset="0"/>
            <a:buChar char="o"/>
          </a:pPr>
          <a:r>
            <a:rPr lang="es-ES"/>
            <a:t>Soportan la selección de texto, edición, y funciones como copiar, cortar, y pegar.</a:t>
          </a:r>
        </a:p>
      </dgm:t>
    </dgm:pt>
    <dgm:pt modelId="{7FBD7CF9-3E34-4698-86E9-DAF12BCCED58}" type="parTrans" cxnId="{179825B7-DCAD-4765-9F04-C54F982A5069}">
      <dgm:prSet/>
      <dgm:spPr/>
      <dgm:t>
        <a:bodyPr/>
        <a:lstStyle/>
        <a:p>
          <a:endParaRPr lang="es-ES"/>
        </a:p>
      </dgm:t>
    </dgm:pt>
    <dgm:pt modelId="{B551F5E2-A6CB-4B00-BC60-F099DAD0AAFD}" type="sibTrans" cxnId="{179825B7-DCAD-4765-9F04-C54F982A5069}">
      <dgm:prSet/>
      <dgm:spPr/>
      <dgm:t>
        <a:bodyPr/>
        <a:lstStyle/>
        <a:p>
          <a:endParaRPr lang="es-ES"/>
        </a:p>
      </dgm:t>
    </dgm:pt>
    <dgm:pt modelId="{A4AFC78B-8517-4B2A-979C-39607827E695}">
      <dgm:prSet/>
      <dgm:spPr/>
      <dgm:t>
        <a:bodyPr/>
        <a:lstStyle/>
        <a:p>
          <a:pPr>
            <a:buSzPts val="1000"/>
            <a:buFont typeface="Courier New" panose="02070309020205020404" pitchFamily="49" charset="0"/>
            <a:buChar char="o"/>
          </a:pPr>
          <a:r>
            <a:rPr lang="es-ES"/>
            <a:t>Pueden tener restricciones como número máximo de caracteres o solo permitir la entrada de ciertos tipos de datos (números, letras).</a:t>
          </a:r>
        </a:p>
      </dgm:t>
    </dgm:pt>
    <dgm:pt modelId="{4FD0BB72-F7F8-4ABB-A5AC-32D77A38FE7A}" type="parTrans" cxnId="{BFC1CF21-73F3-46D3-A558-CDA6F635D0DE}">
      <dgm:prSet/>
      <dgm:spPr/>
      <dgm:t>
        <a:bodyPr/>
        <a:lstStyle/>
        <a:p>
          <a:endParaRPr lang="es-ES"/>
        </a:p>
      </dgm:t>
    </dgm:pt>
    <dgm:pt modelId="{957BB1E8-52AB-4AFE-9D03-BD6979F11DF9}" type="sibTrans" cxnId="{BFC1CF21-73F3-46D3-A558-CDA6F635D0DE}">
      <dgm:prSet/>
      <dgm:spPr/>
      <dgm:t>
        <a:bodyPr/>
        <a:lstStyle/>
        <a:p>
          <a:endParaRPr lang="es-ES"/>
        </a:p>
      </dgm:t>
    </dgm:pt>
    <dgm:pt modelId="{089D737F-F4F0-4619-B463-DAA6B0DE0C9B}">
      <dgm:prSet custT="1"/>
      <dgm:spPr/>
      <dgm:t>
        <a:bodyPr/>
        <a:lstStyle/>
        <a:p>
          <a:r>
            <a:rPr lang="es-ES" sz="1400" b="1"/>
            <a:t>Campo de Aplicación:</a:t>
          </a:r>
          <a:endParaRPr lang="es-ES" sz="1400"/>
        </a:p>
      </dgm:t>
    </dgm:pt>
    <dgm:pt modelId="{3680B06F-E1FE-41A0-8377-9609BFD5243F}" type="parTrans" cxnId="{D990D0E8-7C71-4E8E-BD5D-3B8E29312F66}">
      <dgm:prSet/>
      <dgm:spPr/>
      <dgm:t>
        <a:bodyPr/>
        <a:lstStyle/>
        <a:p>
          <a:endParaRPr lang="es-ES"/>
        </a:p>
      </dgm:t>
    </dgm:pt>
    <dgm:pt modelId="{FC4A99B2-2DC3-4908-9900-B5CB9F93E1DD}" type="sibTrans" cxnId="{D990D0E8-7C71-4E8E-BD5D-3B8E29312F66}">
      <dgm:prSet/>
      <dgm:spPr/>
      <dgm:t>
        <a:bodyPr/>
        <a:lstStyle/>
        <a:p>
          <a:endParaRPr lang="es-ES"/>
        </a:p>
      </dgm:t>
    </dgm:pt>
    <dgm:pt modelId="{828872FD-F776-4FD0-9A2C-047333DDD473}">
      <dgm:prSet/>
      <dgm:spPr/>
      <dgm:t>
        <a:bodyPr/>
        <a:lstStyle/>
        <a:p>
          <a:r>
            <a:rPr lang="es-ES"/>
            <a:t>Formularios donde se requiere la entrada de datos, como nombres, direcciones de correo electrónico o comentarios.</a:t>
          </a:r>
        </a:p>
      </dgm:t>
    </dgm:pt>
    <dgm:pt modelId="{F1FE652B-E0B8-4787-AFDD-7CB2CB3A3812}" type="parTrans" cxnId="{73190644-FF7C-476B-A04D-1265773D8C19}">
      <dgm:prSet/>
      <dgm:spPr/>
      <dgm:t>
        <a:bodyPr/>
        <a:lstStyle/>
        <a:p>
          <a:endParaRPr lang="es-ES"/>
        </a:p>
      </dgm:t>
    </dgm:pt>
    <dgm:pt modelId="{C94A8F46-CDFE-423C-90B9-8FA057D14A38}" type="sibTrans" cxnId="{73190644-FF7C-476B-A04D-1265773D8C19}">
      <dgm:prSet/>
      <dgm:spPr/>
      <dgm:t>
        <a:bodyPr/>
        <a:lstStyle/>
        <a:p>
          <a:endParaRPr lang="es-ES"/>
        </a:p>
      </dgm:t>
    </dgm:pt>
    <dgm:pt modelId="{C30D63F3-1496-40F9-A239-0265E4A49AF2}">
      <dgm:prSet/>
      <dgm:spPr/>
      <dgm:t>
        <a:bodyPr/>
        <a:lstStyle/>
        <a:p>
          <a:pPr>
            <a:buSzPts val="1000"/>
            <a:buFont typeface="Courier New" panose="02070309020205020404" pitchFamily="49" charset="0"/>
            <a:buChar char="o"/>
          </a:pPr>
          <a:r>
            <a:rPr lang="es-ES"/>
            <a:t>Áreas de entrada y visualización de texto en aplicaciones como editores de texto, comentarios en foros, o chat.</a:t>
          </a:r>
        </a:p>
      </dgm:t>
    </dgm:pt>
    <dgm:pt modelId="{2F823DF4-9464-4E12-A277-6667EF113DCA}" type="parTrans" cxnId="{529D083E-B618-4CC9-8432-4A682AD818C0}">
      <dgm:prSet/>
      <dgm:spPr/>
      <dgm:t>
        <a:bodyPr/>
        <a:lstStyle/>
        <a:p>
          <a:endParaRPr lang="es-ES"/>
        </a:p>
      </dgm:t>
    </dgm:pt>
    <dgm:pt modelId="{6C8FDB9A-621B-432B-BC49-2C6A66421F5A}" type="sibTrans" cxnId="{529D083E-B618-4CC9-8432-4A682AD818C0}">
      <dgm:prSet/>
      <dgm:spPr/>
      <dgm:t>
        <a:bodyPr/>
        <a:lstStyle/>
        <a:p>
          <a:endParaRPr lang="es-ES"/>
        </a:p>
      </dgm:t>
    </dgm:pt>
    <dgm:pt modelId="{CA81B880-0D51-4747-93C9-8BFAFFBD4C05}" type="pres">
      <dgm:prSet presAssocID="{A203FD7E-31B5-4888-A0DF-8AC79DE42924}" presName="layout" presStyleCnt="0">
        <dgm:presLayoutVars>
          <dgm:chMax/>
          <dgm:chPref/>
          <dgm:dir/>
          <dgm:resizeHandles/>
        </dgm:presLayoutVars>
      </dgm:prSet>
      <dgm:spPr/>
    </dgm:pt>
    <dgm:pt modelId="{C67DB574-943D-4DD8-ADD5-E75D44CE7DCD}" type="pres">
      <dgm:prSet presAssocID="{F3A65103-26BE-418E-9AF0-0066F65263E1}" presName="root" presStyleCnt="0">
        <dgm:presLayoutVars>
          <dgm:chMax/>
          <dgm:chPref/>
        </dgm:presLayoutVars>
      </dgm:prSet>
      <dgm:spPr/>
    </dgm:pt>
    <dgm:pt modelId="{1D83340A-CDC9-46FC-8364-80D1DB6E95DF}" type="pres">
      <dgm:prSet presAssocID="{F3A65103-26BE-418E-9AF0-0066F65263E1}" presName="rootComposite" presStyleCnt="0">
        <dgm:presLayoutVars/>
      </dgm:prSet>
      <dgm:spPr/>
    </dgm:pt>
    <dgm:pt modelId="{424F4FD9-BA94-4C52-9FBD-9004E945CAF2}" type="pres">
      <dgm:prSet presAssocID="{F3A65103-26BE-418E-9AF0-0066F65263E1}" presName="ParentAccent" presStyleLbl="alignNode1" presStyleIdx="0" presStyleCnt="2"/>
      <dgm:spPr/>
    </dgm:pt>
    <dgm:pt modelId="{AF1DB0A5-0802-4071-B58D-A360257F99B4}" type="pres">
      <dgm:prSet presAssocID="{F3A65103-26BE-418E-9AF0-0066F65263E1}" presName="ParentSmallAccent" presStyleLbl="fgAcc1" presStyleIdx="0" presStyleCnt="2"/>
      <dgm:spPr/>
    </dgm:pt>
    <dgm:pt modelId="{F8918EC3-BCF2-407D-8272-533EBBFD4B33}" type="pres">
      <dgm:prSet presAssocID="{F3A65103-26BE-418E-9AF0-0066F65263E1}" presName="Parent" presStyleLbl="revTx" presStyleIdx="0" presStyleCnt="8" custScaleY="30525">
        <dgm:presLayoutVars>
          <dgm:chMax/>
          <dgm:chPref val="4"/>
          <dgm:bulletEnabled val="1"/>
        </dgm:presLayoutVars>
      </dgm:prSet>
      <dgm:spPr/>
    </dgm:pt>
    <dgm:pt modelId="{F8A3CA8C-E637-4953-AEB6-4193AFD3E65F}" type="pres">
      <dgm:prSet presAssocID="{F3A65103-26BE-418E-9AF0-0066F65263E1}" presName="childShape" presStyleCnt="0">
        <dgm:presLayoutVars>
          <dgm:chMax val="0"/>
          <dgm:chPref val="0"/>
        </dgm:presLayoutVars>
      </dgm:prSet>
      <dgm:spPr/>
    </dgm:pt>
    <dgm:pt modelId="{7AB1C162-BC70-40A4-A11B-894B8E4DA456}" type="pres">
      <dgm:prSet presAssocID="{EBB5EB8D-87D0-4950-A295-6F15BE9ECECC}" presName="childComposite" presStyleCnt="0">
        <dgm:presLayoutVars>
          <dgm:chMax val="0"/>
          <dgm:chPref val="0"/>
        </dgm:presLayoutVars>
      </dgm:prSet>
      <dgm:spPr/>
    </dgm:pt>
    <dgm:pt modelId="{FD13E5B3-06F8-4C89-9204-C2651F7903ED}" type="pres">
      <dgm:prSet presAssocID="{EBB5EB8D-87D0-4950-A295-6F15BE9ECECC}" presName="ChildAccent" presStyleLbl="solidFgAcc1" presStyleIdx="0" presStyleCnt="6"/>
      <dgm:spPr/>
    </dgm:pt>
    <dgm:pt modelId="{ECBE73DE-8481-41CA-9BB9-BFCC93EAED9E}" type="pres">
      <dgm:prSet presAssocID="{EBB5EB8D-87D0-4950-A295-6F15BE9ECECC}" presName="Child" presStyleLbl="revTx" presStyleIdx="1" presStyleCnt="8">
        <dgm:presLayoutVars>
          <dgm:chMax val="0"/>
          <dgm:chPref val="0"/>
          <dgm:bulletEnabled val="1"/>
        </dgm:presLayoutVars>
      </dgm:prSet>
      <dgm:spPr/>
    </dgm:pt>
    <dgm:pt modelId="{31B9A814-11F6-4C1A-B99B-3A7D288B4E69}" type="pres">
      <dgm:prSet presAssocID="{B91AC565-6C8E-4ED2-BF38-3D21A91487C1}" presName="childComposite" presStyleCnt="0">
        <dgm:presLayoutVars>
          <dgm:chMax val="0"/>
          <dgm:chPref val="0"/>
        </dgm:presLayoutVars>
      </dgm:prSet>
      <dgm:spPr/>
    </dgm:pt>
    <dgm:pt modelId="{B596A932-2809-4DB3-9DDB-FEFBA8556AB3}" type="pres">
      <dgm:prSet presAssocID="{B91AC565-6C8E-4ED2-BF38-3D21A91487C1}" presName="ChildAccent" presStyleLbl="solidFgAcc1" presStyleIdx="1" presStyleCnt="6"/>
      <dgm:spPr/>
    </dgm:pt>
    <dgm:pt modelId="{05BB4C38-E3BC-45E5-B30E-A78519CF3491}" type="pres">
      <dgm:prSet presAssocID="{B91AC565-6C8E-4ED2-BF38-3D21A91487C1}" presName="Child" presStyleLbl="revTx" presStyleIdx="2" presStyleCnt="8">
        <dgm:presLayoutVars>
          <dgm:chMax val="0"/>
          <dgm:chPref val="0"/>
          <dgm:bulletEnabled val="1"/>
        </dgm:presLayoutVars>
      </dgm:prSet>
      <dgm:spPr/>
    </dgm:pt>
    <dgm:pt modelId="{4DE05B52-718D-4909-B2E3-33634170EE75}" type="pres">
      <dgm:prSet presAssocID="{747A40F1-BE87-4B98-8618-47CE8D021247}" presName="childComposite" presStyleCnt="0">
        <dgm:presLayoutVars>
          <dgm:chMax val="0"/>
          <dgm:chPref val="0"/>
        </dgm:presLayoutVars>
      </dgm:prSet>
      <dgm:spPr/>
    </dgm:pt>
    <dgm:pt modelId="{92166087-3715-48B9-959A-A693C9A219DC}" type="pres">
      <dgm:prSet presAssocID="{747A40F1-BE87-4B98-8618-47CE8D021247}" presName="ChildAccent" presStyleLbl="solidFgAcc1" presStyleIdx="2" presStyleCnt="6"/>
      <dgm:spPr/>
    </dgm:pt>
    <dgm:pt modelId="{425DDC6D-1A10-490F-B8BE-74990204B852}" type="pres">
      <dgm:prSet presAssocID="{747A40F1-BE87-4B98-8618-47CE8D021247}" presName="Child" presStyleLbl="revTx" presStyleIdx="3" presStyleCnt="8">
        <dgm:presLayoutVars>
          <dgm:chMax val="0"/>
          <dgm:chPref val="0"/>
          <dgm:bulletEnabled val="1"/>
        </dgm:presLayoutVars>
      </dgm:prSet>
      <dgm:spPr/>
    </dgm:pt>
    <dgm:pt modelId="{B3C50339-18D8-4001-AA7B-AF485CD70ED5}" type="pres">
      <dgm:prSet presAssocID="{A4AFC78B-8517-4B2A-979C-39607827E695}" presName="childComposite" presStyleCnt="0">
        <dgm:presLayoutVars>
          <dgm:chMax val="0"/>
          <dgm:chPref val="0"/>
        </dgm:presLayoutVars>
      </dgm:prSet>
      <dgm:spPr/>
    </dgm:pt>
    <dgm:pt modelId="{79A97B76-5915-41CF-8E12-68C476A4FD4A}" type="pres">
      <dgm:prSet presAssocID="{A4AFC78B-8517-4B2A-979C-39607827E695}" presName="ChildAccent" presStyleLbl="solidFgAcc1" presStyleIdx="3" presStyleCnt="6"/>
      <dgm:spPr/>
    </dgm:pt>
    <dgm:pt modelId="{D401E7A1-E19D-4092-8635-B9B894CEBFC1}" type="pres">
      <dgm:prSet presAssocID="{A4AFC78B-8517-4B2A-979C-39607827E695}" presName="Child" presStyleLbl="revTx" presStyleIdx="4" presStyleCnt="8">
        <dgm:presLayoutVars>
          <dgm:chMax val="0"/>
          <dgm:chPref val="0"/>
          <dgm:bulletEnabled val="1"/>
        </dgm:presLayoutVars>
      </dgm:prSet>
      <dgm:spPr/>
    </dgm:pt>
    <dgm:pt modelId="{FFC41547-9D9C-4AAF-BBC5-4B8832F21E60}" type="pres">
      <dgm:prSet presAssocID="{089D737F-F4F0-4619-B463-DAA6B0DE0C9B}" presName="root" presStyleCnt="0">
        <dgm:presLayoutVars>
          <dgm:chMax/>
          <dgm:chPref/>
        </dgm:presLayoutVars>
      </dgm:prSet>
      <dgm:spPr/>
    </dgm:pt>
    <dgm:pt modelId="{ACBD1093-8940-4D3B-8891-D01D74EE9111}" type="pres">
      <dgm:prSet presAssocID="{089D737F-F4F0-4619-B463-DAA6B0DE0C9B}" presName="rootComposite" presStyleCnt="0">
        <dgm:presLayoutVars/>
      </dgm:prSet>
      <dgm:spPr/>
    </dgm:pt>
    <dgm:pt modelId="{D8E330C4-E925-4C2F-9C04-84ACA6C6F1BE}" type="pres">
      <dgm:prSet presAssocID="{089D737F-F4F0-4619-B463-DAA6B0DE0C9B}" presName="ParentAccent" presStyleLbl="alignNode1" presStyleIdx="1" presStyleCnt="2"/>
      <dgm:spPr/>
    </dgm:pt>
    <dgm:pt modelId="{2D53B076-B45B-4056-BDC8-74A00D2E36B1}" type="pres">
      <dgm:prSet presAssocID="{089D737F-F4F0-4619-B463-DAA6B0DE0C9B}" presName="ParentSmallAccent" presStyleLbl="fgAcc1" presStyleIdx="1" presStyleCnt="2"/>
      <dgm:spPr/>
    </dgm:pt>
    <dgm:pt modelId="{347F2E11-761D-4DC3-B354-2360B2B5AFBC}" type="pres">
      <dgm:prSet presAssocID="{089D737F-F4F0-4619-B463-DAA6B0DE0C9B}" presName="Parent" presStyleLbl="revTx" presStyleIdx="5" presStyleCnt="8" custScaleY="44499">
        <dgm:presLayoutVars>
          <dgm:chMax/>
          <dgm:chPref val="4"/>
          <dgm:bulletEnabled val="1"/>
        </dgm:presLayoutVars>
      </dgm:prSet>
      <dgm:spPr/>
    </dgm:pt>
    <dgm:pt modelId="{0D55820A-3599-4B4B-9B7B-6377264C5F95}" type="pres">
      <dgm:prSet presAssocID="{089D737F-F4F0-4619-B463-DAA6B0DE0C9B}" presName="childShape" presStyleCnt="0">
        <dgm:presLayoutVars>
          <dgm:chMax val="0"/>
          <dgm:chPref val="0"/>
        </dgm:presLayoutVars>
      </dgm:prSet>
      <dgm:spPr/>
    </dgm:pt>
    <dgm:pt modelId="{9CD84484-4C77-4763-8F47-22E42D163ACF}" type="pres">
      <dgm:prSet presAssocID="{828872FD-F776-4FD0-9A2C-047333DDD473}" presName="childComposite" presStyleCnt="0">
        <dgm:presLayoutVars>
          <dgm:chMax val="0"/>
          <dgm:chPref val="0"/>
        </dgm:presLayoutVars>
      </dgm:prSet>
      <dgm:spPr/>
    </dgm:pt>
    <dgm:pt modelId="{3D6BB957-4A85-4B31-842F-13A8E1BB1414}" type="pres">
      <dgm:prSet presAssocID="{828872FD-F776-4FD0-9A2C-047333DDD473}" presName="ChildAccent" presStyleLbl="solidFgAcc1" presStyleIdx="4" presStyleCnt="6"/>
      <dgm:spPr/>
    </dgm:pt>
    <dgm:pt modelId="{AE9C3FBB-C852-426B-A7E5-40850E8C8A21}" type="pres">
      <dgm:prSet presAssocID="{828872FD-F776-4FD0-9A2C-047333DDD473}" presName="Child" presStyleLbl="revTx" presStyleIdx="6" presStyleCnt="8">
        <dgm:presLayoutVars>
          <dgm:chMax val="0"/>
          <dgm:chPref val="0"/>
          <dgm:bulletEnabled val="1"/>
        </dgm:presLayoutVars>
      </dgm:prSet>
      <dgm:spPr/>
    </dgm:pt>
    <dgm:pt modelId="{97DBD554-A091-44DE-9FA1-825CAF40D631}" type="pres">
      <dgm:prSet presAssocID="{C30D63F3-1496-40F9-A239-0265E4A49AF2}" presName="childComposite" presStyleCnt="0">
        <dgm:presLayoutVars>
          <dgm:chMax val="0"/>
          <dgm:chPref val="0"/>
        </dgm:presLayoutVars>
      </dgm:prSet>
      <dgm:spPr/>
    </dgm:pt>
    <dgm:pt modelId="{41CEC292-E735-4780-872A-5A6736F419BF}" type="pres">
      <dgm:prSet presAssocID="{C30D63F3-1496-40F9-A239-0265E4A49AF2}" presName="ChildAccent" presStyleLbl="solidFgAcc1" presStyleIdx="5" presStyleCnt="6"/>
      <dgm:spPr/>
    </dgm:pt>
    <dgm:pt modelId="{5DFCA6DC-E479-4421-A27C-8A0CFFF85AE0}" type="pres">
      <dgm:prSet presAssocID="{C30D63F3-1496-40F9-A239-0265E4A49AF2}" presName="Child" presStyleLbl="revTx" presStyleIdx="7" presStyleCnt="8">
        <dgm:presLayoutVars>
          <dgm:chMax val="0"/>
          <dgm:chPref val="0"/>
          <dgm:bulletEnabled val="1"/>
        </dgm:presLayoutVars>
      </dgm:prSet>
      <dgm:spPr/>
    </dgm:pt>
  </dgm:ptLst>
  <dgm:cxnLst>
    <dgm:cxn modelId="{AF2C3E15-4D27-41EE-AA97-2F1034160D9C}" type="presOf" srcId="{747A40F1-BE87-4B98-8618-47CE8D021247}" destId="{425DDC6D-1A10-490F-B8BE-74990204B852}" srcOrd="0" destOrd="0" presId="urn:microsoft.com/office/officeart/2008/layout/SquareAccentList"/>
    <dgm:cxn modelId="{BFC1CF21-73F3-46D3-A558-CDA6F635D0DE}" srcId="{F3A65103-26BE-418E-9AF0-0066F65263E1}" destId="{A4AFC78B-8517-4B2A-979C-39607827E695}" srcOrd="3" destOrd="0" parTransId="{4FD0BB72-F7F8-4ABB-A5AC-32D77A38FE7A}" sibTransId="{957BB1E8-52AB-4AFE-9D03-BD6979F11DF9}"/>
    <dgm:cxn modelId="{529D083E-B618-4CC9-8432-4A682AD818C0}" srcId="{089D737F-F4F0-4619-B463-DAA6B0DE0C9B}" destId="{C30D63F3-1496-40F9-A239-0265E4A49AF2}" srcOrd="1" destOrd="0" parTransId="{2F823DF4-9464-4E12-A277-6667EF113DCA}" sibTransId="{6C8FDB9A-621B-432B-BC49-2C6A66421F5A}"/>
    <dgm:cxn modelId="{D690B95D-8730-4E12-B8DA-256DD32FCC63}" srcId="{F3A65103-26BE-418E-9AF0-0066F65263E1}" destId="{B91AC565-6C8E-4ED2-BF38-3D21A91487C1}" srcOrd="1" destOrd="0" parTransId="{EA16F709-B738-49F4-8BC4-585DE7C93640}" sibTransId="{6A1E170C-B84E-4219-84FC-4DF269BAF25E}"/>
    <dgm:cxn modelId="{363A1A60-DFA1-4F75-A13F-914A6EEDAB25}" type="presOf" srcId="{A203FD7E-31B5-4888-A0DF-8AC79DE42924}" destId="{CA81B880-0D51-4747-93C9-8BFAFFBD4C05}" srcOrd="0" destOrd="0" presId="urn:microsoft.com/office/officeart/2008/layout/SquareAccentList"/>
    <dgm:cxn modelId="{733EEB41-1D5C-4BD0-AC2D-1BB65B241CC4}" srcId="{F3A65103-26BE-418E-9AF0-0066F65263E1}" destId="{EBB5EB8D-87D0-4950-A295-6F15BE9ECECC}" srcOrd="0" destOrd="0" parTransId="{043BAF9C-207A-4C86-B52D-6FC5746838FB}" sibTransId="{3E563382-500A-42F7-AECD-73668E2F767B}"/>
    <dgm:cxn modelId="{73190644-FF7C-476B-A04D-1265773D8C19}" srcId="{089D737F-F4F0-4619-B463-DAA6B0DE0C9B}" destId="{828872FD-F776-4FD0-9A2C-047333DDD473}" srcOrd="0" destOrd="0" parTransId="{F1FE652B-E0B8-4787-AFDD-7CB2CB3A3812}" sibTransId="{C94A8F46-CDFE-423C-90B9-8FA057D14A38}"/>
    <dgm:cxn modelId="{521A1954-3862-46EE-A212-CE5A96523451}" type="presOf" srcId="{EBB5EB8D-87D0-4950-A295-6F15BE9ECECC}" destId="{ECBE73DE-8481-41CA-9BB9-BFCC93EAED9E}" srcOrd="0" destOrd="0" presId="urn:microsoft.com/office/officeart/2008/layout/SquareAccentList"/>
    <dgm:cxn modelId="{F90D2D92-5CF2-4290-AD1F-3EB11F0194C1}" type="presOf" srcId="{F3A65103-26BE-418E-9AF0-0066F65263E1}" destId="{F8918EC3-BCF2-407D-8272-533EBBFD4B33}" srcOrd="0" destOrd="0" presId="urn:microsoft.com/office/officeart/2008/layout/SquareAccentList"/>
    <dgm:cxn modelId="{C8DCD59E-A5E2-43F2-8352-F78C82075B99}" type="presOf" srcId="{B91AC565-6C8E-4ED2-BF38-3D21A91487C1}" destId="{05BB4C38-E3BC-45E5-B30E-A78519CF3491}" srcOrd="0" destOrd="0" presId="urn:microsoft.com/office/officeart/2008/layout/SquareAccentList"/>
    <dgm:cxn modelId="{179825B7-DCAD-4765-9F04-C54F982A5069}" srcId="{F3A65103-26BE-418E-9AF0-0066F65263E1}" destId="{747A40F1-BE87-4B98-8618-47CE8D021247}" srcOrd="2" destOrd="0" parTransId="{7FBD7CF9-3E34-4698-86E9-DAF12BCCED58}" sibTransId="{B551F5E2-A6CB-4B00-BC60-F099DAD0AAFD}"/>
    <dgm:cxn modelId="{1C5E92D0-AEA5-40BD-BE0C-9E0B26AD038E}" srcId="{A203FD7E-31B5-4888-A0DF-8AC79DE42924}" destId="{F3A65103-26BE-418E-9AF0-0066F65263E1}" srcOrd="0" destOrd="0" parTransId="{5C8990FD-B570-4458-90DA-6E5121D6676C}" sibTransId="{62021F30-997F-40CB-930D-F7CF22938467}"/>
    <dgm:cxn modelId="{1A45D0E6-7F32-4B12-BABA-13881AB0DF94}" type="presOf" srcId="{C30D63F3-1496-40F9-A239-0265E4A49AF2}" destId="{5DFCA6DC-E479-4421-A27C-8A0CFFF85AE0}" srcOrd="0" destOrd="0" presId="urn:microsoft.com/office/officeart/2008/layout/SquareAccentList"/>
    <dgm:cxn modelId="{0DD713E8-979A-4119-AECA-08F638D2569E}" type="presOf" srcId="{828872FD-F776-4FD0-9A2C-047333DDD473}" destId="{AE9C3FBB-C852-426B-A7E5-40850E8C8A21}" srcOrd="0" destOrd="0" presId="urn:microsoft.com/office/officeart/2008/layout/SquareAccentList"/>
    <dgm:cxn modelId="{D990D0E8-7C71-4E8E-BD5D-3B8E29312F66}" srcId="{A203FD7E-31B5-4888-A0DF-8AC79DE42924}" destId="{089D737F-F4F0-4619-B463-DAA6B0DE0C9B}" srcOrd="1" destOrd="0" parTransId="{3680B06F-E1FE-41A0-8377-9609BFD5243F}" sibTransId="{FC4A99B2-2DC3-4908-9900-B5CB9F93E1DD}"/>
    <dgm:cxn modelId="{39A355F4-5987-42C5-AF64-1B84876B7118}" type="presOf" srcId="{A4AFC78B-8517-4B2A-979C-39607827E695}" destId="{D401E7A1-E19D-4092-8635-B9B894CEBFC1}" srcOrd="0" destOrd="0" presId="urn:microsoft.com/office/officeart/2008/layout/SquareAccentList"/>
    <dgm:cxn modelId="{E222BAFA-3E9F-4A83-B63C-08AD088ADF17}" type="presOf" srcId="{089D737F-F4F0-4619-B463-DAA6B0DE0C9B}" destId="{347F2E11-761D-4DC3-B354-2360B2B5AFBC}" srcOrd="0" destOrd="0" presId="urn:microsoft.com/office/officeart/2008/layout/SquareAccentList"/>
    <dgm:cxn modelId="{F3DA4E92-2D2D-4499-BD84-8F5C7026B621}" type="presParOf" srcId="{CA81B880-0D51-4747-93C9-8BFAFFBD4C05}" destId="{C67DB574-943D-4DD8-ADD5-E75D44CE7DCD}" srcOrd="0" destOrd="0" presId="urn:microsoft.com/office/officeart/2008/layout/SquareAccentList"/>
    <dgm:cxn modelId="{E5E8E990-3529-4FFE-80EA-0D84D0313A41}" type="presParOf" srcId="{C67DB574-943D-4DD8-ADD5-E75D44CE7DCD}" destId="{1D83340A-CDC9-46FC-8364-80D1DB6E95DF}" srcOrd="0" destOrd="0" presId="urn:microsoft.com/office/officeart/2008/layout/SquareAccentList"/>
    <dgm:cxn modelId="{828CDE30-E5AF-45AB-81B6-4ED528281A8E}" type="presParOf" srcId="{1D83340A-CDC9-46FC-8364-80D1DB6E95DF}" destId="{424F4FD9-BA94-4C52-9FBD-9004E945CAF2}" srcOrd="0" destOrd="0" presId="urn:microsoft.com/office/officeart/2008/layout/SquareAccentList"/>
    <dgm:cxn modelId="{23336F49-E0C4-4AB0-B55B-E8C4DA7B932C}" type="presParOf" srcId="{1D83340A-CDC9-46FC-8364-80D1DB6E95DF}" destId="{AF1DB0A5-0802-4071-B58D-A360257F99B4}" srcOrd="1" destOrd="0" presId="urn:microsoft.com/office/officeart/2008/layout/SquareAccentList"/>
    <dgm:cxn modelId="{14E39DFD-031C-40A5-BEFA-515333956DA6}" type="presParOf" srcId="{1D83340A-CDC9-46FC-8364-80D1DB6E95DF}" destId="{F8918EC3-BCF2-407D-8272-533EBBFD4B33}" srcOrd="2" destOrd="0" presId="urn:microsoft.com/office/officeart/2008/layout/SquareAccentList"/>
    <dgm:cxn modelId="{B21BB29B-5C18-4BC8-8E9A-93CA68E8B217}" type="presParOf" srcId="{C67DB574-943D-4DD8-ADD5-E75D44CE7DCD}" destId="{F8A3CA8C-E637-4953-AEB6-4193AFD3E65F}" srcOrd="1" destOrd="0" presId="urn:microsoft.com/office/officeart/2008/layout/SquareAccentList"/>
    <dgm:cxn modelId="{F61D5345-2056-4060-B5C1-16E87D3CD924}" type="presParOf" srcId="{F8A3CA8C-E637-4953-AEB6-4193AFD3E65F}" destId="{7AB1C162-BC70-40A4-A11B-894B8E4DA456}" srcOrd="0" destOrd="0" presId="urn:microsoft.com/office/officeart/2008/layout/SquareAccentList"/>
    <dgm:cxn modelId="{EDC9B637-6165-4BC0-B3FE-E2D0835BC355}" type="presParOf" srcId="{7AB1C162-BC70-40A4-A11B-894B8E4DA456}" destId="{FD13E5B3-06F8-4C89-9204-C2651F7903ED}" srcOrd="0" destOrd="0" presId="urn:microsoft.com/office/officeart/2008/layout/SquareAccentList"/>
    <dgm:cxn modelId="{BCF38D2D-4EC0-4D26-9C4C-A91E466F8584}" type="presParOf" srcId="{7AB1C162-BC70-40A4-A11B-894B8E4DA456}" destId="{ECBE73DE-8481-41CA-9BB9-BFCC93EAED9E}" srcOrd="1" destOrd="0" presId="urn:microsoft.com/office/officeart/2008/layout/SquareAccentList"/>
    <dgm:cxn modelId="{8DD2D217-1DFF-4EA0-A9BC-7156A1BE0BE1}" type="presParOf" srcId="{F8A3CA8C-E637-4953-AEB6-4193AFD3E65F}" destId="{31B9A814-11F6-4C1A-B99B-3A7D288B4E69}" srcOrd="1" destOrd="0" presId="urn:microsoft.com/office/officeart/2008/layout/SquareAccentList"/>
    <dgm:cxn modelId="{A40B4DF0-C742-4834-832D-FEF7BF11BA0D}" type="presParOf" srcId="{31B9A814-11F6-4C1A-B99B-3A7D288B4E69}" destId="{B596A932-2809-4DB3-9DDB-FEFBA8556AB3}" srcOrd="0" destOrd="0" presId="urn:microsoft.com/office/officeart/2008/layout/SquareAccentList"/>
    <dgm:cxn modelId="{8071D468-EC67-4282-B348-0848AD9445BC}" type="presParOf" srcId="{31B9A814-11F6-4C1A-B99B-3A7D288B4E69}" destId="{05BB4C38-E3BC-45E5-B30E-A78519CF3491}" srcOrd="1" destOrd="0" presId="urn:microsoft.com/office/officeart/2008/layout/SquareAccentList"/>
    <dgm:cxn modelId="{1D858299-6706-4421-8050-335A70BE0A33}" type="presParOf" srcId="{F8A3CA8C-E637-4953-AEB6-4193AFD3E65F}" destId="{4DE05B52-718D-4909-B2E3-33634170EE75}" srcOrd="2" destOrd="0" presId="urn:microsoft.com/office/officeart/2008/layout/SquareAccentList"/>
    <dgm:cxn modelId="{1C421EF1-C989-4FEC-A51D-533E00C0D9A7}" type="presParOf" srcId="{4DE05B52-718D-4909-B2E3-33634170EE75}" destId="{92166087-3715-48B9-959A-A693C9A219DC}" srcOrd="0" destOrd="0" presId="urn:microsoft.com/office/officeart/2008/layout/SquareAccentList"/>
    <dgm:cxn modelId="{C299513F-713C-4D24-98EF-FB53E98308F0}" type="presParOf" srcId="{4DE05B52-718D-4909-B2E3-33634170EE75}" destId="{425DDC6D-1A10-490F-B8BE-74990204B852}" srcOrd="1" destOrd="0" presId="urn:microsoft.com/office/officeart/2008/layout/SquareAccentList"/>
    <dgm:cxn modelId="{C5E7FF3C-39EC-4C83-9539-DFE88DB3D28C}" type="presParOf" srcId="{F8A3CA8C-E637-4953-AEB6-4193AFD3E65F}" destId="{B3C50339-18D8-4001-AA7B-AF485CD70ED5}" srcOrd="3" destOrd="0" presId="urn:microsoft.com/office/officeart/2008/layout/SquareAccentList"/>
    <dgm:cxn modelId="{42512AB8-F459-4139-8163-5C712C343DF9}" type="presParOf" srcId="{B3C50339-18D8-4001-AA7B-AF485CD70ED5}" destId="{79A97B76-5915-41CF-8E12-68C476A4FD4A}" srcOrd="0" destOrd="0" presId="urn:microsoft.com/office/officeart/2008/layout/SquareAccentList"/>
    <dgm:cxn modelId="{D54810FC-151B-40A8-AE5B-DFD289FD626F}" type="presParOf" srcId="{B3C50339-18D8-4001-AA7B-AF485CD70ED5}" destId="{D401E7A1-E19D-4092-8635-B9B894CEBFC1}" srcOrd="1" destOrd="0" presId="urn:microsoft.com/office/officeart/2008/layout/SquareAccentList"/>
    <dgm:cxn modelId="{8C54ED03-5259-4B8E-B934-0B320C79F954}" type="presParOf" srcId="{CA81B880-0D51-4747-93C9-8BFAFFBD4C05}" destId="{FFC41547-9D9C-4AAF-BBC5-4B8832F21E60}" srcOrd="1" destOrd="0" presId="urn:microsoft.com/office/officeart/2008/layout/SquareAccentList"/>
    <dgm:cxn modelId="{F8868E38-9600-4382-ABD0-1B31818A06D0}" type="presParOf" srcId="{FFC41547-9D9C-4AAF-BBC5-4B8832F21E60}" destId="{ACBD1093-8940-4D3B-8891-D01D74EE9111}" srcOrd="0" destOrd="0" presId="urn:microsoft.com/office/officeart/2008/layout/SquareAccentList"/>
    <dgm:cxn modelId="{F6617573-E919-45C2-8BA2-703BE78D65F5}" type="presParOf" srcId="{ACBD1093-8940-4D3B-8891-D01D74EE9111}" destId="{D8E330C4-E925-4C2F-9C04-84ACA6C6F1BE}" srcOrd="0" destOrd="0" presId="urn:microsoft.com/office/officeart/2008/layout/SquareAccentList"/>
    <dgm:cxn modelId="{AD86D785-CE68-4B11-B6A7-6834D60C91E8}" type="presParOf" srcId="{ACBD1093-8940-4D3B-8891-D01D74EE9111}" destId="{2D53B076-B45B-4056-BDC8-74A00D2E36B1}" srcOrd="1" destOrd="0" presId="urn:microsoft.com/office/officeart/2008/layout/SquareAccentList"/>
    <dgm:cxn modelId="{5E02D76B-5356-4C7D-A74A-40BE28A40081}" type="presParOf" srcId="{ACBD1093-8940-4D3B-8891-D01D74EE9111}" destId="{347F2E11-761D-4DC3-B354-2360B2B5AFBC}" srcOrd="2" destOrd="0" presId="urn:microsoft.com/office/officeart/2008/layout/SquareAccentList"/>
    <dgm:cxn modelId="{C36BC5BF-8EF7-41EA-A815-594D608B3C9D}" type="presParOf" srcId="{FFC41547-9D9C-4AAF-BBC5-4B8832F21E60}" destId="{0D55820A-3599-4B4B-9B7B-6377264C5F95}" srcOrd="1" destOrd="0" presId="urn:microsoft.com/office/officeart/2008/layout/SquareAccentList"/>
    <dgm:cxn modelId="{4B26A9BC-5DA5-42EA-BAF2-456566DEF391}" type="presParOf" srcId="{0D55820A-3599-4B4B-9B7B-6377264C5F95}" destId="{9CD84484-4C77-4763-8F47-22E42D163ACF}" srcOrd="0" destOrd="0" presId="urn:microsoft.com/office/officeart/2008/layout/SquareAccentList"/>
    <dgm:cxn modelId="{D07BC118-B5F5-473F-9AE4-7BAB1A2AEA8C}" type="presParOf" srcId="{9CD84484-4C77-4763-8F47-22E42D163ACF}" destId="{3D6BB957-4A85-4B31-842F-13A8E1BB1414}" srcOrd="0" destOrd="0" presId="urn:microsoft.com/office/officeart/2008/layout/SquareAccentList"/>
    <dgm:cxn modelId="{03026640-0EE1-43F2-9E30-D61E21BE76D0}" type="presParOf" srcId="{9CD84484-4C77-4763-8F47-22E42D163ACF}" destId="{AE9C3FBB-C852-426B-A7E5-40850E8C8A21}" srcOrd="1" destOrd="0" presId="urn:microsoft.com/office/officeart/2008/layout/SquareAccentList"/>
    <dgm:cxn modelId="{60604A33-1DB8-4CCC-9CC8-F2DCE231DA7B}" type="presParOf" srcId="{0D55820A-3599-4B4B-9B7B-6377264C5F95}" destId="{97DBD554-A091-44DE-9FA1-825CAF40D631}" srcOrd="1" destOrd="0" presId="urn:microsoft.com/office/officeart/2008/layout/SquareAccentList"/>
    <dgm:cxn modelId="{0AF0A37A-B649-4646-B4DE-3F7E733155A4}" type="presParOf" srcId="{97DBD554-A091-44DE-9FA1-825CAF40D631}" destId="{41CEC292-E735-4780-872A-5A6736F419BF}" srcOrd="0" destOrd="0" presId="urn:microsoft.com/office/officeart/2008/layout/SquareAccentList"/>
    <dgm:cxn modelId="{9FAC9B72-C77D-4B87-9FFB-BAFD8EF13476}" type="presParOf" srcId="{97DBD554-A091-44DE-9FA1-825CAF40D631}" destId="{5DFCA6DC-E479-4421-A27C-8A0CFFF85AE0}"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046200-E748-409C-8D69-F99638D681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4D9EA646-0EED-4675-B2E1-3C3618F49DFE}">
      <dgm:prSet phldrT="[Texto]"/>
      <dgm:spPr/>
      <dgm:t>
        <a:bodyPr/>
        <a:lstStyle/>
        <a:p>
          <a:pPr>
            <a:buSzPts val="1000"/>
            <a:buFont typeface="Symbol" panose="05050102010706020507" pitchFamily="18" charset="2"/>
            <a:buChar char=""/>
          </a:pPr>
          <a:r>
            <a:rPr lang="es-ES" b="1"/>
            <a:t>Características:</a:t>
          </a:r>
          <a:endParaRPr lang="es-ES"/>
        </a:p>
      </dgm:t>
    </dgm:pt>
    <dgm:pt modelId="{04500DA7-2C9B-4798-81D8-F689F7D2EF34}" type="parTrans" cxnId="{6C289575-E4D2-4B8B-B422-3E3FF4DE96C0}">
      <dgm:prSet/>
      <dgm:spPr/>
      <dgm:t>
        <a:bodyPr/>
        <a:lstStyle/>
        <a:p>
          <a:endParaRPr lang="es-ES"/>
        </a:p>
      </dgm:t>
    </dgm:pt>
    <dgm:pt modelId="{16AE928A-3C25-416C-9F3A-796F59F56E77}" type="sibTrans" cxnId="{6C289575-E4D2-4B8B-B422-3E3FF4DE96C0}">
      <dgm:prSet/>
      <dgm:spPr/>
      <dgm:t>
        <a:bodyPr/>
        <a:lstStyle/>
        <a:p>
          <a:endParaRPr lang="es-ES"/>
        </a:p>
      </dgm:t>
    </dgm:pt>
    <dgm:pt modelId="{38567D87-5398-4408-B17D-5BD1A607E6A6}">
      <dgm:prSet/>
      <dgm:spPr/>
      <dgm:t>
        <a:bodyPr/>
        <a:lstStyle/>
        <a:p>
          <a:pPr>
            <a:buSzPts val="1000"/>
            <a:buFont typeface="Courier New" panose="02070309020205020404" pitchFamily="49" charset="0"/>
            <a:buChar char="o"/>
          </a:pPr>
          <a:r>
            <a:rPr lang="es-ES"/>
            <a:t>JLabel es un componente simple que se utiliza para mostrar texto o imágenes que no son directamente editables por el usuario.</a:t>
          </a:r>
        </a:p>
      </dgm:t>
    </dgm:pt>
    <dgm:pt modelId="{9E27DD49-82F9-459D-8F61-4882F794EFF5}" type="parTrans" cxnId="{DA128B88-C37D-488F-B86B-F08CCD97CD18}">
      <dgm:prSet/>
      <dgm:spPr/>
      <dgm:t>
        <a:bodyPr/>
        <a:lstStyle/>
        <a:p>
          <a:endParaRPr lang="es-ES"/>
        </a:p>
      </dgm:t>
    </dgm:pt>
    <dgm:pt modelId="{8B46922C-83AB-4D2A-8834-F1BB08100A28}" type="sibTrans" cxnId="{DA128B88-C37D-488F-B86B-F08CCD97CD18}">
      <dgm:prSet/>
      <dgm:spPr/>
      <dgm:t>
        <a:bodyPr/>
        <a:lstStyle/>
        <a:p>
          <a:endParaRPr lang="es-ES"/>
        </a:p>
      </dgm:t>
    </dgm:pt>
    <dgm:pt modelId="{C899E51E-6B05-4B9C-B3D5-B14ECA6C213B}">
      <dgm:prSet/>
      <dgm:spPr/>
      <dgm:t>
        <a:bodyPr/>
        <a:lstStyle/>
        <a:p>
          <a:pPr>
            <a:buSzPts val="1000"/>
            <a:buFont typeface="Courier New" panose="02070309020205020404" pitchFamily="49" charset="0"/>
            <a:buChar char="o"/>
          </a:pPr>
          <a:r>
            <a:rPr lang="es-ES"/>
            <a:t>Se utilizan principalmente para etiquetar otros componentes, como campos de texto, o para mostrar información al usuario.</a:t>
          </a:r>
        </a:p>
      </dgm:t>
    </dgm:pt>
    <dgm:pt modelId="{7A841524-23F1-4AF1-95F2-491525138297}" type="parTrans" cxnId="{7FA291DE-B07A-48C9-A15E-5365731648FF}">
      <dgm:prSet/>
      <dgm:spPr/>
      <dgm:t>
        <a:bodyPr/>
        <a:lstStyle/>
        <a:p>
          <a:endParaRPr lang="es-ES"/>
        </a:p>
      </dgm:t>
    </dgm:pt>
    <dgm:pt modelId="{AF3FF743-3446-44C6-9F25-CC503103F2DF}" type="sibTrans" cxnId="{7FA291DE-B07A-48C9-A15E-5365731648FF}">
      <dgm:prSet/>
      <dgm:spPr/>
      <dgm:t>
        <a:bodyPr/>
        <a:lstStyle/>
        <a:p>
          <a:endParaRPr lang="es-ES"/>
        </a:p>
      </dgm:t>
    </dgm:pt>
    <dgm:pt modelId="{3EB9B2D4-D0F1-44B1-9F25-6535DE5A0D8E}">
      <dgm:prSet/>
      <dgm:spPr/>
      <dgm:t>
        <a:bodyPr/>
        <a:lstStyle/>
        <a:p>
          <a:pPr>
            <a:buSzPts val="1000"/>
            <a:buFont typeface="Courier New" panose="02070309020205020404" pitchFamily="49" charset="0"/>
            <a:buChar char="o"/>
          </a:pPr>
          <a:r>
            <a:rPr lang="es-ES"/>
            <a:t>Soportan la adición de íconos y la alineación de texto (izquierda, derecha, centro).</a:t>
          </a:r>
        </a:p>
      </dgm:t>
    </dgm:pt>
    <dgm:pt modelId="{126E9F19-A2F0-4723-B7F5-ACA4AB3E30F1}" type="parTrans" cxnId="{F7030685-6989-433E-BFF8-FA44BCFB8B41}">
      <dgm:prSet/>
      <dgm:spPr/>
      <dgm:t>
        <a:bodyPr/>
        <a:lstStyle/>
        <a:p>
          <a:endParaRPr lang="es-ES"/>
        </a:p>
      </dgm:t>
    </dgm:pt>
    <dgm:pt modelId="{BA1B177F-52A2-4691-9190-1F512E66F9C9}" type="sibTrans" cxnId="{F7030685-6989-433E-BFF8-FA44BCFB8B41}">
      <dgm:prSet/>
      <dgm:spPr/>
      <dgm:t>
        <a:bodyPr/>
        <a:lstStyle/>
        <a:p>
          <a:endParaRPr lang="es-ES"/>
        </a:p>
      </dgm:t>
    </dgm:pt>
    <dgm:pt modelId="{6CD68996-6928-474E-9E5C-30223E0088BA}">
      <dgm:prSet/>
      <dgm:spPr/>
      <dgm:t>
        <a:bodyPr/>
        <a:lstStyle/>
        <a:p>
          <a:pPr>
            <a:buSzPts val="1000"/>
            <a:buFont typeface="Symbol" panose="05050102010706020507" pitchFamily="18" charset="2"/>
            <a:buChar char=""/>
          </a:pPr>
          <a:r>
            <a:rPr lang="es-ES" b="1"/>
            <a:t>Campo de Aplicación:</a:t>
          </a:r>
          <a:endParaRPr lang="es-ES"/>
        </a:p>
      </dgm:t>
    </dgm:pt>
    <dgm:pt modelId="{AF4F7C5B-A46D-4272-A30C-EB43CF199E66}" type="parTrans" cxnId="{3615F581-D233-48C1-92BE-0752E662CB73}">
      <dgm:prSet/>
      <dgm:spPr/>
      <dgm:t>
        <a:bodyPr/>
        <a:lstStyle/>
        <a:p>
          <a:endParaRPr lang="es-ES"/>
        </a:p>
      </dgm:t>
    </dgm:pt>
    <dgm:pt modelId="{DEC798DA-9EC5-4A39-B979-A09AEDD5D3C3}" type="sibTrans" cxnId="{3615F581-D233-48C1-92BE-0752E662CB73}">
      <dgm:prSet/>
      <dgm:spPr/>
      <dgm:t>
        <a:bodyPr/>
        <a:lstStyle/>
        <a:p>
          <a:endParaRPr lang="es-ES"/>
        </a:p>
      </dgm:t>
    </dgm:pt>
    <dgm:pt modelId="{1F440891-7005-49EB-B2F9-AA609310173F}">
      <dgm:prSet/>
      <dgm:spPr/>
      <dgm:t>
        <a:bodyPr/>
        <a:lstStyle/>
        <a:p>
          <a:pPr>
            <a:buSzPts val="1000"/>
            <a:buFont typeface="Courier New" panose="02070309020205020404" pitchFamily="49" charset="0"/>
            <a:buChar char="o"/>
          </a:pPr>
          <a:r>
            <a:rPr lang="es-ES"/>
            <a:t>Etiquetado de campos de entrada en formularios, proporcionando contexto al usuario sobre qué datos se espera que ingresen.</a:t>
          </a:r>
        </a:p>
      </dgm:t>
    </dgm:pt>
    <dgm:pt modelId="{CD748D0B-6F42-48E6-A398-1186838EDD8B}" type="parTrans" cxnId="{4535EE11-3B3B-48C7-B5E0-1A8E513D286E}">
      <dgm:prSet/>
      <dgm:spPr/>
      <dgm:t>
        <a:bodyPr/>
        <a:lstStyle/>
        <a:p>
          <a:endParaRPr lang="es-ES"/>
        </a:p>
      </dgm:t>
    </dgm:pt>
    <dgm:pt modelId="{3C21E1A6-124C-4E07-AF32-738278E8F059}" type="sibTrans" cxnId="{4535EE11-3B3B-48C7-B5E0-1A8E513D286E}">
      <dgm:prSet/>
      <dgm:spPr/>
      <dgm:t>
        <a:bodyPr/>
        <a:lstStyle/>
        <a:p>
          <a:endParaRPr lang="es-ES"/>
        </a:p>
      </dgm:t>
    </dgm:pt>
    <dgm:pt modelId="{9595CDE6-26F1-421C-8EEF-7E6917E6BB06}">
      <dgm:prSet/>
      <dgm:spPr/>
      <dgm:t>
        <a:bodyPr/>
        <a:lstStyle/>
        <a:p>
          <a:pPr>
            <a:buSzPts val="1000"/>
            <a:buFont typeface="Courier New" panose="02070309020205020404" pitchFamily="49" charset="0"/>
            <a:buChar char="o"/>
          </a:pPr>
          <a:r>
            <a:rPr lang="es-ES"/>
            <a:t>Mostrar mensajes estáticos, instrucciones, o descripciones en una interfaz de usuario.</a:t>
          </a:r>
        </a:p>
      </dgm:t>
    </dgm:pt>
    <dgm:pt modelId="{0CA21E41-9AF3-45E1-B937-209259B4EDA4}" type="parTrans" cxnId="{210D9775-7A02-4575-9294-2BE6042615B8}">
      <dgm:prSet/>
      <dgm:spPr/>
      <dgm:t>
        <a:bodyPr/>
        <a:lstStyle/>
        <a:p>
          <a:endParaRPr lang="es-ES"/>
        </a:p>
      </dgm:t>
    </dgm:pt>
    <dgm:pt modelId="{C6E6B281-485F-4224-9320-94D1C9FB0BAF}" type="sibTrans" cxnId="{210D9775-7A02-4575-9294-2BE6042615B8}">
      <dgm:prSet/>
      <dgm:spPr/>
      <dgm:t>
        <a:bodyPr/>
        <a:lstStyle/>
        <a:p>
          <a:endParaRPr lang="es-ES"/>
        </a:p>
      </dgm:t>
    </dgm:pt>
    <dgm:pt modelId="{24B35CD7-E046-4DCF-8496-9C28B3FE05AA}" type="pres">
      <dgm:prSet presAssocID="{5D046200-E748-409C-8D69-F99638D68147}" presName="linear" presStyleCnt="0">
        <dgm:presLayoutVars>
          <dgm:animLvl val="lvl"/>
          <dgm:resizeHandles val="exact"/>
        </dgm:presLayoutVars>
      </dgm:prSet>
      <dgm:spPr/>
    </dgm:pt>
    <dgm:pt modelId="{3A89D063-3590-4781-9E94-D08B3F3C6AE3}" type="pres">
      <dgm:prSet presAssocID="{4D9EA646-0EED-4675-B2E1-3C3618F49DFE}" presName="parentText" presStyleLbl="node1" presStyleIdx="0" presStyleCnt="2">
        <dgm:presLayoutVars>
          <dgm:chMax val="0"/>
          <dgm:bulletEnabled val="1"/>
        </dgm:presLayoutVars>
      </dgm:prSet>
      <dgm:spPr/>
    </dgm:pt>
    <dgm:pt modelId="{A32E9E11-203D-4787-8D46-79B0071FB11F}" type="pres">
      <dgm:prSet presAssocID="{4D9EA646-0EED-4675-B2E1-3C3618F49DFE}" presName="childText" presStyleLbl="revTx" presStyleIdx="0" presStyleCnt="2">
        <dgm:presLayoutVars>
          <dgm:bulletEnabled val="1"/>
        </dgm:presLayoutVars>
      </dgm:prSet>
      <dgm:spPr/>
    </dgm:pt>
    <dgm:pt modelId="{72019433-B713-42BE-9F4D-8C63C89B1437}" type="pres">
      <dgm:prSet presAssocID="{6CD68996-6928-474E-9E5C-30223E0088BA}" presName="parentText" presStyleLbl="node1" presStyleIdx="1" presStyleCnt="2">
        <dgm:presLayoutVars>
          <dgm:chMax val="0"/>
          <dgm:bulletEnabled val="1"/>
        </dgm:presLayoutVars>
      </dgm:prSet>
      <dgm:spPr/>
    </dgm:pt>
    <dgm:pt modelId="{DF19310F-A49D-4D78-A4B4-052F524969DA}" type="pres">
      <dgm:prSet presAssocID="{6CD68996-6928-474E-9E5C-30223E0088BA}" presName="childText" presStyleLbl="revTx" presStyleIdx="1" presStyleCnt="2">
        <dgm:presLayoutVars>
          <dgm:bulletEnabled val="1"/>
        </dgm:presLayoutVars>
      </dgm:prSet>
      <dgm:spPr/>
    </dgm:pt>
  </dgm:ptLst>
  <dgm:cxnLst>
    <dgm:cxn modelId="{B3788304-662A-4266-8716-B83093686B6D}" type="presOf" srcId="{6CD68996-6928-474E-9E5C-30223E0088BA}" destId="{72019433-B713-42BE-9F4D-8C63C89B1437}" srcOrd="0" destOrd="0" presId="urn:microsoft.com/office/officeart/2005/8/layout/vList2"/>
    <dgm:cxn modelId="{A6ADF30E-9B78-4587-91ED-43A13AE5F6EF}" type="presOf" srcId="{38567D87-5398-4408-B17D-5BD1A607E6A6}" destId="{A32E9E11-203D-4787-8D46-79B0071FB11F}" srcOrd="0" destOrd="0" presId="urn:microsoft.com/office/officeart/2005/8/layout/vList2"/>
    <dgm:cxn modelId="{4535EE11-3B3B-48C7-B5E0-1A8E513D286E}" srcId="{6CD68996-6928-474E-9E5C-30223E0088BA}" destId="{1F440891-7005-49EB-B2F9-AA609310173F}" srcOrd="0" destOrd="0" parTransId="{CD748D0B-6F42-48E6-A398-1186838EDD8B}" sibTransId="{3C21E1A6-124C-4E07-AF32-738278E8F059}"/>
    <dgm:cxn modelId="{876D546F-8516-4348-9D26-F28621F6103C}" type="presOf" srcId="{5D046200-E748-409C-8D69-F99638D68147}" destId="{24B35CD7-E046-4DCF-8496-9C28B3FE05AA}" srcOrd="0" destOrd="0" presId="urn:microsoft.com/office/officeart/2005/8/layout/vList2"/>
    <dgm:cxn modelId="{70FA8975-239A-4643-A607-3370FEE24882}" type="presOf" srcId="{4D9EA646-0EED-4675-B2E1-3C3618F49DFE}" destId="{3A89D063-3590-4781-9E94-D08B3F3C6AE3}" srcOrd="0" destOrd="0" presId="urn:microsoft.com/office/officeart/2005/8/layout/vList2"/>
    <dgm:cxn modelId="{6C289575-E4D2-4B8B-B422-3E3FF4DE96C0}" srcId="{5D046200-E748-409C-8D69-F99638D68147}" destId="{4D9EA646-0EED-4675-B2E1-3C3618F49DFE}" srcOrd="0" destOrd="0" parTransId="{04500DA7-2C9B-4798-81D8-F689F7D2EF34}" sibTransId="{16AE928A-3C25-416C-9F3A-796F59F56E77}"/>
    <dgm:cxn modelId="{210D9775-7A02-4575-9294-2BE6042615B8}" srcId="{6CD68996-6928-474E-9E5C-30223E0088BA}" destId="{9595CDE6-26F1-421C-8EEF-7E6917E6BB06}" srcOrd="1" destOrd="0" parTransId="{0CA21E41-9AF3-45E1-B937-209259B4EDA4}" sibTransId="{C6E6B281-485F-4224-9320-94D1C9FB0BAF}"/>
    <dgm:cxn modelId="{3615F581-D233-48C1-92BE-0752E662CB73}" srcId="{5D046200-E748-409C-8D69-F99638D68147}" destId="{6CD68996-6928-474E-9E5C-30223E0088BA}" srcOrd="1" destOrd="0" parTransId="{AF4F7C5B-A46D-4272-A30C-EB43CF199E66}" sibTransId="{DEC798DA-9EC5-4A39-B979-A09AEDD5D3C3}"/>
    <dgm:cxn modelId="{F7030685-6989-433E-BFF8-FA44BCFB8B41}" srcId="{4D9EA646-0EED-4675-B2E1-3C3618F49DFE}" destId="{3EB9B2D4-D0F1-44B1-9F25-6535DE5A0D8E}" srcOrd="2" destOrd="0" parTransId="{126E9F19-A2F0-4723-B7F5-ACA4AB3E30F1}" sibTransId="{BA1B177F-52A2-4691-9190-1F512E66F9C9}"/>
    <dgm:cxn modelId="{DA128B88-C37D-488F-B86B-F08CCD97CD18}" srcId="{4D9EA646-0EED-4675-B2E1-3C3618F49DFE}" destId="{38567D87-5398-4408-B17D-5BD1A607E6A6}" srcOrd="0" destOrd="0" parTransId="{9E27DD49-82F9-459D-8F61-4882F794EFF5}" sibTransId="{8B46922C-83AB-4D2A-8834-F1BB08100A28}"/>
    <dgm:cxn modelId="{000E64A2-26F8-4F0E-976B-593E13AA808B}" type="presOf" srcId="{C899E51E-6B05-4B9C-B3D5-B14ECA6C213B}" destId="{A32E9E11-203D-4787-8D46-79B0071FB11F}" srcOrd="0" destOrd="1" presId="urn:microsoft.com/office/officeart/2005/8/layout/vList2"/>
    <dgm:cxn modelId="{A6B375A7-1086-45B2-86FF-696E6466BA35}" type="presOf" srcId="{9595CDE6-26F1-421C-8EEF-7E6917E6BB06}" destId="{DF19310F-A49D-4D78-A4B4-052F524969DA}" srcOrd="0" destOrd="1" presId="urn:microsoft.com/office/officeart/2005/8/layout/vList2"/>
    <dgm:cxn modelId="{E7F7CFB5-1535-4B68-BE6B-00DD859932E7}" type="presOf" srcId="{3EB9B2D4-D0F1-44B1-9F25-6535DE5A0D8E}" destId="{A32E9E11-203D-4787-8D46-79B0071FB11F}" srcOrd="0" destOrd="2" presId="urn:microsoft.com/office/officeart/2005/8/layout/vList2"/>
    <dgm:cxn modelId="{7FA291DE-B07A-48C9-A15E-5365731648FF}" srcId="{4D9EA646-0EED-4675-B2E1-3C3618F49DFE}" destId="{C899E51E-6B05-4B9C-B3D5-B14ECA6C213B}" srcOrd="1" destOrd="0" parTransId="{7A841524-23F1-4AF1-95F2-491525138297}" sibTransId="{AF3FF743-3446-44C6-9F25-CC503103F2DF}"/>
    <dgm:cxn modelId="{A1F619E2-F301-45E6-99D2-F3B9BD545836}" type="presOf" srcId="{1F440891-7005-49EB-B2F9-AA609310173F}" destId="{DF19310F-A49D-4D78-A4B4-052F524969DA}" srcOrd="0" destOrd="0" presId="urn:microsoft.com/office/officeart/2005/8/layout/vList2"/>
    <dgm:cxn modelId="{028468A9-47AB-4FA8-ACA3-7AA1243D9033}" type="presParOf" srcId="{24B35CD7-E046-4DCF-8496-9C28B3FE05AA}" destId="{3A89D063-3590-4781-9E94-D08B3F3C6AE3}" srcOrd="0" destOrd="0" presId="urn:microsoft.com/office/officeart/2005/8/layout/vList2"/>
    <dgm:cxn modelId="{DB642DF4-C459-44B5-BF3B-BD3D7B84C74B}" type="presParOf" srcId="{24B35CD7-E046-4DCF-8496-9C28B3FE05AA}" destId="{A32E9E11-203D-4787-8D46-79B0071FB11F}" srcOrd="1" destOrd="0" presId="urn:microsoft.com/office/officeart/2005/8/layout/vList2"/>
    <dgm:cxn modelId="{BB128A11-D478-496D-8088-1D3F0828C8B1}" type="presParOf" srcId="{24B35CD7-E046-4DCF-8496-9C28B3FE05AA}" destId="{72019433-B713-42BE-9F4D-8C63C89B1437}" srcOrd="2" destOrd="0" presId="urn:microsoft.com/office/officeart/2005/8/layout/vList2"/>
    <dgm:cxn modelId="{73B7DFB6-70EF-4CA4-B54A-371CDF5A1347}" type="presParOf" srcId="{24B35CD7-E046-4DCF-8496-9C28B3FE05AA}" destId="{DF19310F-A49D-4D78-A4B4-052F524969D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C057E6-DE9F-47B3-993A-CDDBC3D251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s-ES"/>
        </a:p>
      </dgm:t>
    </dgm:pt>
    <dgm:pt modelId="{9BFE0D93-9CED-4FD5-8949-24F364609BA4}">
      <dgm:prSet phldrT="[Texto]"/>
      <dgm:spPr/>
      <dgm:t>
        <a:bodyPr/>
        <a:lstStyle/>
        <a:p>
          <a:pPr>
            <a:buSzPts val="1000"/>
            <a:buFont typeface="Symbol" panose="05050102010706020507" pitchFamily="18" charset="2"/>
            <a:buChar char=""/>
          </a:pPr>
          <a:r>
            <a:rPr lang="es-ES" b="1"/>
            <a:t>Características:</a:t>
          </a:r>
          <a:endParaRPr lang="es-ES"/>
        </a:p>
      </dgm:t>
    </dgm:pt>
    <dgm:pt modelId="{39FA981E-BD8C-4825-9340-76EBF1C8A235}" type="parTrans" cxnId="{E997790B-8473-4CC1-87F5-AA36E854C7D0}">
      <dgm:prSet/>
      <dgm:spPr/>
      <dgm:t>
        <a:bodyPr/>
        <a:lstStyle/>
        <a:p>
          <a:endParaRPr lang="es-ES"/>
        </a:p>
      </dgm:t>
    </dgm:pt>
    <dgm:pt modelId="{F3E3F88C-B73D-4C78-B0BE-E7B53A6A1C99}" type="sibTrans" cxnId="{E997790B-8473-4CC1-87F5-AA36E854C7D0}">
      <dgm:prSet/>
      <dgm:spPr/>
      <dgm:t>
        <a:bodyPr/>
        <a:lstStyle/>
        <a:p>
          <a:endParaRPr lang="es-ES"/>
        </a:p>
      </dgm:t>
    </dgm:pt>
    <dgm:pt modelId="{48F69903-F1F7-4A78-A7C7-8690EE1922B0}">
      <dgm:prSet/>
      <dgm:spPr/>
      <dgm:t>
        <a:bodyPr/>
        <a:lstStyle/>
        <a:p>
          <a:pPr>
            <a:buSzPts val="1000"/>
            <a:buFont typeface="Courier New" panose="02070309020205020404" pitchFamily="49" charset="0"/>
            <a:buChar char="o"/>
          </a:pPr>
          <a:r>
            <a:rPr lang="es-ES"/>
            <a:t>JCheckBox es un componente que permite al usuario seleccionar o deseleccionar una opción. Se puede utilizar en grupos donde cada opción es independiente de las demás.</a:t>
          </a:r>
        </a:p>
      </dgm:t>
    </dgm:pt>
    <dgm:pt modelId="{215D4421-B6EB-422D-AD91-C4B3795979D7}" type="parTrans" cxnId="{359E1B6D-40E7-4A06-BCA7-CFFA3D96B32E}">
      <dgm:prSet/>
      <dgm:spPr/>
      <dgm:t>
        <a:bodyPr/>
        <a:lstStyle/>
        <a:p>
          <a:endParaRPr lang="es-ES"/>
        </a:p>
      </dgm:t>
    </dgm:pt>
    <dgm:pt modelId="{4D86472B-3A57-4DAF-8EDF-6ABBF5C4C668}" type="sibTrans" cxnId="{359E1B6D-40E7-4A06-BCA7-CFFA3D96B32E}">
      <dgm:prSet/>
      <dgm:spPr/>
      <dgm:t>
        <a:bodyPr/>
        <a:lstStyle/>
        <a:p>
          <a:endParaRPr lang="es-ES"/>
        </a:p>
      </dgm:t>
    </dgm:pt>
    <dgm:pt modelId="{4D4EA971-35AD-42B3-A7F0-25085CE31539}">
      <dgm:prSet/>
      <dgm:spPr/>
      <dgm:t>
        <a:bodyPr/>
        <a:lstStyle/>
        <a:p>
          <a:pPr>
            <a:buSzPts val="1000"/>
            <a:buFont typeface="Courier New" panose="02070309020205020404" pitchFamily="49" charset="0"/>
            <a:buChar char="o"/>
          </a:pPr>
          <a:r>
            <a:rPr lang="es-ES"/>
            <a:t>Soporta estados "seleccionado" y "no seleccionado", y en algunos casos, un tercer estado "indeterminado".</a:t>
          </a:r>
        </a:p>
      </dgm:t>
    </dgm:pt>
    <dgm:pt modelId="{90BF1B1F-A60C-477B-9CA2-AF76C9943E11}" type="parTrans" cxnId="{BC507B54-ED39-4BC2-8523-EC479903BE59}">
      <dgm:prSet/>
      <dgm:spPr/>
      <dgm:t>
        <a:bodyPr/>
        <a:lstStyle/>
        <a:p>
          <a:endParaRPr lang="es-ES"/>
        </a:p>
      </dgm:t>
    </dgm:pt>
    <dgm:pt modelId="{429C705E-B1D7-4230-9CEE-3B0509056EB6}" type="sibTrans" cxnId="{BC507B54-ED39-4BC2-8523-EC479903BE59}">
      <dgm:prSet/>
      <dgm:spPr/>
      <dgm:t>
        <a:bodyPr/>
        <a:lstStyle/>
        <a:p>
          <a:endParaRPr lang="es-ES"/>
        </a:p>
      </dgm:t>
    </dgm:pt>
    <dgm:pt modelId="{C1285898-B80A-4654-BB2D-40EA8E73268A}">
      <dgm:prSet/>
      <dgm:spPr/>
      <dgm:t>
        <a:bodyPr/>
        <a:lstStyle/>
        <a:p>
          <a:pPr>
            <a:buSzPts val="1000"/>
            <a:buFont typeface="Courier New" panose="02070309020205020404" pitchFamily="49" charset="0"/>
            <a:buChar char="o"/>
          </a:pPr>
          <a:r>
            <a:rPr lang="es-ES"/>
            <a:t>Puede personalizarse en términos de texto, ícono, y comportamiento.</a:t>
          </a:r>
        </a:p>
      </dgm:t>
    </dgm:pt>
    <dgm:pt modelId="{B366F1FA-AEEF-49AB-8D57-90A8F9CE284B}" type="parTrans" cxnId="{2C4F3B64-5823-4B15-8F14-BABCBAEDB563}">
      <dgm:prSet/>
      <dgm:spPr/>
      <dgm:t>
        <a:bodyPr/>
        <a:lstStyle/>
        <a:p>
          <a:endParaRPr lang="es-ES"/>
        </a:p>
      </dgm:t>
    </dgm:pt>
    <dgm:pt modelId="{CF938DBB-608F-4404-84A3-74E1166DC8DA}" type="sibTrans" cxnId="{2C4F3B64-5823-4B15-8F14-BABCBAEDB563}">
      <dgm:prSet/>
      <dgm:spPr/>
      <dgm:t>
        <a:bodyPr/>
        <a:lstStyle/>
        <a:p>
          <a:endParaRPr lang="es-ES"/>
        </a:p>
      </dgm:t>
    </dgm:pt>
    <dgm:pt modelId="{5A7D4213-D4AA-40A6-9C4C-4C9FBB77D48D}">
      <dgm:prSet/>
      <dgm:spPr/>
      <dgm:t>
        <a:bodyPr/>
        <a:lstStyle/>
        <a:p>
          <a:pPr>
            <a:buSzPts val="1000"/>
            <a:buFont typeface="Symbol" panose="05050102010706020507" pitchFamily="18" charset="2"/>
            <a:buChar char=""/>
          </a:pPr>
          <a:r>
            <a:rPr lang="es-ES" b="1"/>
            <a:t>Campo de Aplicación:</a:t>
          </a:r>
          <a:endParaRPr lang="es-ES"/>
        </a:p>
      </dgm:t>
    </dgm:pt>
    <dgm:pt modelId="{A27F40E1-4E03-4B63-ACB8-8E8ADADE991C}" type="parTrans" cxnId="{CA404421-3B04-41B9-84BC-8084BFB2C4C3}">
      <dgm:prSet/>
      <dgm:spPr/>
      <dgm:t>
        <a:bodyPr/>
        <a:lstStyle/>
        <a:p>
          <a:endParaRPr lang="es-ES"/>
        </a:p>
      </dgm:t>
    </dgm:pt>
    <dgm:pt modelId="{AABE6433-8A09-4F84-8C78-91DB97EC058D}" type="sibTrans" cxnId="{CA404421-3B04-41B9-84BC-8084BFB2C4C3}">
      <dgm:prSet/>
      <dgm:spPr/>
      <dgm:t>
        <a:bodyPr/>
        <a:lstStyle/>
        <a:p>
          <a:endParaRPr lang="es-ES"/>
        </a:p>
      </dgm:t>
    </dgm:pt>
    <dgm:pt modelId="{E576DAA8-B14D-4FFA-8A0C-97CC64FED561}">
      <dgm:prSet/>
      <dgm:spPr/>
      <dgm:t>
        <a:bodyPr/>
        <a:lstStyle/>
        <a:p>
          <a:pPr>
            <a:buSzPts val="1000"/>
            <a:buFont typeface="Courier New" panose="02070309020205020404" pitchFamily="49" charset="0"/>
            <a:buChar char="o"/>
          </a:pPr>
          <a:r>
            <a:rPr lang="es-ES"/>
            <a:t>Formularios donde se permite a los usuarios seleccionar múltiples opciones independientes, como en preferencias de usuario o configuraciones.</a:t>
          </a:r>
        </a:p>
      </dgm:t>
    </dgm:pt>
    <dgm:pt modelId="{41DC0120-FB32-4CAF-BDF0-F482D8A4FE34}" type="parTrans" cxnId="{A27F2F97-C79B-434A-B9D5-405B184FC1C7}">
      <dgm:prSet/>
      <dgm:spPr/>
      <dgm:t>
        <a:bodyPr/>
        <a:lstStyle/>
        <a:p>
          <a:endParaRPr lang="es-ES"/>
        </a:p>
      </dgm:t>
    </dgm:pt>
    <dgm:pt modelId="{CED63389-5DE8-485C-BECE-48BA55B481F7}" type="sibTrans" cxnId="{A27F2F97-C79B-434A-B9D5-405B184FC1C7}">
      <dgm:prSet/>
      <dgm:spPr/>
      <dgm:t>
        <a:bodyPr/>
        <a:lstStyle/>
        <a:p>
          <a:endParaRPr lang="es-ES"/>
        </a:p>
      </dgm:t>
    </dgm:pt>
    <dgm:pt modelId="{3534323E-4323-4EB9-81B6-7EC592ABACF6}">
      <dgm:prSet/>
      <dgm:spPr/>
      <dgm:t>
        <a:bodyPr/>
        <a:lstStyle/>
        <a:p>
          <a:pPr>
            <a:buSzPts val="1000"/>
            <a:buFont typeface="Courier New" panose="02070309020205020404" pitchFamily="49" charset="0"/>
            <a:buChar char="o"/>
          </a:pPr>
          <a:r>
            <a:rPr lang="es-ES"/>
            <a:t>Confirmaciones y activaciones de funciones opcionales en diálogos y ventanas de configuración.</a:t>
          </a:r>
        </a:p>
      </dgm:t>
    </dgm:pt>
    <dgm:pt modelId="{AAF48A62-6C6F-4809-8707-DD742083C773}" type="parTrans" cxnId="{6B177536-E1D3-4764-996E-8079F2200FD0}">
      <dgm:prSet/>
      <dgm:spPr/>
      <dgm:t>
        <a:bodyPr/>
        <a:lstStyle/>
        <a:p>
          <a:endParaRPr lang="es-ES"/>
        </a:p>
      </dgm:t>
    </dgm:pt>
    <dgm:pt modelId="{21AA9AD3-3792-407D-A7DE-5D75FD5FFBAC}" type="sibTrans" cxnId="{6B177536-E1D3-4764-996E-8079F2200FD0}">
      <dgm:prSet/>
      <dgm:spPr/>
      <dgm:t>
        <a:bodyPr/>
        <a:lstStyle/>
        <a:p>
          <a:endParaRPr lang="es-ES"/>
        </a:p>
      </dgm:t>
    </dgm:pt>
    <dgm:pt modelId="{E4576487-9D25-43F9-85F1-088B14C43DE1}" type="pres">
      <dgm:prSet presAssocID="{FDC057E6-DE9F-47B3-993A-CDDBC3D251D4}" presName="vert0" presStyleCnt="0">
        <dgm:presLayoutVars>
          <dgm:dir/>
          <dgm:animOne val="branch"/>
          <dgm:animLvl val="lvl"/>
        </dgm:presLayoutVars>
      </dgm:prSet>
      <dgm:spPr/>
    </dgm:pt>
    <dgm:pt modelId="{D5762E7B-5CD1-4C02-B450-15E04D9095B4}" type="pres">
      <dgm:prSet presAssocID="{9BFE0D93-9CED-4FD5-8949-24F364609BA4}" presName="thickLine" presStyleLbl="alignNode1" presStyleIdx="0" presStyleCnt="2"/>
      <dgm:spPr/>
    </dgm:pt>
    <dgm:pt modelId="{C9147697-EE19-4A7F-A929-23B9C3B47469}" type="pres">
      <dgm:prSet presAssocID="{9BFE0D93-9CED-4FD5-8949-24F364609BA4}" presName="horz1" presStyleCnt="0"/>
      <dgm:spPr/>
    </dgm:pt>
    <dgm:pt modelId="{559A47FC-E4C0-43AF-B4A5-A8CDF80BD4D5}" type="pres">
      <dgm:prSet presAssocID="{9BFE0D93-9CED-4FD5-8949-24F364609BA4}" presName="tx1" presStyleLbl="revTx" presStyleIdx="0" presStyleCnt="7"/>
      <dgm:spPr/>
    </dgm:pt>
    <dgm:pt modelId="{7736FBF8-9511-49ED-AE3F-61FDEEBF7648}" type="pres">
      <dgm:prSet presAssocID="{9BFE0D93-9CED-4FD5-8949-24F364609BA4}" presName="vert1" presStyleCnt="0"/>
      <dgm:spPr/>
    </dgm:pt>
    <dgm:pt modelId="{E4867DF2-90B6-4906-8134-4A12CD0CABEE}" type="pres">
      <dgm:prSet presAssocID="{48F69903-F1F7-4A78-A7C7-8690EE1922B0}" presName="vertSpace2a" presStyleCnt="0"/>
      <dgm:spPr/>
    </dgm:pt>
    <dgm:pt modelId="{0D8D37BA-F00C-4FAE-BBF8-6329587EA67E}" type="pres">
      <dgm:prSet presAssocID="{48F69903-F1F7-4A78-A7C7-8690EE1922B0}" presName="horz2" presStyleCnt="0"/>
      <dgm:spPr/>
    </dgm:pt>
    <dgm:pt modelId="{C0B87877-9AD7-498B-881C-3585141314D3}" type="pres">
      <dgm:prSet presAssocID="{48F69903-F1F7-4A78-A7C7-8690EE1922B0}" presName="horzSpace2" presStyleCnt="0"/>
      <dgm:spPr/>
    </dgm:pt>
    <dgm:pt modelId="{463864AE-F765-4644-B54A-843C13601586}" type="pres">
      <dgm:prSet presAssocID="{48F69903-F1F7-4A78-A7C7-8690EE1922B0}" presName="tx2" presStyleLbl="revTx" presStyleIdx="1" presStyleCnt="7"/>
      <dgm:spPr/>
    </dgm:pt>
    <dgm:pt modelId="{E0A4F82E-AA15-41EB-97E8-F46625C03E55}" type="pres">
      <dgm:prSet presAssocID="{48F69903-F1F7-4A78-A7C7-8690EE1922B0}" presName="vert2" presStyleCnt="0"/>
      <dgm:spPr/>
    </dgm:pt>
    <dgm:pt modelId="{CDBF2B26-B77B-4C86-A967-60E8F7DA90F6}" type="pres">
      <dgm:prSet presAssocID="{48F69903-F1F7-4A78-A7C7-8690EE1922B0}" presName="thinLine2b" presStyleLbl="callout" presStyleIdx="0" presStyleCnt="5"/>
      <dgm:spPr/>
    </dgm:pt>
    <dgm:pt modelId="{9A062637-B7F3-4DE1-9701-6BBD870065B9}" type="pres">
      <dgm:prSet presAssocID="{48F69903-F1F7-4A78-A7C7-8690EE1922B0}" presName="vertSpace2b" presStyleCnt="0"/>
      <dgm:spPr/>
    </dgm:pt>
    <dgm:pt modelId="{B8163933-0E8C-481B-9A0F-69787DC76B0E}" type="pres">
      <dgm:prSet presAssocID="{4D4EA971-35AD-42B3-A7F0-25085CE31539}" presName="horz2" presStyleCnt="0"/>
      <dgm:spPr/>
    </dgm:pt>
    <dgm:pt modelId="{495BF621-17DF-41D0-949F-47707C59070B}" type="pres">
      <dgm:prSet presAssocID="{4D4EA971-35AD-42B3-A7F0-25085CE31539}" presName="horzSpace2" presStyleCnt="0"/>
      <dgm:spPr/>
    </dgm:pt>
    <dgm:pt modelId="{A5AD1B37-D606-447C-B2F6-391ACB0EB2C8}" type="pres">
      <dgm:prSet presAssocID="{4D4EA971-35AD-42B3-A7F0-25085CE31539}" presName="tx2" presStyleLbl="revTx" presStyleIdx="2" presStyleCnt="7"/>
      <dgm:spPr/>
    </dgm:pt>
    <dgm:pt modelId="{A1843DDE-2DE0-4653-9828-C9D4CE9CF1A4}" type="pres">
      <dgm:prSet presAssocID="{4D4EA971-35AD-42B3-A7F0-25085CE31539}" presName="vert2" presStyleCnt="0"/>
      <dgm:spPr/>
    </dgm:pt>
    <dgm:pt modelId="{699E2157-DD84-4953-B478-1CB2379C599C}" type="pres">
      <dgm:prSet presAssocID="{4D4EA971-35AD-42B3-A7F0-25085CE31539}" presName="thinLine2b" presStyleLbl="callout" presStyleIdx="1" presStyleCnt="5"/>
      <dgm:spPr/>
    </dgm:pt>
    <dgm:pt modelId="{6D56EC73-0D21-4F66-87F8-F92F3D773672}" type="pres">
      <dgm:prSet presAssocID="{4D4EA971-35AD-42B3-A7F0-25085CE31539}" presName="vertSpace2b" presStyleCnt="0"/>
      <dgm:spPr/>
    </dgm:pt>
    <dgm:pt modelId="{65ACFC0F-7E36-4943-8ED9-C8933D24ECC1}" type="pres">
      <dgm:prSet presAssocID="{C1285898-B80A-4654-BB2D-40EA8E73268A}" presName="horz2" presStyleCnt="0"/>
      <dgm:spPr/>
    </dgm:pt>
    <dgm:pt modelId="{BBEBDBC0-C0F7-4B6C-ACCE-AC646392268B}" type="pres">
      <dgm:prSet presAssocID="{C1285898-B80A-4654-BB2D-40EA8E73268A}" presName="horzSpace2" presStyleCnt="0"/>
      <dgm:spPr/>
    </dgm:pt>
    <dgm:pt modelId="{C7069A71-AD1D-4E71-9018-A238F5582AC8}" type="pres">
      <dgm:prSet presAssocID="{C1285898-B80A-4654-BB2D-40EA8E73268A}" presName="tx2" presStyleLbl="revTx" presStyleIdx="3" presStyleCnt="7"/>
      <dgm:spPr/>
    </dgm:pt>
    <dgm:pt modelId="{F425C03E-EB6F-48F5-8F61-99DABB983A3A}" type="pres">
      <dgm:prSet presAssocID="{C1285898-B80A-4654-BB2D-40EA8E73268A}" presName="vert2" presStyleCnt="0"/>
      <dgm:spPr/>
    </dgm:pt>
    <dgm:pt modelId="{BAA26DED-FB7E-4518-90B4-370679417273}" type="pres">
      <dgm:prSet presAssocID="{C1285898-B80A-4654-BB2D-40EA8E73268A}" presName="thinLine2b" presStyleLbl="callout" presStyleIdx="2" presStyleCnt="5"/>
      <dgm:spPr/>
    </dgm:pt>
    <dgm:pt modelId="{DD0184E7-7DC8-4ABB-9A28-17FE12F05C76}" type="pres">
      <dgm:prSet presAssocID="{C1285898-B80A-4654-BB2D-40EA8E73268A}" presName="vertSpace2b" presStyleCnt="0"/>
      <dgm:spPr/>
    </dgm:pt>
    <dgm:pt modelId="{627B1BCD-6D92-42AC-AEEB-27408951BCCF}" type="pres">
      <dgm:prSet presAssocID="{5A7D4213-D4AA-40A6-9C4C-4C9FBB77D48D}" presName="thickLine" presStyleLbl="alignNode1" presStyleIdx="1" presStyleCnt="2"/>
      <dgm:spPr/>
    </dgm:pt>
    <dgm:pt modelId="{7E551298-AAF8-496E-B659-FFF19A773F79}" type="pres">
      <dgm:prSet presAssocID="{5A7D4213-D4AA-40A6-9C4C-4C9FBB77D48D}" presName="horz1" presStyleCnt="0"/>
      <dgm:spPr/>
    </dgm:pt>
    <dgm:pt modelId="{0AAC96AB-2252-46D6-950F-CF5B3CEED238}" type="pres">
      <dgm:prSet presAssocID="{5A7D4213-D4AA-40A6-9C4C-4C9FBB77D48D}" presName="tx1" presStyleLbl="revTx" presStyleIdx="4" presStyleCnt="7"/>
      <dgm:spPr/>
    </dgm:pt>
    <dgm:pt modelId="{775DFF33-7711-4EBA-B387-71ED0005D321}" type="pres">
      <dgm:prSet presAssocID="{5A7D4213-D4AA-40A6-9C4C-4C9FBB77D48D}" presName="vert1" presStyleCnt="0"/>
      <dgm:spPr/>
    </dgm:pt>
    <dgm:pt modelId="{388E073B-24B7-4811-B2D4-505EFD7015B2}" type="pres">
      <dgm:prSet presAssocID="{E576DAA8-B14D-4FFA-8A0C-97CC64FED561}" presName="vertSpace2a" presStyleCnt="0"/>
      <dgm:spPr/>
    </dgm:pt>
    <dgm:pt modelId="{75622A0B-67C9-41A7-8153-976A28452CB0}" type="pres">
      <dgm:prSet presAssocID="{E576DAA8-B14D-4FFA-8A0C-97CC64FED561}" presName="horz2" presStyleCnt="0"/>
      <dgm:spPr/>
    </dgm:pt>
    <dgm:pt modelId="{1FA74BB0-5D29-43CE-888B-0DBF03678A79}" type="pres">
      <dgm:prSet presAssocID="{E576DAA8-B14D-4FFA-8A0C-97CC64FED561}" presName="horzSpace2" presStyleCnt="0"/>
      <dgm:spPr/>
    </dgm:pt>
    <dgm:pt modelId="{A9DDB402-C32B-45FF-83A5-ED99BE50A322}" type="pres">
      <dgm:prSet presAssocID="{E576DAA8-B14D-4FFA-8A0C-97CC64FED561}" presName="tx2" presStyleLbl="revTx" presStyleIdx="5" presStyleCnt="7"/>
      <dgm:spPr/>
    </dgm:pt>
    <dgm:pt modelId="{1140325B-9B36-406A-9AFA-7D97CC95C322}" type="pres">
      <dgm:prSet presAssocID="{E576DAA8-B14D-4FFA-8A0C-97CC64FED561}" presName="vert2" presStyleCnt="0"/>
      <dgm:spPr/>
    </dgm:pt>
    <dgm:pt modelId="{1B6E7077-3444-474B-A0D8-B926280E7040}" type="pres">
      <dgm:prSet presAssocID="{E576DAA8-B14D-4FFA-8A0C-97CC64FED561}" presName="thinLine2b" presStyleLbl="callout" presStyleIdx="3" presStyleCnt="5"/>
      <dgm:spPr/>
    </dgm:pt>
    <dgm:pt modelId="{DBDAB9BD-0B28-47F2-90B9-A775570E99A2}" type="pres">
      <dgm:prSet presAssocID="{E576DAA8-B14D-4FFA-8A0C-97CC64FED561}" presName="vertSpace2b" presStyleCnt="0"/>
      <dgm:spPr/>
    </dgm:pt>
    <dgm:pt modelId="{8EB2C1A4-794F-4490-AD9A-D94914694870}" type="pres">
      <dgm:prSet presAssocID="{3534323E-4323-4EB9-81B6-7EC592ABACF6}" presName="horz2" presStyleCnt="0"/>
      <dgm:spPr/>
    </dgm:pt>
    <dgm:pt modelId="{904B59AC-1B34-41EE-AF94-C22CFD4BC0BB}" type="pres">
      <dgm:prSet presAssocID="{3534323E-4323-4EB9-81B6-7EC592ABACF6}" presName="horzSpace2" presStyleCnt="0"/>
      <dgm:spPr/>
    </dgm:pt>
    <dgm:pt modelId="{1FBDAC44-F74C-4A52-AA81-6D857720FF96}" type="pres">
      <dgm:prSet presAssocID="{3534323E-4323-4EB9-81B6-7EC592ABACF6}" presName="tx2" presStyleLbl="revTx" presStyleIdx="6" presStyleCnt="7"/>
      <dgm:spPr/>
    </dgm:pt>
    <dgm:pt modelId="{95CDB4BC-8314-49F7-B82B-F1DAF30F1A97}" type="pres">
      <dgm:prSet presAssocID="{3534323E-4323-4EB9-81B6-7EC592ABACF6}" presName="vert2" presStyleCnt="0"/>
      <dgm:spPr/>
    </dgm:pt>
    <dgm:pt modelId="{D4FA5319-50EB-4FA3-BFAF-DE0338BC94C0}" type="pres">
      <dgm:prSet presAssocID="{3534323E-4323-4EB9-81B6-7EC592ABACF6}" presName="thinLine2b" presStyleLbl="callout" presStyleIdx="4" presStyleCnt="5"/>
      <dgm:spPr/>
    </dgm:pt>
    <dgm:pt modelId="{D01C5A18-1CD4-4174-82F8-B3323242CF86}" type="pres">
      <dgm:prSet presAssocID="{3534323E-4323-4EB9-81B6-7EC592ABACF6}" presName="vertSpace2b" presStyleCnt="0"/>
      <dgm:spPr/>
    </dgm:pt>
  </dgm:ptLst>
  <dgm:cxnLst>
    <dgm:cxn modelId="{E997790B-8473-4CC1-87F5-AA36E854C7D0}" srcId="{FDC057E6-DE9F-47B3-993A-CDDBC3D251D4}" destId="{9BFE0D93-9CED-4FD5-8949-24F364609BA4}" srcOrd="0" destOrd="0" parTransId="{39FA981E-BD8C-4825-9340-76EBF1C8A235}" sibTransId="{F3E3F88C-B73D-4C78-B0BE-E7B53A6A1C99}"/>
    <dgm:cxn modelId="{F3E38A18-0A4B-4226-B2D5-A4A24DE9137E}" type="presOf" srcId="{9BFE0D93-9CED-4FD5-8949-24F364609BA4}" destId="{559A47FC-E4C0-43AF-B4A5-A8CDF80BD4D5}" srcOrd="0" destOrd="0" presId="urn:microsoft.com/office/officeart/2008/layout/LinedList"/>
    <dgm:cxn modelId="{CA404421-3B04-41B9-84BC-8084BFB2C4C3}" srcId="{FDC057E6-DE9F-47B3-993A-CDDBC3D251D4}" destId="{5A7D4213-D4AA-40A6-9C4C-4C9FBB77D48D}" srcOrd="1" destOrd="0" parTransId="{A27F40E1-4E03-4B63-ACB8-8E8ADADE991C}" sibTransId="{AABE6433-8A09-4F84-8C78-91DB97EC058D}"/>
    <dgm:cxn modelId="{6B177536-E1D3-4764-996E-8079F2200FD0}" srcId="{5A7D4213-D4AA-40A6-9C4C-4C9FBB77D48D}" destId="{3534323E-4323-4EB9-81B6-7EC592ABACF6}" srcOrd="1" destOrd="0" parTransId="{AAF48A62-6C6F-4809-8707-DD742083C773}" sibTransId="{21AA9AD3-3792-407D-A7DE-5D75FD5FFBAC}"/>
    <dgm:cxn modelId="{2C4F3B64-5823-4B15-8F14-BABCBAEDB563}" srcId="{9BFE0D93-9CED-4FD5-8949-24F364609BA4}" destId="{C1285898-B80A-4654-BB2D-40EA8E73268A}" srcOrd="2" destOrd="0" parTransId="{B366F1FA-AEEF-49AB-8D57-90A8F9CE284B}" sibTransId="{CF938DBB-608F-4404-84A3-74E1166DC8DA}"/>
    <dgm:cxn modelId="{359E1B6D-40E7-4A06-BCA7-CFFA3D96B32E}" srcId="{9BFE0D93-9CED-4FD5-8949-24F364609BA4}" destId="{48F69903-F1F7-4A78-A7C7-8690EE1922B0}" srcOrd="0" destOrd="0" parTransId="{215D4421-B6EB-422D-AD91-C4B3795979D7}" sibTransId="{4D86472B-3A57-4DAF-8EDF-6ABBF5C4C668}"/>
    <dgm:cxn modelId="{BC507B54-ED39-4BC2-8523-EC479903BE59}" srcId="{9BFE0D93-9CED-4FD5-8949-24F364609BA4}" destId="{4D4EA971-35AD-42B3-A7F0-25085CE31539}" srcOrd="1" destOrd="0" parTransId="{90BF1B1F-A60C-477B-9CA2-AF76C9943E11}" sibTransId="{429C705E-B1D7-4230-9CEE-3B0509056EB6}"/>
    <dgm:cxn modelId="{88DD2056-8939-459D-9103-6100DE83F28B}" type="presOf" srcId="{5A7D4213-D4AA-40A6-9C4C-4C9FBB77D48D}" destId="{0AAC96AB-2252-46D6-950F-CF5B3CEED238}" srcOrd="0" destOrd="0" presId="urn:microsoft.com/office/officeart/2008/layout/LinedList"/>
    <dgm:cxn modelId="{6560C37F-E5D3-4E2C-9C71-DCED4BF353EE}" type="presOf" srcId="{4D4EA971-35AD-42B3-A7F0-25085CE31539}" destId="{A5AD1B37-D606-447C-B2F6-391ACB0EB2C8}" srcOrd="0" destOrd="0" presId="urn:microsoft.com/office/officeart/2008/layout/LinedList"/>
    <dgm:cxn modelId="{F8D8468A-E244-43D7-99C3-A9D7DDFF6E58}" type="presOf" srcId="{3534323E-4323-4EB9-81B6-7EC592ABACF6}" destId="{1FBDAC44-F74C-4A52-AA81-6D857720FF96}" srcOrd="0" destOrd="0" presId="urn:microsoft.com/office/officeart/2008/layout/LinedList"/>
    <dgm:cxn modelId="{A27F2F97-C79B-434A-B9D5-405B184FC1C7}" srcId="{5A7D4213-D4AA-40A6-9C4C-4C9FBB77D48D}" destId="{E576DAA8-B14D-4FFA-8A0C-97CC64FED561}" srcOrd="0" destOrd="0" parTransId="{41DC0120-FB32-4CAF-BDF0-F482D8A4FE34}" sibTransId="{CED63389-5DE8-485C-BECE-48BA55B481F7}"/>
    <dgm:cxn modelId="{C4C9A19B-487D-471B-ADA6-3AFD99B2BCC0}" type="presOf" srcId="{48F69903-F1F7-4A78-A7C7-8690EE1922B0}" destId="{463864AE-F765-4644-B54A-843C13601586}" srcOrd="0" destOrd="0" presId="urn:microsoft.com/office/officeart/2008/layout/LinedList"/>
    <dgm:cxn modelId="{F2066AA2-B673-479D-8C2F-CDDCAB109A0D}" type="presOf" srcId="{FDC057E6-DE9F-47B3-993A-CDDBC3D251D4}" destId="{E4576487-9D25-43F9-85F1-088B14C43DE1}" srcOrd="0" destOrd="0" presId="urn:microsoft.com/office/officeart/2008/layout/LinedList"/>
    <dgm:cxn modelId="{69D474EA-1D68-4637-AFE2-8135901D8C19}" type="presOf" srcId="{E576DAA8-B14D-4FFA-8A0C-97CC64FED561}" destId="{A9DDB402-C32B-45FF-83A5-ED99BE50A322}" srcOrd="0" destOrd="0" presId="urn:microsoft.com/office/officeart/2008/layout/LinedList"/>
    <dgm:cxn modelId="{70834DF5-6FCB-49E0-B49F-FCD6D3C71975}" type="presOf" srcId="{C1285898-B80A-4654-BB2D-40EA8E73268A}" destId="{C7069A71-AD1D-4E71-9018-A238F5582AC8}" srcOrd="0" destOrd="0" presId="urn:microsoft.com/office/officeart/2008/layout/LinedList"/>
    <dgm:cxn modelId="{DA2BCF61-BCF2-4621-B250-2D61E7823C0B}" type="presParOf" srcId="{E4576487-9D25-43F9-85F1-088B14C43DE1}" destId="{D5762E7B-5CD1-4C02-B450-15E04D9095B4}" srcOrd="0" destOrd="0" presId="urn:microsoft.com/office/officeart/2008/layout/LinedList"/>
    <dgm:cxn modelId="{784C3BC3-52A3-454C-BC77-29431BAE1BF8}" type="presParOf" srcId="{E4576487-9D25-43F9-85F1-088B14C43DE1}" destId="{C9147697-EE19-4A7F-A929-23B9C3B47469}" srcOrd="1" destOrd="0" presId="urn:microsoft.com/office/officeart/2008/layout/LinedList"/>
    <dgm:cxn modelId="{3D47B74E-CF84-41DD-B258-9F8650456D6E}" type="presParOf" srcId="{C9147697-EE19-4A7F-A929-23B9C3B47469}" destId="{559A47FC-E4C0-43AF-B4A5-A8CDF80BD4D5}" srcOrd="0" destOrd="0" presId="urn:microsoft.com/office/officeart/2008/layout/LinedList"/>
    <dgm:cxn modelId="{C70DF465-604F-41F3-8C04-2F010B560C14}" type="presParOf" srcId="{C9147697-EE19-4A7F-A929-23B9C3B47469}" destId="{7736FBF8-9511-49ED-AE3F-61FDEEBF7648}" srcOrd="1" destOrd="0" presId="urn:microsoft.com/office/officeart/2008/layout/LinedList"/>
    <dgm:cxn modelId="{D65D9904-E9DD-46D4-9EE0-1383184C9850}" type="presParOf" srcId="{7736FBF8-9511-49ED-AE3F-61FDEEBF7648}" destId="{E4867DF2-90B6-4906-8134-4A12CD0CABEE}" srcOrd="0" destOrd="0" presId="urn:microsoft.com/office/officeart/2008/layout/LinedList"/>
    <dgm:cxn modelId="{7BD4F3DE-DF0F-4BF1-8A9E-8F68CD11B9B2}" type="presParOf" srcId="{7736FBF8-9511-49ED-AE3F-61FDEEBF7648}" destId="{0D8D37BA-F00C-4FAE-BBF8-6329587EA67E}" srcOrd="1" destOrd="0" presId="urn:microsoft.com/office/officeart/2008/layout/LinedList"/>
    <dgm:cxn modelId="{20CF938D-2B40-417E-BEDE-209F9BF4D820}" type="presParOf" srcId="{0D8D37BA-F00C-4FAE-BBF8-6329587EA67E}" destId="{C0B87877-9AD7-498B-881C-3585141314D3}" srcOrd="0" destOrd="0" presId="urn:microsoft.com/office/officeart/2008/layout/LinedList"/>
    <dgm:cxn modelId="{ED229F36-5DBD-455E-A934-9A9C8043E736}" type="presParOf" srcId="{0D8D37BA-F00C-4FAE-BBF8-6329587EA67E}" destId="{463864AE-F765-4644-B54A-843C13601586}" srcOrd="1" destOrd="0" presId="urn:microsoft.com/office/officeart/2008/layout/LinedList"/>
    <dgm:cxn modelId="{ACC3FE67-E56F-4B45-B7B4-6D84D6A65B27}" type="presParOf" srcId="{0D8D37BA-F00C-4FAE-BBF8-6329587EA67E}" destId="{E0A4F82E-AA15-41EB-97E8-F46625C03E55}" srcOrd="2" destOrd="0" presId="urn:microsoft.com/office/officeart/2008/layout/LinedList"/>
    <dgm:cxn modelId="{C46A3EBA-63F9-4CB9-8917-11A7AB8928CE}" type="presParOf" srcId="{7736FBF8-9511-49ED-AE3F-61FDEEBF7648}" destId="{CDBF2B26-B77B-4C86-A967-60E8F7DA90F6}" srcOrd="2" destOrd="0" presId="urn:microsoft.com/office/officeart/2008/layout/LinedList"/>
    <dgm:cxn modelId="{5DFE16D6-47D7-4467-861F-DDE2CD115E98}" type="presParOf" srcId="{7736FBF8-9511-49ED-AE3F-61FDEEBF7648}" destId="{9A062637-B7F3-4DE1-9701-6BBD870065B9}" srcOrd="3" destOrd="0" presId="urn:microsoft.com/office/officeart/2008/layout/LinedList"/>
    <dgm:cxn modelId="{44D998CF-3AAC-485B-B1E5-112F95751726}" type="presParOf" srcId="{7736FBF8-9511-49ED-AE3F-61FDEEBF7648}" destId="{B8163933-0E8C-481B-9A0F-69787DC76B0E}" srcOrd="4" destOrd="0" presId="urn:microsoft.com/office/officeart/2008/layout/LinedList"/>
    <dgm:cxn modelId="{F84599D9-050C-42E5-85E7-5010A1E5C47F}" type="presParOf" srcId="{B8163933-0E8C-481B-9A0F-69787DC76B0E}" destId="{495BF621-17DF-41D0-949F-47707C59070B}" srcOrd="0" destOrd="0" presId="urn:microsoft.com/office/officeart/2008/layout/LinedList"/>
    <dgm:cxn modelId="{AB9269AC-6586-4A9B-9DF5-B58DAE2CA0B2}" type="presParOf" srcId="{B8163933-0E8C-481B-9A0F-69787DC76B0E}" destId="{A5AD1B37-D606-447C-B2F6-391ACB0EB2C8}" srcOrd="1" destOrd="0" presId="urn:microsoft.com/office/officeart/2008/layout/LinedList"/>
    <dgm:cxn modelId="{40686802-321E-4F12-AFD6-F3FC42F4FFF3}" type="presParOf" srcId="{B8163933-0E8C-481B-9A0F-69787DC76B0E}" destId="{A1843DDE-2DE0-4653-9828-C9D4CE9CF1A4}" srcOrd="2" destOrd="0" presId="urn:microsoft.com/office/officeart/2008/layout/LinedList"/>
    <dgm:cxn modelId="{69105558-D691-4D6E-8EDA-9481C10B1096}" type="presParOf" srcId="{7736FBF8-9511-49ED-AE3F-61FDEEBF7648}" destId="{699E2157-DD84-4953-B478-1CB2379C599C}" srcOrd="5" destOrd="0" presId="urn:microsoft.com/office/officeart/2008/layout/LinedList"/>
    <dgm:cxn modelId="{7AAA37EC-6590-47FB-B61A-D8394883BB7D}" type="presParOf" srcId="{7736FBF8-9511-49ED-AE3F-61FDEEBF7648}" destId="{6D56EC73-0D21-4F66-87F8-F92F3D773672}" srcOrd="6" destOrd="0" presId="urn:microsoft.com/office/officeart/2008/layout/LinedList"/>
    <dgm:cxn modelId="{8DA1BBFE-73C4-471A-994A-4DAD94BFF8CC}" type="presParOf" srcId="{7736FBF8-9511-49ED-AE3F-61FDEEBF7648}" destId="{65ACFC0F-7E36-4943-8ED9-C8933D24ECC1}" srcOrd="7" destOrd="0" presId="urn:microsoft.com/office/officeart/2008/layout/LinedList"/>
    <dgm:cxn modelId="{7861EA02-BC06-4CB9-9899-31B33FC2E619}" type="presParOf" srcId="{65ACFC0F-7E36-4943-8ED9-C8933D24ECC1}" destId="{BBEBDBC0-C0F7-4B6C-ACCE-AC646392268B}" srcOrd="0" destOrd="0" presId="urn:microsoft.com/office/officeart/2008/layout/LinedList"/>
    <dgm:cxn modelId="{00D33231-E437-449C-A874-3941786E4E01}" type="presParOf" srcId="{65ACFC0F-7E36-4943-8ED9-C8933D24ECC1}" destId="{C7069A71-AD1D-4E71-9018-A238F5582AC8}" srcOrd="1" destOrd="0" presId="urn:microsoft.com/office/officeart/2008/layout/LinedList"/>
    <dgm:cxn modelId="{D9A80D09-2B6E-4C79-8581-832AFF126D9D}" type="presParOf" srcId="{65ACFC0F-7E36-4943-8ED9-C8933D24ECC1}" destId="{F425C03E-EB6F-48F5-8F61-99DABB983A3A}" srcOrd="2" destOrd="0" presId="urn:microsoft.com/office/officeart/2008/layout/LinedList"/>
    <dgm:cxn modelId="{817B22FF-1E6C-40D7-AA43-81D20F983866}" type="presParOf" srcId="{7736FBF8-9511-49ED-AE3F-61FDEEBF7648}" destId="{BAA26DED-FB7E-4518-90B4-370679417273}" srcOrd="8" destOrd="0" presId="urn:microsoft.com/office/officeart/2008/layout/LinedList"/>
    <dgm:cxn modelId="{9F3E48E0-0CEC-4817-A8E7-3C6C5357E578}" type="presParOf" srcId="{7736FBF8-9511-49ED-AE3F-61FDEEBF7648}" destId="{DD0184E7-7DC8-4ABB-9A28-17FE12F05C76}" srcOrd="9" destOrd="0" presId="urn:microsoft.com/office/officeart/2008/layout/LinedList"/>
    <dgm:cxn modelId="{3082C5AA-A51D-4F40-97A8-E3AC6FC91AF1}" type="presParOf" srcId="{E4576487-9D25-43F9-85F1-088B14C43DE1}" destId="{627B1BCD-6D92-42AC-AEEB-27408951BCCF}" srcOrd="2" destOrd="0" presId="urn:microsoft.com/office/officeart/2008/layout/LinedList"/>
    <dgm:cxn modelId="{1ABE5ED9-6BD1-4D73-9AE8-20F7D91DDD94}" type="presParOf" srcId="{E4576487-9D25-43F9-85F1-088B14C43DE1}" destId="{7E551298-AAF8-496E-B659-FFF19A773F79}" srcOrd="3" destOrd="0" presId="urn:microsoft.com/office/officeart/2008/layout/LinedList"/>
    <dgm:cxn modelId="{BBF94386-5A24-460A-8A13-9ABE1D678938}" type="presParOf" srcId="{7E551298-AAF8-496E-B659-FFF19A773F79}" destId="{0AAC96AB-2252-46D6-950F-CF5B3CEED238}" srcOrd="0" destOrd="0" presId="urn:microsoft.com/office/officeart/2008/layout/LinedList"/>
    <dgm:cxn modelId="{BC989861-9723-4398-A803-B3C4D646158B}" type="presParOf" srcId="{7E551298-AAF8-496E-B659-FFF19A773F79}" destId="{775DFF33-7711-4EBA-B387-71ED0005D321}" srcOrd="1" destOrd="0" presId="urn:microsoft.com/office/officeart/2008/layout/LinedList"/>
    <dgm:cxn modelId="{AD5E44D4-8362-42BA-83D2-9B4C366A2686}" type="presParOf" srcId="{775DFF33-7711-4EBA-B387-71ED0005D321}" destId="{388E073B-24B7-4811-B2D4-505EFD7015B2}" srcOrd="0" destOrd="0" presId="urn:microsoft.com/office/officeart/2008/layout/LinedList"/>
    <dgm:cxn modelId="{733AFF87-B6BF-48B4-82FC-F9B1B96D83A9}" type="presParOf" srcId="{775DFF33-7711-4EBA-B387-71ED0005D321}" destId="{75622A0B-67C9-41A7-8153-976A28452CB0}" srcOrd="1" destOrd="0" presId="urn:microsoft.com/office/officeart/2008/layout/LinedList"/>
    <dgm:cxn modelId="{5D1DD48B-0487-4E8F-B186-0ADB9D3B06A6}" type="presParOf" srcId="{75622A0B-67C9-41A7-8153-976A28452CB0}" destId="{1FA74BB0-5D29-43CE-888B-0DBF03678A79}" srcOrd="0" destOrd="0" presId="urn:microsoft.com/office/officeart/2008/layout/LinedList"/>
    <dgm:cxn modelId="{3DFDFC77-F5FE-4501-A1D6-B90DAF5F53C1}" type="presParOf" srcId="{75622A0B-67C9-41A7-8153-976A28452CB0}" destId="{A9DDB402-C32B-45FF-83A5-ED99BE50A322}" srcOrd="1" destOrd="0" presId="urn:microsoft.com/office/officeart/2008/layout/LinedList"/>
    <dgm:cxn modelId="{DB4CE06D-4181-46BC-B3C7-5302CC6603BE}" type="presParOf" srcId="{75622A0B-67C9-41A7-8153-976A28452CB0}" destId="{1140325B-9B36-406A-9AFA-7D97CC95C322}" srcOrd="2" destOrd="0" presId="urn:microsoft.com/office/officeart/2008/layout/LinedList"/>
    <dgm:cxn modelId="{330924EA-DC7F-437B-93DE-21CC3E8AE58A}" type="presParOf" srcId="{775DFF33-7711-4EBA-B387-71ED0005D321}" destId="{1B6E7077-3444-474B-A0D8-B926280E7040}" srcOrd="2" destOrd="0" presId="urn:microsoft.com/office/officeart/2008/layout/LinedList"/>
    <dgm:cxn modelId="{D247ED16-4D96-4651-9DE6-4963F23B6D6E}" type="presParOf" srcId="{775DFF33-7711-4EBA-B387-71ED0005D321}" destId="{DBDAB9BD-0B28-47F2-90B9-A775570E99A2}" srcOrd="3" destOrd="0" presId="urn:microsoft.com/office/officeart/2008/layout/LinedList"/>
    <dgm:cxn modelId="{89944EF4-976B-48DD-8814-8642CE3C48EA}" type="presParOf" srcId="{775DFF33-7711-4EBA-B387-71ED0005D321}" destId="{8EB2C1A4-794F-4490-AD9A-D94914694870}" srcOrd="4" destOrd="0" presId="urn:microsoft.com/office/officeart/2008/layout/LinedList"/>
    <dgm:cxn modelId="{4E7EC9A7-55F9-49B9-8B1C-FCB80FB67968}" type="presParOf" srcId="{8EB2C1A4-794F-4490-AD9A-D94914694870}" destId="{904B59AC-1B34-41EE-AF94-C22CFD4BC0BB}" srcOrd="0" destOrd="0" presId="urn:microsoft.com/office/officeart/2008/layout/LinedList"/>
    <dgm:cxn modelId="{C454562C-51A6-4009-BBD8-DAE49F9555BD}" type="presParOf" srcId="{8EB2C1A4-794F-4490-AD9A-D94914694870}" destId="{1FBDAC44-F74C-4A52-AA81-6D857720FF96}" srcOrd="1" destOrd="0" presId="urn:microsoft.com/office/officeart/2008/layout/LinedList"/>
    <dgm:cxn modelId="{480D9885-4411-4963-9949-F424043B95C4}" type="presParOf" srcId="{8EB2C1A4-794F-4490-AD9A-D94914694870}" destId="{95CDB4BC-8314-49F7-B82B-F1DAF30F1A97}" srcOrd="2" destOrd="0" presId="urn:microsoft.com/office/officeart/2008/layout/LinedList"/>
    <dgm:cxn modelId="{AD3D51E6-C5B9-4DF4-94AB-E420DFBC00BA}" type="presParOf" srcId="{775DFF33-7711-4EBA-B387-71ED0005D321}" destId="{D4FA5319-50EB-4FA3-BFAF-DE0338BC94C0}" srcOrd="5" destOrd="0" presId="urn:microsoft.com/office/officeart/2008/layout/LinedList"/>
    <dgm:cxn modelId="{94459016-42D2-47DB-9987-BA0F64FAB9FB}" type="presParOf" srcId="{775DFF33-7711-4EBA-B387-71ED0005D321}" destId="{D01C5A18-1CD4-4174-82F8-B3323242CF86}"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43F8C75-4F9B-4E6C-9B7F-64EF14485A9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840E5587-C27B-44E0-B28E-35B7DF5E3C0D}">
      <dgm:prSet phldrT="[Texto]"/>
      <dgm:spPr/>
      <dgm:t>
        <a:bodyPr/>
        <a:lstStyle/>
        <a:p>
          <a:r>
            <a:rPr lang="es-ES" b="1"/>
            <a:t>Características:</a:t>
          </a:r>
          <a:endParaRPr lang="es-ES"/>
        </a:p>
      </dgm:t>
    </dgm:pt>
    <dgm:pt modelId="{C9709BE3-FC04-448E-8A7D-5451ADA8A0E7}" type="parTrans" cxnId="{C6BBB4D0-CE7F-48E2-9E9A-EC94B5A21C54}">
      <dgm:prSet/>
      <dgm:spPr/>
      <dgm:t>
        <a:bodyPr/>
        <a:lstStyle/>
        <a:p>
          <a:endParaRPr lang="es-ES"/>
        </a:p>
      </dgm:t>
    </dgm:pt>
    <dgm:pt modelId="{998184CF-AC27-473F-88E0-DF9AD7BEBDCA}" type="sibTrans" cxnId="{C6BBB4D0-CE7F-48E2-9E9A-EC94B5A21C54}">
      <dgm:prSet/>
      <dgm:spPr/>
      <dgm:t>
        <a:bodyPr/>
        <a:lstStyle/>
        <a:p>
          <a:endParaRPr lang="es-ES"/>
        </a:p>
      </dgm:t>
    </dgm:pt>
    <dgm:pt modelId="{12516532-3478-482E-AE47-3A2B7315D6EF}">
      <dgm:prSet/>
      <dgm:spPr/>
      <dgm:t>
        <a:bodyPr/>
        <a:lstStyle/>
        <a:p>
          <a:pPr>
            <a:buSzPts val="1000"/>
            <a:buFont typeface="Courier New" panose="02070309020205020404" pitchFamily="49" charset="0"/>
            <a:buChar char="o"/>
          </a:pPr>
          <a:r>
            <a:rPr lang="es-ES"/>
            <a:t>JRadioButton es un componente que permite seleccionar solo una opción dentro de un grupo de botones de opción. Los botones de opción están agrupados utilizando un ButtonGroup.</a:t>
          </a:r>
        </a:p>
      </dgm:t>
    </dgm:pt>
    <dgm:pt modelId="{1A2AA727-0276-49BC-996E-168898CC18EF}" type="parTrans" cxnId="{9E285188-9070-4A29-B1E1-90920FE6C991}">
      <dgm:prSet/>
      <dgm:spPr/>
      <dgm:t>
        <a:bodyPr/>
        <a:lstStyle/>
        <a:p>
          <a:endParaRPr lang="es-ES"/>
        </a:p>
      </dgm:t>
    </dgm:pt>
    <dgm:pt modelId="{DC8B0074-78CF-4471-BB93-F8226260E58F}" type="sibTrans" cxnId="{9E285188-9070-4A29-B1E1-90920FE6C991}">
      <dgm:prSet/>
      <dgm:spPr/>
      <dgm:t>
        <a:bodyPr/>
        <a:lstStyle/>
        <a:p>
          <a:endParaRPr lang="es-ES"/>
        </a:p>
      </dgm:t>
    </dgm:pt>
    <dgm:pt modelId="{361DB882-58C8-43D5-8AFE-F953C404B8C5}">
      <dgm:prSet/>
      <dgm:spPr/>
      <dgm:t>
        <a:bodyPr/>
        <a:lstStyle/>
        <a:p>
          <a:pPr>
            <a:buSzPts val="1000"/>
            <a:buFont typeface="Courier New" panose="02070309020205020404" pitchFamily="49" charset="0"/>
            <a:buChar char="o"/>
          </a:pPr>
          <a:r>
            <a:rPr lang="es-ES"/>
            <a:t>Útil cuando el usuario debe elegir entre varias opciones mutuamente excluyentes.</a:t>
          </a:r>
        </a:p>
      </dgm:t>
    </dgm:pt>
    <dgm:pt modelId="{3F9BBD73-65CD-499E-A7AD-499EBBB775F9}" type="parTrans" cxnId="{53BE8A79-AB92-4F17-8831-F39BE63E1F1B}">
      <dgm:prSet/>
      <dgm:spPr/>
      <dgm:t>
        <a:bodyPr/>
        <a:lstStyle/>
        <a:p>
          <a:endParaRPr lang="es-ES"/>
        </a:p>
      </dgm:t>
    </dgm:pt>
    <dgm:pt modelId="{FF0ED575-5FD0-442C-9FC6-A5AF1C54A0E3}" type="sibTrans" cxnId="{53BE8A79-AB92-4F17-8831-F39BE63E1F1B}">
      <dgm:prSet/>
      <dgm:spPr/>
      <dgm:t>
        <a:bodyPr/>
        <a:lstStyle/>
        <a:p>
          <a:endParaRPr lang="es-ES"/>
        </a:p>
      </dgm:t>
    </dgm:pt>
    <dgm:pt modelId="{D4D2F987-1F2D-459B-83A0-3001F5B231FF}">
      <dgm:prSet/>
      <dgm:spPr/>
      <dgm:t>
        <a:bodyPr/>
        <a:lstStyle/>
        <a:p>
          <a:pPr>
            <a:buSzPts val="1000"/>
            <a:buFont typeface="Courier New" panose="02070309020205020404" pitchFamily="49" charset="0"/>
            <a:buChar char="o"/>
          </a:pPr>
          <a:r>
            <a:rPr lang="es-ES"/>
            <a:t>Similar a JCheckBox, pero con comportamiento exclusivo dentro del grupo.</a:t>
          </a:r>
        </a:p>
      </dgm:t>
    </dgm:pt>
    <dgm:pt modelId="{0D1ECC88-0A23-43E7-9FEE-E35DBBB09F59}" type="parTrans" cxnId="{14EF4E81-89CC-4FF1-A611-14721898F2CC}">
      <dgm:prSet/>
      <dgm:spPr/>
      <dgm:t>
        <a:bodyPr/>
        <a:lstStyle/>
        <a:p>
          <a:endParaRPr lang="es-ES"/>
        </a:p>
      </dgm:t>
    </dgm:pt>
    <dgm:pt modelId="{7655FF93-5962-40D7-A1EF-5DC3904F0C33}" type="sibTrans" cxnId="{14EF4E81-89CC-4FF1-A611-14721898F2CC}">
      <dgm:prSet/>
      <dgm:spPr/>
      <dgm:t>
        <a:bodyPr/>
        <a:lstStyle/>
        <a:p>
          <a:endParaRPr lang="es-ES"/>
        </a:p>
      </dgm:t>
    </dgm:pt>
    <dgm:pt modelId="{24420104-B9F1-4473-B242-F0E2FA6213A0}">
      <dgm:prSet/>
      <dgm:spPr/>
      <dgm:t>
        <a:bodyPr/>
        <a:lstStyle/>
        <a:p>
          <a:pPr>
            <a:buSzPts val="1000"/>
            <a:buFont typeface="Symbol" panose="05050102010706020507" pitchFamily="18" charset="2"/>
            <a:buChar char=""/>
          </a:pPr>
          <a:r>
            <a:rPr lang="es-ES" b="1"/>
            <a:t>Campo de Aplicación:</a:t>
          </a:r>
          <a:endParaRPr lang="es-ES"/>
        </a:p>
      </dgm:t>
    </dgm:pt>
    <dgm:pt modelId="{5D1256A1-17C3-4471-B7AC-76CEE2F73FF9}" type="parTrans" cxnId="{EBFFF8BA-830E-4C80-95A5-B8941D530E4A}">
      <dgm:prSet/>
      <dgm:spPr/>
      <dgm:t>
        <a:bodyPr/>
        <a:lstStyle/>
        <a:p>
          <a:endParaRPr lang="es-ES"/>
        </a:p>
      </dgm:t>
    </dgm:pt>
    <dgm:pt modelId="{2B0D7D4E-5504-4E66-A341-79294DFC7777}" type="sibTrans" cxnId="{EBFFF8BA-830E-4C80-95A5-B8941D530E4A}">
      <dgm:prSet/>
      <dgm:spPr/>
      <dgm:t>
        <a:bodyPr/>
        <a:lstStyle/>
        <a:p>
          <a:endParaRPr lang="es-ES"/>
        </a:p>
      </dgm:t>
    </dgm:pt>
    <dgm:pt modelId="{6237B37B-078A-4EF0-9E13-98734E8640E8}">
      <dgm:prSet/>
      <dgm:spPr/>
      <dgm:t>
        <a:bodyPr/>
        <a:lstStyle/>
        <a:p>
          <a:pPr>
            <a:buSzPts val="1000"/>
            <a:buFont typeface="Courier New" panose="02070309020205020404" pitchFamily="49" charset="0"/>
            <a:buChar char="o"/>
          </a:pPr>
          <a:r>
            <a:rPr lang="es-ES"/>
            <a:t>Formularios donde se requiere que el usuario seleccione solo una opción, como en preguntas de opción múltiple, selección de género, o preferencias exclusivas.</a:t>
          </a:r>
        </a:p>
      </dgm:t>
    </dgm:pt>
    <dgm:pt modelId="{929A687D-E67C-4A24-A17D-8ABE8188C7F4}" type="parTrans" cxnId="{FD1EB9B8-F0B2-439F-BA8B-7F9E58A3DD91}">
      <dgm:prSet/>
      <dgm:spPr/>
      <dgm:t>
        <a:bodyPr/>
        <a:lstStyle/>
        <a:p>
          <a:endParaRPr lang="es-ES"/>
        </a:p>
      </dgm:t>
    </dgm:pt>
    <dgm:pt modelId="{D188D6E1-0D38-4DF5-90EA-B12AB57BA186}" type="sibTrans" cxnId="{FD1EB9B8-F0B2-439F-BA8B-7F9E58A3DD91}">
      <dgm:prSet/>
      <dgm:spPr/>
      <dgm:t>
        <a:bodyPr/>
        <a:lstStyle/>
        <a:p>
          <a:endParaRPr lang="es-ES"/>
        </a:p>
      </dgm:t>
    </dgm:pt>
    <dgm:pt modelId="{22D68590-8F14-48E2-B40B-F5EB55F49588}">
      <dgm:prSet/>
      <dgm:spPr/>
      <dgm:t>
        <a:bodyPr/>
        <a:lstStyle/>
        <a:p>
          <a:pPr>
            <a:buSzPts val="1000"/>
            <a:buFont typeface="Courier New" panose="02070309020205020404" pitchFamily="49" charset="0"/>
            <a:buChar char="o"/>
          </a:pPr>
          <a:r>
            <a:rPr lang="es-ES"/>
            <a:t>Configuraciones donde una sola opción debe ser activada entre varias disponibles.</a:t>
          </a:r>
        </a:p>
      </dgm:t>
    </dgm:pt>
    <dgm:pt modelId="{D26632D3-67F7-4D21-8C9D-3B22235A7D94}" type="parTrans" cxnId="{A17049BD-47BC-47B3-9B35-3AA2BB5C5306}">
      <dgm:prSet/>
      <dgm:spPr/>
      <dgm:t>
        <a:bodyPr/>
        <a:lstStyle/>
        <a:p>
          <a:endParaRPr lang="es-ES"/>
        </a:p>
      </dgm:t>
    </dgm:pt>
    <dgm:pt modelId="{04676BAF-0E63-4968-8F6A-524CF6A83863}" type="sibTrans" cxnId="{A17049BD-47BC-47B3-9B35-3AA2BB5C5306}">
      <dgm:prSet/>
      <dgm:spPr/>
      <dgm:t>
        <a:bodyPr/>
        <a:lstStyle/>
        <a:p>
          <a:endParaRPr lang="es-ES"/>
        </a:p>
      </dgm:t>
    </dgm:pt>
    <dgm:pt modelId="{6E296522-05FB-4B3F-811A-4218EE924E90}" type="pres">
      <dgm:prSet presAssocID="{943F8C75-4F9B-4E6C-9B7F-64EF14485A98}" presName="linear" presStyleCnt="0">
        <dgm:presLayoutVars>
          <dgm:animLvl val="lvl"/>
          <dgm:resizeHandles val="exact"/>
        </dgm:presLayoutVars>
      </dgm:prSet>
      <dgm:spPr/>
    </dgm:pt>
    <dgm:pt modelId="{D0CF4D81-94C1-4143-8AB9-9EB7E7DD54F1}" type="pres">
      <dgm:prSet presAssocID="{840E5587-C27B-44E0-B28E-35B7DF5E3C0D}" presName="parentText" presStyleLbl="node1" presStyleIdx="0" presStyleCnt="2">
        <dgm:presLayoutVars>
          <dgm:chMax val="0"/>
          <dgm:bulletEnabled val="1"/>
        </dgm:presLayoutVars>
      </dgm:prSet>
      <dgm:spPr/>
    </dgm:pt>
    <dgm:pt modelId="{6D91E688-5485-4E91-B787-B8342BAC4F27}" type="pres">
      <dgm:prSet presAssocID="{840E5587-C27B-44E0-B28E-35B7DF5E3C0D}" presName="childText" presStyleLbl="revTx" presStyleIdx="0" presStyleCnt="2">
        <dgm:presLayoutVars>
          <dgm:bulletEnabled val="1"/>
        </dgm:presLayoutVars>
      </dgm:prSet>
      <dgm:spPr/>
    </dgm:pt>
    <dgm:pt modelId="{9F22A212-2067-4C82-8E7F-6CABD4356D9B}" type="pres">
      <dgm:prSet presAssocID="{24420104-B9F1-4473-B242-F0E2FA6213A0}" presName="parentText" presStyleLbl="node1" presStyleIdx="1" presStyleCnt="2">
        <dgm:presLayoutVars>
          <dgm:chMax val="0"/>
          <dgm:bulletEnabled val="1"/>
        </dgm:presLayoutVars>
      </dgm:prSet>
      <dgm:spPr/>
    </dgm:pt>
    <dgm:pt modelId="{10467821-CFBF-488D-9C60-1E5AE2B0F23C}" type="pres">
      <dgm:prSet presAssocID="{24420104-B9F1-4473-B242-F0E2FA6213A0}" presName="childText" presStyleLbl="revTx" presStyleIdx="1" presStyleCnt="2">
        <dgm:presLayoutVars>
          <dgm:bulletEnabled val="1"/>
        </dgm:presLayoutVars>
      </dgm:prSet>
      <dgm:spPr/>
    </dgm:pt>
  </dgm:ptLst>
  <dgm:cxnLst>
    <dgm:cxn modelId="{6D370C30-7A94-4EA5-A171-D738AAF612EB}" type="presOf" srcId="{22D68590-8F14-48E2-B40B-F5EB55F49588}" destId="{10467821-CFBF-488D-9C60-1E5AE2B0F23C}" srcOrd="0" destOrd="1" presId="urn:microsoft.com/office/officeart/2005/8/layout/vList2"/>
    <dgm:cxn modelId="{D4050E5E-1106-4D8C-85D4-8671D3A82310}" type="presOf" srcId="{12516532-3478-482E-AE47-3A2B7315D6EF}" destId="{6D91E688-5485-4E91-B787-B8342BAC4F27}" srcOrd="0" destOrd="0" presId="urn:microsoft.com/office/officeart/2005/8/layout/vList2"/>
    <dgm:cxn modelId="{E540DB50-3E62-4C35-802A-3EB67A179EE1}" type="presOf" srcId="{24420104-B9F1-4473-B242-F0E2FA6213A0}" destId="{9F22A212-2067-4C82-8E7F-6CABD4356D9B}" srcOrd="0" destOrd="0" presId="urn:microsoft.com/office/officeart/2005/8/layout/vList2"/>
    <dgm:cxn modelId="{0C7EE372-3E8B-44D4-9CAE-B39CC3012F5D}" type="presOf" srcId="{D4D2F987-1F2D-459B-83A0-3001F5B231FF}" destId="{6D91E688-5485-4E91-B787-B8342BAC4F27}" srcOrd="0" destOrd="2" presId="urn:microsoft.com/office/officeart/2005/8/layout/vList2"/>
    <dgm:cxn modelId="{53BE8A79-AB92-4F17-8831-F39BE63E1F1B}" srcId="{840E5587-C27B-44E0-B28E-35B7DF5E3C0D}" destId="{361DB882-58C8-43D5-8AFE-F953C404B8C5}" srcOrd="1" destOrd="0" parTransId="{3F9BBD73-65CD-499E-A7AD-499EBBB775F9}" sibTransId="{FF0ED575-5FD0-442C-9FC6-A5AF1C54A0E3}"/>
    <dgm:cxn modelId="{14EF4E81-89CC-4FF1-A611-14721898F2CC}" srcId="{840E5587-C27B-44E0-B28E-35B7DF5E3C0D}" destId="{D4D2F987-1F2D-459B-83A0-3001F5B231FF}" srcOrd="2" destOrd="0" parTransId="{0D1ECC88-0A23-43E7-9FEE-E35DBBB09F59}" sibTransId="{7655FF93-5962-40D7-A1EF-5DC3904F0C33}"/>
    <dgm:cxn modelId="{CCA4D585-30A3-4877-80BB-7529D7467592}" type="presOf" srcId="{943F8C75-4F9B-4E6C-9B7F-64EF14485A98}" destId="{6E296522-05FB-4B3F-811A-4218EE924E90}" srcOrd="0" destOrd="0" presId="urn:microsoft.com/office/officeart/2005/8/layout/vList2"/>
    <dgm:cxn modelId="{9E285188-9070-4A29-B1E1-90920FE6C991}" srcId="{840E5587-C27B-44E0-B28E-35B7DF5E3C0D}" destId="{12516532-3478-482E-AE47-3A2B7315D6EF}" srcOrd="0" destOrd="0" parTransId="{1A2AA727-0276-49BC-996E-168898CC18EF}" sibTransId="{DC8B0074-78CF-4471-BB93-F8226260E58F}"/>
    <dgm:cxn modelId="{70ED0197-9398-40C2-A206-1E31F5C0E1C5}" type="presOf" srcId="{6237B37B-078A-4EF0-9E13-98734E8640E8}" destId="{10467821-CFBF-488D-9C60-1E5AE2B0F23C}" srcOrd="0" destOrd="0" presId="urn:microsoft.com/office/officeart/2005/8/layout/vList2"/>
    <dgm:cxn modelId="{53B1F6AE-55F9-43E2-99B9-35D787D0DC1C}" type="presOf" srcId="{361DB882-58C8-43D5-8AFE-F953C404B8C5}" destId="{6D91E688-5485-4E91-B787-B8342BAC4F27}" srcOrd="0" destOrd="1" presId="urn:microsoft.com/office/officeart/2005/8/layout/vList2"/>
    <dgm:cxn modelId="{FD1EB9B8-F0B2-439F-BA8B-7F9E58A3DD91}" srcId="{24420104-B9F1-4473-B242-F0E2FA6213A0}" destId="{6237B37B-078A-4EF0-9E13-98734E8640E8}" srcOrd="0" destOrd="0" parTransId="{929A687D-E67C-4A24-A17D-8ABE8188C7F4}" sibTransId="{D188D6E1-0D38-4DF5-90EA-B12AB57BA186}"/>
    <dgm:cxn modelId="{EBFFF8BA-830E-4C80-95A5-B8941D530E4A}" srcId="{943F8C75-4F9B-4E6C-9B7F-64EF14485A98}" destId="{24420104-B9F1-4473-B242-F0E2FA6213A0}" srcOrd="1" destOrd="0" parTransId="{5D1256A1-17C3-4471-B7AC-76CEE2F73FF9}" sibTransId="{2B0D7D4E-5504-4E66-A341-79294DFC7777}"/>
    <dgm:cxn modelId="{A17049BD-47BC-47B3-9B35-3AA2BB5C5306}" srcId="{24420104-B9F1-4473-B242-F0E2FA6213A0}" destId="{22D68590-8F14-48E2-B40B-F5EB55F49588}" srcOrd="1" destOrd="0" parTransId="{D26632D3-67F7-4D21-8C9D-3B22235A7D94}" sibTransId="{04676BAF-0E63-4968-8F6A-524CF6A83863}"/>
    <dgm:cxn modelId="{C6BBB4D0-CE7F-48E2-9E9A-EC94B5A21C54}" srcId="{943F8C75-4F9B-4E6C-9B7F-64EF14485A98}" destId="{840E5587-C27B-44E0-B28E-35B7DF5E3C0D}" srcOrd="0" destOrd="0" parTransId="{C9709BE3-FC04-448E-8A7D-5451ADA8A0E7}" sibTransId="{998184CF-AC27-473F-88E0-DF9AD7BEBDCA}"/>
    <dgm:cxn modelId="{DF21B0EA-EF84-4913-825B-F1553E6B7664}" type="presOf" srcId="{840E5587-C27B-44E0-B28E-35B7DF5E3C0D}" destId="{D0CF4D81-94C1-4143-8AB9-9EB7E7DD54F1}" srcOrd="0" destOrd="0" presId="urn:microsoft.com/office/officeart/2005/8/layout/vList2"/>
    <dgm:cxn modelId="{525561FA-05B6-432F-AAB0-4F461DF2C5B5}" type="presParOf" srcId="{6E296522-05FB-4B3F-811A-4218EE924E90}" destId="{D0CF4D81-94C1-4143-8AB9-9EB7E7DD54F1}" srcOrd="0" destOrd="0" presId="urn:microsoft.com/office/officeart/2005/8/layout/vList2"/>
    <dgm:cxn modelId="{4F581B66-7F02-4EB1-BD7F-A34DDBF46DAE}" type="presParOf" srcId="{6E296522-05FB-4B3F-811A-4218EE924E90}" destId="{6D91E688-5485-4E91-B787-B8342BAC4F27}" srcOrd="1" destOrd="0" presId="urn:microsoft.com/office/officeart/2005/8/layout/vList2"/>
    <dgm:cxn modelId="{26F3DF09-E51A-4D4D-9CE6-00AFC5800B89}" type="presParOf" srcId="{6E296522-05FB-4B3F-811A-4218EE924E90}" destId="{9F22A212-2067-4C82-8E7F-6CABD4356D9B}" srcOrd="2" destOrd="0" presId="urn:microsoft.com/office/officeart/2005/8/layout/vList2"/>
    <dgm:cxn modelId="{CF99C5C1-48BC-4414-9531-7763F2069822}" type="presParOf" srcId="{6E296522-05FB-4B3F-811A-4218EE924E90}" destId="{10467821-CFBF-488D-9C60-1E5AE2B0F23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15E9EA-13F2-4B7E-A9DC-3E5608421E2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ES"/>
        </a:p>
      </dgm:t>
    </dgm:pt>
    <dgm:pt modelId="{B8DC1C4F-AED3-4C8E-8D02-012C726D90F6}">
      <dgm:prSet phldrT="[Texto]"/>
      <dgm:spPr/>
      <dgm:t>
        <a:bodyPr/>
        <a:lstStyle/>
        <a:p>
          <a:pPr>
            <a:buSzPts val="1000"/>
            <a:buFont typeface="Symbol" panose="05050102010706020507" pitchFamily="18" charset="2"/>
            <a:buChar char=""/>
          </a:pPr>
          <a:r>
            <a:rPr lang="es-ES" b="1"/>
            <a:t>Características:</a:t>
          </a:r>
          <a:endParaRPr lang="es-ES"/>
        </a:p>
      </dgm:t>
    </dgm:pt>
    <dgm:pt modelId="{F0523C5B-675F-48DA-B319-8BEA1181BAD5}" type="parTrans" cxnId="{FE6DDDC7-FFC2-46B3-915C-AC4EAE04F3DC}">
      <dgm:prSet/>
      <dgm:spPr/>
      <dgm:t>
        <a:bodyPr/>
        <a:lstStyle/>
        <a:p>
          <a:endParaRPr lang="es-ES"/>
        </a:p>
      </dgm:t>
    </dgm:pt>
    <dgm:pt modelId="{45B9F477-1FA4-4AB4-A433-DC3A06881C3A}" type="sibTrans" cxnId="{FE6DDDC7-FFC2-46B3-915C-AC4EAE04F3DC}">
      <dgm:prSet/>
      <dgm:spPr/>
      <dgm:t>
        <a:bodyPr/>
        <a:lstStyle/>
        <a:p>
          <a:endParaRPr lang="es-ES"/>
        </a:p>
      </dgm:t>
    </dgm:pt>
    <dgm:pt modelId="{D26480FF-3AD9-4B93-928A-8CB3AD9065A2}">
      <dgm:prSet/>
      <dgm:spPr/>
      <dgm:t>
        <a:bodyPr/>
        <a:lstStyle/>
        <a:p>
          <a:pPr>
            <a:buSzPts val="1000"/>
            <a:buFont typeface="Courier New" panose="02070309020205020404" pitchFamily="49" charset="0"/>
            <a:buChar char="o"/>
          </a:pPr>
          <a:r>
            <a:rPr lang="es-ES"/>
            <a:t>JList es un componente que permite mostrar una lista de elementos a partir de la cual el usuario puede seleccionar uno o más ítems.</a:t>
          </a:r>
        </a:p>
      </dgm:t>
    </dgm:pt>
    <dgm:pt modelId="{DC7A204C-EFC6-48AE-A2B7-52CD18664468}" type="parTrans" cxnId="{A4D64B7F-592E-4771-ACE5-F7C9C0ED4FB3}">
      <dgm:prSet/>
      <dgm:spPr/>
      <dgm:t>
        <a:bodyPr/>
        <a:lstStyle/>
        <a:p>
          <a:endParaRPr lang="es-ES"/>
        </a:p>
      </dgm:t>
    </dgm:pt>
    <dgm:pt modelId="{F8F4F4E9-A0F5-4FA2-A76F-8D84FE764FDB}" type="sibTrans" cxnId="{A4D64B7F-592E-4771-ACE5-F7C9C0ED4FB3}">
      <dgm:prSet/>
      <dgm:spPr/>
      <dgm:t>
        <a:bodyPr/>
        <a:lstStyle/>
        <a:p>
          <a:endParaRPr lang="es-ES"/>
        </a:p>
      </dgm:t>
    </dgm:pt>
    <dgm:pt modelId="{47E5D642-CDF5-4017-A0CD-D244F29A6DD6}">
      <dgm:prSet/>
      <dgm:spPr/>
      <dgm:t>
        <a:bodyPr/>
        <a:lstStyle/>
        <a:p>
          <a:pPr>
            <a:buSzPts val="1000"/>
            <a:buFont typeface="Courier New" panose="02070309020205020404" pitchFamily="49" charset="0"/>
            <a:buChar char="o"/>
          </a:pPr>
          <a:r>
            <a:rPr lang="es-ES"/>
            <a:t>Soporta selección única, selección múltiple contigua o selección múltiple discontinua.</a:t>
          </a:r>
        </a:p>
      </dgm:t>
    </dgm:pt>
    <dgm:pt modelId="{609D06BD-9BD9-483A-AC3A-EEB8FB2A742F}" type="parTrans" cxnId="{DA336A6C-74E5-48F4-8042-6DBF38466A18}">
      <dgm:prSet/>
      <dgm:spPr/>
      <dgm:t>
        <a:bodyPr/>
        <a:lstStyle/>
        <a:p>
          <a:endParaRPr lang="es-ES"/>
        </a:p>
      </dgm:t>
    </dgm:pt>
    <dgm:pt modelId="{2813885E-AAE3-42CE-9863-8473392A5E29}" type="sibTrans" cxnId="{DA336A6C-74E5-48F4-8042-6DBF38466A18}">
      <dgm:prSet/>
      <dgm:spPr/>
      <dgm:t>
        <a:bodyPr/>
        <a:lstStyle/>
        <a:p>
          <a:endParaRPr lang="es-ES"/>
        </a:p>
      </dgm:t>
    </dgm:pt>
    <dgm:pt modelId="{8FC322EF-9EDE-4759-B792-ECFF2BEC998D}">
      <dgm:prSet/>
      <dgm:spPr/>
      <dgm:t>
        <a:bodyPr/>
        <a:lstStyle/>
        <a:p>
          <a:pPr>
            <a:buSzPts val="1000"/>
            <a:buFont typeface="Courier New" panose="02070309020205020404" pitchFamily="49" charset="0"/>
            <a:buChar char="o"/>
          </a:pPr>
          <a:r>
            <a:rPr lang="es-ES"/>
            <a:t>Los elementos en la lista pueden ser texto, íconos, o cualquier otro objeto representable.</a:t>
          </a:r>
        </a:p>
      </dgm:t>
    </dgm:pt>
    <dgm:pt modelId="{44EC3B9E-AB57-4107-9A1A-81ED03D7D535}" type="parTrans" cxnId="{50EC9054-C840-4238-9016-2AFCFCD43A58}">
      <dgm:prSet/>
      <dgm:spPr/>
      <dgm:t>
        <a:bodyPr/>
        <a:lstStyle/>
        <a:p>
          <a:endParaRPr lang="es-ES"/>
        </a:p>
      </dgm:t>
    </dgm:pt>
    <dgm:pt modelId="{4B149CA0-231A-4A60-8727-BD5213DA37B6}" type="sibTrans" cxnId="{50EC9054-C840-4238-9016-2AFCFCD43A58}">
      <dgm:prSet/>
      <dgm:spPr/>
      <dgm:t>
        <a:bodyPr/>
        <a:lstStyle/>
        <a:p>
          <a:endParaRPr lang="es-ES"/>
        </a:p>
      </dgm:t>
    </dgm:pt>
    <dgm:pt modelId="{95DF95DB-2977-4B7C-97C2-5C1665692E20}">
      <dgm:prSet/>
      <dgm:spPr/>
      <dgm:t>
        <a:bodyPr/>
        <a:lstStyle/>
        <a:p>
          <a:pPr>
            <a:buSzPts val="1000"/>
            <a:buFont typeface="Symbol" panose="05050102010706020507" pitchFamily="18" charset="2"/>
            <a:buChar char=""/>
          </a:pPr>
          <a:r>
            <a:rPr lang="es-ES" b="1"/>
            <a:t>Campo de Aplicación:</a:t>
          </a:r>
          <a:endParaRPr lang="es-ES"/>
        </a:p>
      </dgm:t>
    </dgm:pt>
    <dgm:pt modelId="{710E4627-A16C-4528-85ED-E4C68364BD61}" type="parTrans" cxnId="{EC1C930E-2108-4F1E-A0EC-6CB1A639BB36}">
      <dgm:prSet/>
      <dgm:spPr/>
      <dgm:t>
        <a:bodyPr/>
        <a:lstStyle/>
        <a:p>
          <a:endParaRPr lang="es-ES"/>
        </a:p>
      </dgm:t>
    </dgm:pt>
    <dgm:pt modelId="{B76F9A06-7C07-4AA7-A124-E347AFD3B439}" type="sibTrans" cxnId="{EC1C930E-2108-4F1E-A0EC-6CB1A639BB36}">
      <dgm:prSet/>
      <dgm:spPr/>
      <dgm:t>
        <a:bodyPr/>
        <a:lstStyle/>
        <a:p>
          <a:endParaRPr lang="es-ES"/>
        </a:p>
      </dgm:t>
    </dgm:pt>
    <dgm:pt modelId="{819663D1-9D7E-461E-9336-45A958391E3A}">
      <dgm:prSet/>
      <dgm:spPr/>
      <dgm:t>
        <a:bodyPr/>
        <a:lstStyle/>
        <a:p>
          <a:pPr>
            <a:buSzPts val="1000"/>
            <a:buFont typeface="Courier New" panose="02070309020205020404" pitchFamily="49" charset="0"/>
            <a:buChar char="o"/>
          </a:pPr>
          <a:r>
            <a:rPr lang="es-ES"/>
            <a:t>Listas de opciones donde el usuario puede seleccionar ítems como categorías, etiquetas, o elementos de menú.</a:t>
          </a:r>
        </a:p>
      </dgm:t>
    </dgm:pt>
    <dgm:pt modelId="{1E96BF96-2460-45A2-B4CE-BB49C620749C}" type="parTrans" cxnId="{B6D2B602-8C09-4A82-9AD2-CBBF8E6E22FB}">
      <dgm:prSet/>
      <dgm:spPr/>
      <dgm:t>
        <a:bodyPr/>
        <a:lstStyle/>
        <a:p>
          <a:endParaRPr lang="es-ES"/>
        </a:p>
      </dgm:t>
    </dgm:pt>
    <dgm:pt modelId="{4AA1A4D9-450D-4EE6-9FC0-A93D4D74EE74}" type="sibTrans" cxnId="{B6D2B602-8C09-4A82-9AD2-CBBF8E6E22FB}">
      <dgm:prSet/>
      <dgm:spPr/>
      <dgm:t>
        <a:bodyPr/>
        <a:lstStyle/>
        <a:p>
          <a:endParaRPr lang="es-ES"/>
        </a:p>
      </dgm:t>
    </dgm:pt>
    <dgm:pt modelId="{2FE7D33E-857E-477B-B359-53D2313D3F78}">
      <dgm:prSet/>
      <dgm:spPr/>
      <dgm:t>
        <a:bodyPr/>
        <a:lstStyle/>
        <a:p>
          <a:pPr>
            <a:buSzPts val="1000"/>
            <a:buFont typeface="Courier New" panose="02070309020205020404" pitchFamily="49" charset="0"/>
            <a:buChar char="o"/>
          </a:pPr>
          <a:r>
            <a:rPr lang="es-ES"/>
            <a:t>Selección de múltiples elementos para acciones en lote, como seleccionar archivos o elementos en un inventario.</a:t>
          </a:r>
        </a:p>
      </dgm:t>
    </dgm:pt>
    <dgm:pt modelId="{57AE442B-66C2-4729-B790-E32A152868A6}" type="parTrans" cxnId="{FDCCE630-5EA3-4F58-B1CB-958BE7E83924}">
      <dgm:prSet/>
      <dgm:spPr/>
      <dgm:t>
        <a:bodyPr/>
        <a:lstStyle/>
        <a:p>
          <a:endParaRPr lang="es-ES"/>
        </a:p>
      </dgm:t>
    </dgm:pt>
    <dgm:pt modelId="{615D595C-EC79-4475-B463-8A76D26D2C11}" type="sibTrans" cxnId="{FDCCE630-5EA3-4F58-B1CB-958BE7E83924}">
      <dgm:prSet/>
      <dgm:spPr/>
      <dgm:t>
        <a:bodyPr/>
        <a:lstStyle/>
        <a:p>
          <a:endParaRPr lang="es-ES"/>
        </a:p>
      </dgm:t>
    </dgm:pt>
    <dgm:pt modelId="{9A05B3A0-AB66-407A-9455-154AF411AED5}" type="pres">
      <dgm:prSet presAssocID="{2415E9EA-13F2-4B7E-A9DC-3E5608421E27}" presName="Name0" presStyleCnt="0">
        <dgm:presLayoutVars>
          <dgm:dir/>
          <dgm:animLvl val="lvl"/>
          <dgm:resizeHandles val="exact"/>
        </dgm:presLayoutVars>
      </dgm:prSet>
      <dgm:spPr/>
    </dgm:pt>
    <dgm:pt modelId="{51A3A3D8-6127-4818-BD1D-FB8E88B4273D}" type="pres">
      <dgm:prSet presAssocID="{B8DC1C4F-AED3-4C8E-8D02-012C726D90F6}" presName="composite" presStyleCnt="0"/>
      <dgm:spPr/>
    </dgm:pt>
    <dgm:pt modelId="{32CF0229-4908-4EC8-8C6C-003162B554AF}" type="pres">
      <dgm:prSet presAssocID="{B8DC1C4F-AED3-4C8E-8D02-012C726D90F6}" presName="parTx" presStyleLbl="alignNode1" presStyleIdx="0" presStyleCnt="2">
        <dgm:presLayoutVars>
          <dgm:chMax val="0"/>
          <dgm:chPref val="0"/>
          <dgm:bulletEnabled val="1"/>
        </dgm:presLayoutVars>
      </dgm:prSet>
      <dgm:spPr/>
    </dgm:pt>
    <dgm:pt modelId="{67995EDC-DBFC-417A-95F8-134A477DE8F0}" type="pres">
      <dgm:prSet presAssocID="{B8DC1C4F-AED3-4C8E-8D02-012C726D90F6}" presName="desTx" presStyleLbl="alignAccFollowNode1" presStyleIdx="0" presStyleCnt="2">
        <dgm:presLayoutVars>
          <dgm:bulletEnabled val="1"/>
        </dgm:presLayoutVars>
      </dgm:prSet>
      <dgm:spPr/>
    </dgm:pt>
    <dgm:pt modelId="{94F0C97A-9D26-4C05-9AC7-740E82AA8793}" type="pres">
      <dgm:prSet presAssocID="{45B9F477-1FA4-4AB4-A433-DC3A06881C3A}" presName="space" presStyleCnt="0"/>
      <dgm:spPr/>
    </dgm:pt>
    <dgm:pt modelId="{CAB6EA92-8490-4E4E-A771-EA9624E287EC}" type="pres">
      <dgm:prSet presAssocID="{95DF95DB-2977-4B7C-97C2-5C1665692E20}" presName="composite" presStyleCnt="0"/>
      <dgm:spPr/>
    </dgm:pt>
    <dgm:pt modelId="{0A08BF77-8F89-431A-BAA8-493815CB14E3}" type="pres">
      <dgm:prSet presAssocID="{95DF95DB-2977-4B7C-97C2-5C1665692E20}" presName="parTx" presStyleLbl="alignNode1" presStyleIdx="1" presStyleCnt="2">
        <dgm:presLayoutVars>
          <dgm:chMax val="0"/>
          <dgm:chPref val="0"/>
          <dgm:bulletEnabled val="1"/>
        </dgm:presLayoutVars>
      </dgm:prSet>
      <dgm:spPr/>
    </dgm:pt>
    <dgm:pt modelId="{616FC7A2-3BC8-4D40-B66F-85D4501E9D17}" type="pres">
      <dgm:prSet presAssocID="{95DF95DB-2977-4B7C-97C2-5C1665692E20}" presName="desTx" presStyleLbl="alignAccFollowNode1" presStyleIdx="1" presStyleCnt="2">
        <dgm:presLayoutVars>
          <dgm:bulletEnabled val="1"/>
        </dgm:presLayoutVars>
      </dgm:prSet>
      <dgm:spPr/>
    </dgm:pt>
  </dgm:ptLst>
  <dgm:cxnLst>
    <dgm:cxn modelId="{B6D2B602-8C09-4A82-9AD2-CBBF8E6E22FB}" srcId="{95DF95DB-2977-4B7C-97C2-5C1665692E20}" destId="{819663D1-9D7E-461E-9336-45A958391E3A}" srcOrd="0" destOrd="0" parTransId="{1E96BF96-2460-45A2-B4CE-BB49C620749C}" sibTransId="{4AA1A4D9-450D-4EE6-9FC0-A93D4D74EE74}"/>
    <dgm:cxn modelId="{EC1C930E-2108-4F1E-A0EC-6CB1A639BB36}" srcId="{2415E9EA-13F2-4B7E-A9DC-3E5608421E27}" destId="{95DF95DB-2977-4B7C-97C2-5C1665692E20}" srcOrd="1" destOrd="0" parTransId="{710E4627-A16C-4528-85ED-E4C68364BD61}" sibTransId="{B76F9A06-7C07-4AA7-A124-E347AFD3B439}"/>
    <dgm:cxn modelId="{9B08731E-5FD6-4417-95B6-9729A3070688}" type="presOf" srcId="{819663D1-9D7E-461E-9336-45A958391E3A}" destId="{616FC7A2-3BC8-4D40-B66F-85D4501E9D17}" srcOrd="0" destOrd="0" presId="urn:microsoft.com/office/officeart/2005/8/layout/hList1"/>
    <dgm:cxn modelId="{EFAB752A-4719-4290-B81F-BE2D93321F88}" type="presOf" srcId="{8FC322EF-9EDE-4759-B792-ECFF2BEC998D}" destId="{67995EDC-DBFC-417A-95F8-134A477DE8F0}" srcOrd="0" destOrd="2" presId="urn:microsoft.com/office/officeart/2005/8/layout/hList1"/>
    <dgm:cxn modelId="{FDCCE630-5EA3-4F58-B1CB-958BE7E83924}" srcId="{95DF95DB-2977-4B7C-97C2-5C1665692E20}" destId="{2FE7D33E-857E-477B-B359-53D2313D3F78}" srcOrd="1" destOrd="0" parTransId="{57AE442B-66C2-4729-B790-E32A152868A6}" sibTransId="{615D595C-EC79-4475-B463-8A76D26D2C11}"/>
    <dgm:cxn modelId="{DA336A6C-74E5-48F4-8042-6DBF38466A18}" srcId="{B8DC1C4F-AED3-4C8E-8D02-012C726D90F6}" destId="{47E5D642-CDF5-4017-A0CD-D244F29A6DD6}" srcOrd="1" destOrd="0" parTransId="{609D06BD-9BD9-483A-AC3A-EEB8FB2A742F}" sibTransId="{2813885E-AAE3-42CE-9863-8473392A5E29}"/>
    <dgm:cxn modelId="{1D43BA4E-4506-49A4-8558-9E756AD4C13F}" type="presOf" srcId="{95DF95DB-2977-4B7C-97C2-5C1665692E20}" destId="{0A08BF77-8F89-431A-BAA8-493815CB14E3}" srcOrd="0" destOrd="0" presId="urn:microsoft.com/office/officeart/2005/8/layout/hList1"/>
    <dgm:cxn modelId="{F3052672-CF5F-40C7-ACA4-9C0BE796DE87}" type="presOf" srcId="{D26480FF-3AD9-4B93-928A-8CB3AD9065A2}" destId="{67995EDC-DBFC-417A-95F8-134A477DE8F0}" srcOrd="0" destOrd="0" presId="urn:microsoft.com/office/officeart/2005/8/layout/hList1"/>
    <dgm:cxn modelId="{50EC9054-C840-4238-9016-2AFCFCD43A58}" srcId="{B8DC1C4F-AED3-4C8E-8D02-012C726D90F6}" destId="{8FC322EF-9EDE-4759-B792-ECFF2BEC998D}" srcOrd="2" destOrd="0" parTransId="{44EC3B9E-AB57-4107-9A1A-81ED03D7D535}" sibTransId="{4B149CA0-231A-4A60-8727-BD5213DA37B6}"/>
    <dgm:cxn modelId="{A4D64B7F-592E-4771-ACE5-F7C9C0ED4FB3}" srcId="{B8DC1C4F-AED3-4C8E-8D02-012C726D90F6}" destId="{D26480FF-3AD9-4B93-928A-8CB3AD9065A2}" srcOrd="0" destOrd="0" parTransId="{DC7A204C-EFC6-48AE-A2B7-52CD18664468}" sibTransId="{F8F4F4E9-A0F5-4FA2-A76F-8D84FE764FDB}"/>
    <dgm:cxn modelId="{31AE1681-6CEE-4741-BD70-3197B5EB52A3}" type="presOf" srcId="{47E5D642-CDF5-4017-A0CD-D244F29A6DD6}" destId="{67995EDC-DBFC-417A-95F8-134A477DE8F0}" srcOrd="0" destOrd="1" presId="urn:microsoft.com/office/officeart/2005/8/layout/hList1"/>
    <dgm:cxn modelId="{33604792-F480-461A-9828-10D88A1F2ACF}" type="presOf" srcId="{2415E9EA-13F2-4B7E-A9DC-3E5608421E27}" destId="{9A05B3A0-AB66-407A-9455-154AF411AED5}" srcOrd="0" destOrd="0" presId="urn:microsoft.com/office/officeart/2005/8/layout/hList1"/>
    <dgm:cxn modelId="{B857639E-7344-4C76-81BA-8795DE008D2E}" type="presOf" srcId="{2FE7D33E-857E-477B-B359-53D2313D3F78}" destId="{616FC7A2-3BC8-4D40-B66F-85D4501E9D17}" srcOrd="0" destOrd="1" presId="urn:microsoft.com/office/officeart/2005/8/layout/hList1"/>
    <dgm:cxn modelId="{FE6DDDC7-FFC2-46B3-915C-AC4EAE04F3DC}" srcId="{2415E9EA-13F2-4B7E-A9DC-3E5608421E27}" destId="{B8DC1C4F-AED3-4C8E-8D02-012C726D90F6}" srcOrd="0" destOrd="0" parTransId="{F0523C5B-675F-48DA-B319-8BEA1181BAD5}" sibTransId="{45B9F477-1FA4-4AB4-A433-DC3A06881C3A}"/>
    <dgm:cxn modelId="{AED4BAD3-B8EE-4F5A-9DF8-361BF585EC87}" type="presOf" srcId="{B8DC1C4F-AED3-4C8E-8D02-012C726D90F6}" destId="{32CF0229-4908-4EC8-8C6C-003162B554AF}" srcOrd="0" destOrd="0" presId="urn:microsoft.com/office/officeart/2005/8/layout/hList1"/>
    <dgm:cxn modelId="{6BA8A320-6C47-4915-A163-B42D602A4740}" type="presParOf" srcId="{9A05B3A0-AB66-407A-9455-154AF411AED5}" destId="{51A3A3D8-6127-4818-BD1D-FB8E88B4273D}" srcOrd="0" destOrd="0" presId="urn:microsoft.com/office/officeart/2005/8/layout/hList1"/>
    <dgm:cxn modelId="{47DB88CD-E815-4ECB-8B59-360AFFCBA403}" type="presParOf" srcId="{51A3A3D8-6127-4818-BD1D-FB8E88B4273D}" destId="{32CF0229-4908-4EC8-8C6C-003162B554AF}" srcOrd="0" destOrd="0" presId="urn:microsoft.com/office/officeart/2005/8/layout/hList1"/>
    <dgm:cxn modelId="{4657E4ED-F2FE-43C1-A1D3-F4ECCF7D17C5}" type="presParOf" srcId="{51A3A3D8-6127-4818-BD1D-FB8E88B4273D}" destId="{67995EDC-DBFC-417A-95F8-134A477DE8F0}" srcOrd="1" destOrd="0" presId="urn:microsoft.com/office/officeart/2005/8/layout/hList1"/>
    <dgm:cxn modelId="{3ED21A0A-4AC0-446B-ABF9-B20973EFBF62}" type="presParOf" srcId="{9A05B3A0-AB66-407A-9455-154AF411AED5}" destId="{94F0C97A-9D26-4C05-9AC7-740E82AA8793}" srcOrd="1" destOrd="0" presId="urn:microsoft.com/office/officeart/2005/8/layout/hList1"/>
    <dgm:cxn modelId="{D086C1B2-EF0D-4329-93C8-8E44A7536AFE}" type="presParOf" srcId="{9A05B3A0-AB66-407A-9455-154AF411AED5}" destId="{CAB6EA92-8490-4E4E-A771-EA9624E287EC}" srcOrd="2" destOrd="0" presId="urn:microsoft.com/office/officeart/2005/8/layout/hList1"/>
    <dgm:cxn modelId="{651BE743-D245-41AD-A187-75D82202F1B4}" type="presParOf" srcId="{CAB6EA92-8490-4E4E-A771-EA9624E287EC}" destId="{0A08BF77-8F89-431A-BAA8-493815CB14E3}" srcOrd="0" destOrd="0" presId="urn:microsoft.com/office/officeart/2005/8/layout/hList1"/>
    <dgm:cxn modelId="{8EA0C141-05DB-4B72-AC73-821ACD2275AB}" type="presParOf" srcId="{CAB6EA92-8490-4E4E-A771-EA9624E287EC}" destId="{616FC7A2-3BC8-4D40-B66F-85D4501E9D1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E7DB13-F734-4BBC-BC20-8816036004B4}" type="doc">
      <dgm:prSet loTypeId="urn:microsoft.com/office/officeart/2008/layout/IncreasingCircleProcess" loCatId="list" qsTypeId="urn:microsoft.com/office/officeart/2005/8/quickstyle/simple1" qsCatId="simple" csTypeId="urn:microsoft.com/office/officeart/2005/8/colors/accent0_1" csCatId="mainScheme" phldr="1"/>
      <dgm:spPr/>
      <dgm:t>
        <a:bodyPr/>
        <a:lstStyle/>
        <a:p>
          <a:endParaRPr lang="es-ES"/>
        </a:p>
      </dgm:t>
    </dgm:pt>
    <dgm:pt modelId="{C5161172-22AA-4425-94F9-0FB8D3A1CCB7}">
      <dgm:prSet phldrT="[Texto]" custT="1"/>
      <dgm:spPr/>
      <dgm:t>
        <a:bodyPr/>
        <a:lstStyle/>
        <a:p>
          <a:pPr>
            <a:buSzPts val="1000"/>
            <a:buFont typeface="Symbol" panose="05050102010706020507" pitchFamily="18" charset="2"/>
            <a:buChar char=""/>
          </a:pPr>
          <a:r>
            <a:rPr lang="es-ES" sz="1800" b="1"/>
            <a:t>Características:</a:t>
          </a:r>
          <a:endParaRPr lang="es-ES" sz="1800"/>
        </a:p>
      </dgm:t>
    </dgm:pt>
    <dgm:pt modelId="{A9167193-F18B-4E85-A156-2F94F243CA9D}" type="parTrans" cxnId="{B69D7E24-3F2E-4416-880C-9A40D99359B7}">
      <dgm:prSet/>
      <dgm:spPr/>
      <dgm:t>
        <a:bodyPr/>
        <a:lstStyle/>
        <a:p>
          <a:endParaRPr lang="es-ES" sz="5400"/>
        </a:p>
      </dgm:t>
    </dgm:pt>
    <dgm:pt modelId="{C72EB66D-9B63-43B9-BB99-64AF23699093}" type="sibTrans" cxnId="{B69D7E24-3F2E-4416-880C-9A40D99359B7}">
      <dgm:prSet/>
      <dgm:spPr/>
      <dgm:t>
        <a:bodyPr/>
        <a:lstStyle/>
        <a:p>
          <a:endParaRPr lang="es-ES" sz="5400"/>
        </a:p>
      </dgm:t>
    </dgm:pt>
    <dgm:pt modelId="{215A11D8-C852-4657-9888-818112DA2946}">
      <dgm:prSet custT="1"/>
      <dgm:spPr/>
      <dgm:t>
        <a:bodyPr/>
        <a:lstStyle/>
        <a:p>
          <a:pPr>
            <a:buSzPts val="1000"/>
            <a:buFont typeface="Courier New" panose="02070309020205020404" pitchFamily="49" charset="0"/>
            <a:buChar char="o"/>
          </a:pPr>
          <a:r>
            <a:rPr lang="es-ES" sz="1400"/>
            <a:t>JMenuBar es un contenedor que organiza JMenu, que a su vez contiene JMenuItem (opciones de menú).</a:t>
          </a:r>
        </a:p>
      </dgm:t>
    </dgm:pt>
    <dgm:pt modelId="{AD8203DF-982D-4F88-8FD3-2D1191709063}" type="parTrans" cxnId="{F48A68AA-8B85-4DD3-8FF9-1044D77D3DC0}">
      <dgm:prSet/>
      <dgm:spPr/>
      <dgm:t>
        <a:bodyPr/>
        <a:lstStyle/>
        <a:p>
          <a:endParaRPr lang="es-ES" sz="5400"/>
        </a:p>
      </dgm:t>
    </dgm:pt>
    <dgm:pt modelId="{40D8EF5C-22A1-4818-BAD5-BCEF64B2608B}" type="sibTrans" cxnId="{F48A68AA-8B85-4DD3-8FF9-1044D77D3DC0}">
      <dgm:prSet/>
      <dgm:spPr/>
      <dgm:t>
        <a:bodyPr/>
        <a:lstStyle/>
        <a:p>
          <a:endParaRPr lang="es-ES" sz="5400"/>
        </a:p>
      </dgm:t>
    </dgm:pt>
    <dgm:pt modelId="{901043F9-8165-4FB1-A3F9-ED4657BEF52E}">
      <dgm:prSet custT="1"/>
      <dgm:spPr/>
      <dgm:t>
        <a:bodyPr/>
        <a:lstStyle/>
        <a:p>
          <a:pPr>
            <a:buSzPts val="1000"/>
            <a:buFont typeface="Courier New" panose="02070309020205020404" pitchFamily="49" charset="0"/>
            <a:buChar char="o"/>
          </a:pPr>
          <a:r>
            <a:rPr lang="es-ES" sz="1400"/>
            <a:t>Menús desplegables que organizan acciones y opciones en categorías.</a:t>
          </a:r>
        </a:p>
      </dgm:t>
    </dgm:pt>
    <dgm:pt modelId="{9CC4197C-F317-47EA-B402-FC684A3174A0}" type="parTrans" cxnId="{49315E50-D5FF-427B-BFFA-13A865393181}">
      <dgm:prSet/>
      <dgm:spPr/>
      <dgm:t>
        <a:bodyPr/>
        <a:lstStyle/>
        <a:p>
          <a:endParaRPr lang="es-ES" sz="5400"/>
        </a:p>
      </dgm:t>
    </dgm:pt>
    <dgm:pt modelId="{FC8811E9-702C-42E7-AB68-713B551DE1DA}" type="sibTrans" cxnId="{49315E50-D5FF-427B-BFFA-13A865393181}">
      <dgm:prSet/>
      <dgm:spPr/>
      <dgm:t>
        <a:bodyPr/>
        <a:lstStyle/>
        <a:p>
          <a:endParaRPr lang="es-ES" sz="5400"/>
        </a:p>
      </dgm:t>
    </dgm:pt>
    <dgm:pt modelId="{2F4DAF26-4A1D-40F8-BF01-5020ABA8DFE7}">
      <dgm:prSet custT="1"/>
      <dgm:spPr/>
      <dgm:t>
        <a:bodyPr/>
        <a:lstStyle/>
        <a:p>
          <a:pPr>
            <a:buSzPts val="1000"/>
            <a:buFont typeface="Courier New" panose="02070309020205020404" pitchFamily="49" charset="0"/>
            <a:buChar char="o"/>
          </a:pPr>
          <a:r>
            <a:rPr lang="es-ES" sz="1400"/>
            <a:t>Soportan submenús, íconos junto a las opciones de menú, y teclas de acceso rápido.</a:t>
          </a:r>
        </a:p>
      </dgm:t>
    </dgm:pt>
    <dgm:pt modelId="{D3FFC540-B2B9-470C-8393-353A47337CF1}" type="parTrans" cxnId="{9FBCDBC3-A897-4DF4-816E-A3C31AF35F2C}">
      <dgm:prSet/>
      <dgm:spPr/>
      <dgm:t>
        <a:bodyPr/>
        <a:lstStyle/>
        <a:p>
          <a:endParaRPr lang="es-ES" sz="5400"/>
        </a:p>
      </dgm:t>
    </dgm:pt>
    <dgm:pt modelId="{894781D1-A225-4373-8CB2-6AA9F811ABBB}" type="sibTrans" cxnId="{9FBCDBC3-A897-4DF4-816E-A3C31AF35F2C}">
      <dgm:prSet/>
      <dgm:spPr/>
      <dgm:t>
        <a:bodyPr/>
        <a:lstStyle/>
        <a:p>
          <a:endParaRPr lang="es-ES" sz="5400"/>
        </a:p>
      </dgm:t>
    </dgm:pt>
    <dgm:pt modelId="{0E2F4190-F33D-44C1-ACC6-0C3090BF112B}">
      <dgm:prSet custT="1"/>
      <dgm:spPr/>
      <dgm:t>
        <a:bodyPr/>
        <a:lstStyle/>
        <a:p>
          <a:pPr>
            <a:buSzPts val="1000"/>
            <a:buFont typeface="Symbol" panose="05050102010706020507" pitchFamily="18" charset="2"/>
            <a:buChar char=""/>
          </a:pPr>
          <a:r>
            <a:rPr lang="es-ES" sz="1800" b="1"/>
            <a:t>Campo de Aplicación:</a:t>
          </a:r>
          <a:endParaRPr lang="es-ES" sz="1800"/>
        </a:p>
      </dgm:t>
    </dgm:pt>
    <dgm:pt modelId="{7EA44F08-28F6-4365-B150-00E9E3E61733}" type="parTrans" cxnId="{F8FF5482-4BAD-4CC5-9D3A-B3FEC75D0464}">
      <dgm:prSet/>
      <dgm:spPr/>
      <dgm:t>
        <a:bodyPr/>
        <a:lstStyle/>
        <a:p>
          <a:endParaRPr lang="es-ES" sz="5400"/>
        </a:p>
      </dgm:t>
    </dgm:pt>
    <dgm:pt modelId="{8B0F7E45-AFAB-44F0-B50F-7BE19CE8B9F6}" type="sibTrans" cxnId="{F8FF5482-4BAD-4CC5-9D3A-B3FEC75D0464}">
      <dgm:prSet/>
      <dgm:spPr/>
      <dgm:t>
        <a:bodyPr/>
        <a:lstStyle/>
        <a:p>
          <a:endParaRPr lang="es-ES" sz="5400"/>
        </a:p>
      </dgm:t>
    </dgm:pt>
    <dgm:pt modelId="{D1EFA148-5565-4C22-A8F1-40594EC86E2A}">
      <dgm:prSet custT="1"/>
      <dgm:spPr/>
      <dgm:t>
        <a:bodyPr/>
        <a:lstStyle/>
        <a:p>
          <a:pPr>
            <a:buSzPts val="1000"/>
            <a:buFont typeface="Symbol" panose="05050102010706020507" pitchFamily="18" charset="2"/>
            <a:buChar char=""/>
          </a:pPr>
          <a:r>
            <a:rPr lang="es-ES" sz="1400"/>
            <a:t>·  </a:t>
          </a:r>
          <a:r>
            <a:rPr lang="es-ES" sz="1400" b="1"/>
            <a:t>Área de Diseño</a:t>
          </a:r>
          <a:r>
            <a:rPr lang="es-ES" sz="1400"/>
            <a:t>: Espacio visual para arrastrar y soltar componentes, permitiendo un diseño WYSIWYG con sincronización entre vista de diseño y código fuente.</a:t>
          </a:r>
        </a:p>
      </dgm:t>
    </dgm:pt>
    <dgm:pt modelId="{7EE3C115-789A-45BB-8AA6-86537CF1BDF3}" type="parTrans" cxnId="{D6C44D58-7BD4-4547-B54A-6F357396C540}">
      <dgm:prSet/>
      <dgm:spPr/>
      <dgm:t>
        <a:bodyPr/>
        <a:lstStyle/>
        <a:p>
          <a:endParaRPr lang="es-ES" sz="5400"/>
        </a:p>
      </dgm:t>
    </dgm:pt>
    <dgm:pt modelId="{45977D6C-3B19-4F30-B2D7-05B393FE36C4}" type="sibTrans" cxnId="{D6C44D58-7BD4-4547-B54A-6F357396C540}">
      <dgm:prSet/>
      <dgm:spPr/>
      <dgm:t>
        <a:bodyPr/>
        <a:lstStyle/>
        <a:p>
          <a:endParaRPr lang="es-ES" sz="5400"/>
        </a:p>
      </dgm:t>
    </dgm:pt>
    <dgm:pt modelId="{4A402651-3AE0-45E7-B7B6-CE3F7899E876}">
      <dgm:prSet custT="1"/>
      <dgm:spPr/>
      <dgm:t>
        <a:bodyPr/>
        <a:lstStyle/>
        <a:p>
          <a:pPr>
            <a:buSzPts val="1000"/>
            <a:buFont typeface="Symbol" panose="05050102010706020507" pitchFamily="18" charset="2"/>
            <a:buChar char=""/>
          </a:pPr>
          <a:r>
            <a:rPr lang="es-ES" sz="1400"/>
            <a:t>·  </a:t>
          </a:r>
          <a:r>
            <a:rPr lang="es-ES" sz="1400" b="1"/>
            <a:t>Paleta de Componentes</a:t>
          </a:r>
          <a:r>
            <a:rPr lang="es-ES" sz="1400"/>
            <a:t>: Panel que agrupa y categoriza elementos de la interfaz, permitiendo arrastrarlos al área de diseño y facilitando su selección.</a:t>
          </a:r>
        </a:p>
      </dgm:t>
    </dgm:pt>
    <dgm:pt modelId="{E6F4C6F3-50F2-4F33-B315-EA678C2700E0}" type="parTrans" cxnId="{45C8FD06-FD28-49CC-B298-0756FCCC4A04}">
      <dgm:prSet/>
      <dgm:spPr/>
      <dgm:t>
        <a:bodyPr/>
        <a:lstStyle/>
        <a:p>
          <a:endParaRPr lang="es-ES" sz="5400"/>
        </a:p>
      </dgm:t>
    </dgm:pt>
    <dgm:pt modelId="{341966E8-A318-4007-82B9-FAD2BFE52B1A}" type="sibTrans" cxnId="{45C8FD06-FD28-49CC-B298-0756FCCC4A04}">
      <dgm:prSet/>
      <dgm:spPr/>
      <dgm:t>
        <a:bodyPr/>
        <a:lstStyle/>
        <a:p>
          <a:endParaRPr lang="es-ES" sz="5400"/>
        </a:p>
      </dgm:t>
    </dgm:pt>
    <dgm:pt modelId="{0EF6656F-469F-41BA-BE52-2A4F12EAD2E3}">
      <dgm:prSet custT="1"/>
      <dgm:spPr/>
      <dgm:t>
        <a:bodyPr/>
        <a:lstStyle/>
        <a:p>
          <a:pPr>
            <a:buSzPts val="1000"/>
            <a:buFont typeface="Symbol" panose="05050102010706020507" pitchFamily="18" charset="2"/>
            <a:buChar char=""/>
          </a:pPr>
          <a:r>
            <a:rPr lang="es-ES" sz="1400"/>
            <a:t>·  </a:t>
          </a:r>
          <a:r>
            <a:rPr lang="es-ES" sz="1400" b="1"/>
            <a:t>Editor de Propiedades</a:t>
          </a:r>
          <a:r>
            <a:rPr lang="es-ES" sz="1400"/>
            <a:t>: Panel que muestra y permite modificar propiedades de los componentes, incluyendo texto, color, tamaño, y configuración de eventos.</a:t>
          </a:r>
        </a:p>
      </dgm:t>
    </dgm:pt>
    <dgm:pt modelId="{D14CFAC1-7BCC-4AC6-B467-6BDB8F716F86}" type="parTrans" cxnId="{7910F0DC-9953-4AD9-82D2-257149E798F2}">
      <dgm:prSet/>
      <dgm:spPr/>
      <dgm:t>
        <a:bodyPr/>
        <a:lstStyle/>
        <a:p>
          <a:endParaRPr lang="es-ES" sz="5400"/>
        </a:p>
      </dgm:t>
    </dgm:pt>
    <dgm:pt modelId="{61D284BF-8C10-4990-A171-EB4940E67E1E}" type="sibTrans" cxnId="{7910F0DC-9953-4AD9-82D2-257149E798F2}">
      <dgm:prSet/>
      <dgm:spPr/>
      <dgm:t>
        <a:bodyPr/>
        <a:lstStyle/>
        <a:p>
          <a:endParaRPr lang="es-ES" sz="5400"/>
        </a:p>
      </dgm:t>
    </dgm:pt>
    <dgm:pt modelId="{54046BE4-068F-460F-B415-7EA3ACDE75D0}">
      <dgm:prSet custT="1"/>
      <dgm:spPr/>
      <dgm:t>
        <a:bodyPr/>
        <a:lstStyle/>
        <a:p>
          <a:pPr>
            <a:buSzPts val="1000"/>
            <a:buFont typeface="Symbol" panose="05050102010706020507" pitchFamily="18" charset="2"/>
            <a:buChar char=""/>
          </a:pPr>
          <a:r>
            <a:rPr lang="es-ES" sz="1400"/>
            <a:t>·  </a:t>
          </a:r>
          <a:r>
            <a:rPr lang="es-ES" sz="1400" b="1"/>
            <a:t>Vista de Estructura (Outline View)</a:t>
          </a:r>
          <a:r>
            <a:rPr lang="es-ES" sz="1400"/>
            <a:t>: Muestra la jerarquía de componentes en un árbol, facilitando la navegación, selección y reorganización de elementos.</a:t>
          </a:r>
        </a:p>
      </dgm:t>
    </dgm:pt>
    <dgm:pt modelId="{7CB8C174-9226-46ED-A84E-2D79A0D5C92B}" type="parTrans" cxnId="{7094275F-8400-4FB8-A604-E87CC4E7C527}">
      <dgm:prSet/>
      <dgm:spPr/>
      <dgm:t>
        <a:bodyPr/>
        <a:lstStyle/>
        <a:p>
          <a:endParaRPr lang="es-ES" sz="5400"/>
        </a:p>
      </dgm:t>
    </dgm:pt>
    <dgm:pt modelId="{8D712EB5-2BB8-494C-9461-811AC88E9BDC}" type="sibTrans" cxnId="{7094275F-8400-4FB8-A604-E87CC4E7C527}">
      <dgm:prSet/>
      <dgm:spPr/>
      <dgm:t>
        <a:bodyPr/>
        <a:lstStyle/>
        <a:p>
          <a:endParaRPr lang="es-ES" sz="5400"/>
        </a:p>
      </dgm:t>
    </dgm:pt>
    <dgm:pt modelId="{10A1B860-169C-485A-9436-EB1374980207}">
      <dgm:prSet custT="1"/>
      <dgm:spPr/>
      <dgm:t>
        <a:bodyPr/>
        <a:lstStyle/>
        <a:p>
          <a:pPr>
            <a:buSzPts val="1000"/>
            <a:buFont typeface="Symbol" panose="05050102010706020507" pitchFamily="18" charset="2"/>
            <a:buChar char=""/>
          </a:pPr>
          <a:r>
            <a:rPr lang="es-ES" sz="1400"/>
            <a:t>·  </a:t>
          </a:r>
          <a:r>
            <a:rPr lang="es-ES" sz="1400" b="1"/>
            <a:t>Código Fuente y Sincronización</a:t>
          </a:r>
          <a:r>
            <a:rPr lang="es-ES" sz="1400"/>
            <a:t>: Integra la vista visual con el código Java, sincronizando cambios en tiempo real y permitiendo modificaciones manuales.</a:t>
          </a:r>
        </a:p>
      </dgm:t>
    </dgm:pt>
    <dgm:pt modelId="{727A5568-87FD-4F5A-9122-0E81DF25C407}" type="parTrans" cxnId="{8CD80BE7-3B1E-4A4E-AE6E-F5AAE37C40FD}">
      <dgm:prSet/>
      <dgm:spPr/>
      <dgm:t>
        <a:bodyPr/>
        <a:lstStyle/>
        <a:p>
          <a:endParaRPr lang="es-ES" sz="5400"/>
        </a:p>
      </dgm:t>
    </dgm:pt>
    <dgm:pt modelId="{6D8EF17D-E539-4C62-8DD9-08C9EC72FA92}" type="sibTrans" cxnId="{8CD80BE7-3B1E-4A4E-AE6E-F5AAE37C40FD}">
      <dgm:prSet/>
      <dgm:spPr/>
      <dgm:t>
        <a:bodyPr/>
        <a:lstStyle/>
        <a:p>
          <a:endParaRPr lang="es-ES" sz="5400"/>
        </a:p>
      </dgm:t>
    </dgm:pt>
    <dgm:pt modelId="{0209597F-1CFB-4874-9B0A-9DCA0F078383}">
      <dgm:prSet custT="1"/>
      <dgm:spPr/>
      <dgm:t>
        <a:bodyPr/>
        <a:lstStyle/>
        <a:p>
          <a:pPr>
            <a:buSzPts val="1000"/>
            <a:buFont typeface="Symbol" panose="05050102010706020507" pitchFamily="18" charset="2"/>
            <a:buChar char=""/>
          </a:pPr>
          <a:r>
            <a:rPr lang="es-ES" sz="1400"/>
            <a:t>·  </a:t>
          </a:r>
          <a:r>
            <a:rPr lang="es-ES" sz="1400" b="1"/>
            <a:t>Herramientas de Disposición (Layout Tools)</a:t>
          </a:r>
          <a:r>
            <a:rPr lang="es-ES" sz="1400"/>
            <a:t>: Herramientas para organizar y posicionar componentes con soporte para varios gestores de diseño y vista previa dinámica.</a:t>
          </a:r>
        </a:p>
      </dgm:t>
    </dgm:pt>
    <dgm:pt modelId="{EEB15463-8D3D-4C13-A318-32C30EE781A3}" type="parTrans" cxnId="{8E0891E7-F082-40E5-BC4D-F35F7D7D503C}">
      <dgm:prSet/>
      <dgm:spPr/>
      <dgm:t>
        <a:bodyPr/>
        <a:lstStyle/>
        <a:p>
          <a:endParaRPr lang="es-ES" sz="5400"/>
        </a:p>
      </dgm:t>
    </dgm:pt>
    <dgm:pt modelId="{169B3827-4B5D-48A3-A763-9C0BD24F5293}" type="sibTrans" cxnId="{8E0891E7-F082-40E5-BC4D-F35F7D7D503C}">
      <dgm:prSet/>
      <dgm:spPr/>
      <dgm:t>
        <a:bodyPr/>
        <a:lstStyle/>
        <a:p>
          <a:endParaRPr lang="es-ES" sz="5400"/>
        </a:p>
      </dgm:t>
    </dgm:pt>
    <dgm:pt modelId="{ABC1D10B-D603-47BE-A249-39ED9EF4530E}" type="pres">
      <dgm:prSet presAssocID="{1EE7DB13-F734-4BBC-BC20-8816036004B4}" presName="Name0" presStyleCnt="0">
        <dgm:presLayoutVars>
          <dgm:chMax val="7"/>
          <dgm:chPref val="7"/>
          <dgm:dir/>
          <dgm:animOne val="branch"/>
          <dgm:animLvl val="lvl"/>
        </dgm:presLayoutVars>
      </dgm:prSet>
      <dgm:spPr/>
    </dgm:pt>
    <dgm:pt modelId="{15B3A8D8-D1C8-4314-AC90-6754948FD5AD}" type="pres">
      <dgm:prSet presAssocID="{C5161172-22AA-4425-94F9-0FB8D3A1CCB7}" presName="composite" presStyleCnt="0"/>
      <dgm:spPr/>
    </dgm:pt>
    <dgm:pt modelId="{1D1B122A-7906-4088-B0A0-0B14003EF91D}" type="pres">
      <dgm:prSet presAssocID="{C5161172-22AA-4425-94F9-0FB8D3A1CCB7}" presName="BackAccent" presStyleLbl="bgShp" presStyleIdx="0" presStyleCnt="2"/>
      <dgm:spPr/>
    </dgm:pt>
    <dgm:pt modelId="{8E4AC316-1F52-469F-AD6A-B4820D2347EB}" type="pres">
      <dgm:prSet presAssocID="{C5161172-22AA-4425-94F9-0FB8D3A1CCB7}" presName="Accent" presStyleLbl="alignNode1" presStyleIdx="0" presStyleCnt="2"/>
      <dgm:spPr/>
    </dgm:pt>
    <dgm:pt modelId="{99BAF1F7-6548-4908-B9D5-1436B1F398EC}" type="pres">
      <dgm:prSet presAssocID="{C5161172-22AA-4425-94F9-0FB8D3A1CCB7}" presName="Child" presStyleLbl="revTx" presStyleIdx="0" presStyleCnt="4">
        <dgm:presLayoutVars>
          <dgm:chMax val="0"/>
          <dgm:chPref val="0"/>
          <dgm:bulletEnabled val="1"/>
        </dgm:presLayoutVars>
      </dgm:prSet>
      <dgm:spPr/>
    </dgm:pt>
    <dgm:pt modelId="{54B06433-F571-436D-8974-08B62645880D}" type="pres">
      <dgm:prSet presAssocID="{C5161172-22AA-4425-94F9-0FB8D3A1CCB7}" presName="Parent" presStyleLbl="revTx" presStyleIdx="1" presStyleCnt="4">
        <dgm:presLayoutVars>
          <dgm:chMax val="1"/>
          <dgm:chPref val="1"/>
          <dgm:bulletEnabled val="1"/>
        </dgm:presLayoutVars>
      </dgm:prSet>
      <dgm:spPr/>
    </dgm:pt>
    <dgm:pt modelId="{3131BEC4-0B32-4720-A899-1B90FCB28475}" type="pres">
      <dgm:prSet presAssocID="{C72EB66D-9B63-43B9-BB99-64AF23699093}" presName="sibTrans" presStyleCnt="0"/>
      <dgm:spPr/>
    </dgm:pt>
    <dgm:pt modelId="{768D8B9D-9386-4D15-A608-C44884CAF865}" type="pres">
      <dgm:prSet presAssocID="{0E2F4190-F33D-44C1-ACC6-0C3090BF112B}" presName="composite" presStyleCnt="0"/>
      <dgm:spPr/>
    </dgm:pt>
    <dgm:pt modelId="{6C048820-E495-45FC-9A6B-062B35630CDB}" type="pres">
      <dgm:prSet presAssocID="{0E2F4190-F33D-44C1-ACC6-0C3090BF112B}" presName="BackAccent" presStyleLbl="bgShp" presStyleIdx="1" presStyleCnt="2"/>
      <dgm:spPr/>
    </dgm:pt>
    <dgm:pt modelId="{BC876CEC-FE89-4FBB-A1B5-CA3F467BA134}" type="pres">
      <dgm:prSet presAssocID="{0E2F4190-F33D-44C1-ACC6-0C3090BF112B}" presName="Accent" presStyleLbl="alignNode1" presStyleIdx="1" presStyleCnt="2"/>
      <dgm:spPr/>
    </dgm:pt>
    <dgm:pt modelId="{30F3EF74-C2D4-437E-8C5E-AC82004687BC}" type="pres">
      <dgm:prSet presAssocID="{0E2F4190-F33D-44C1-ACC6-0C3090BF112B}" presName="Child" presStyleLbl="revTx" presStyleIdx="2" presStyleCnt="4">
        <dgm:presLayoutVars>
          <dgm:chMax val="0"/>
          <dgm:chPref val="0"/>
          <dgm:bulletEnabled val="1"/>
        </dgm:presLayoutVars>
      </dgm:prSet>
      <dgm:spPr/>
    </dgm:pt>
    <dgm:pt modelId="{F63D0216-F648-40AE-9037-658440043C36}" type="pres">
      <dgm:prSet presAssocID="{0E2F4190-F33D-44C1-ACC6-0C3090BF112B}" presName="Parent" presStyleLbl="revTx" presStyleIdx="3" presStyleCnt="4">
        <dgm:presLayoutVars>
          <dgm:chMax val="1"/>
          <dgm:chPref val="1"/>
          <dgm:bulletEnabled val="1"/>
        </dgm:presLayoutVars>
      </dgm:prSet>
      <dgm:spPr/>
    </dgm:pt>
  </dgm:ptLst>
  <dgm:cxnLst>
    <dgm:cxn modelId="{45C8FD06-FD28-49CC-B298-0756FCCC4A04}" srcId="{0E2F4190-F33D-44C1-ACC6-0C3090BF112B}" destId="{4A402651-3AE0-45E7-B7B6-CE3F7899E876}" srcOrd="1" destOrd="0" parTransId="{E6F4C6F3-50F2-4F33-B315-EA678C2700E0}" sibTransId="{341966E8-A318-4007-82B9-FAD2BFE52B1A}"/>
    <dgm:cxn modelId="{B69D7E24-3F2E-4416-880C-9A40D99359B7}" srcId="{1EE7DB13-F734-4BBC-BC20-8816036004B4}" destId="{C5161172-22AA-4425-94F9-0FB8D3A1CCB7}" srcOrd="0" destOrd="0" parTransId="{A9167193-F18B-4E85-A156-2F94F243CA9D}" sibTransId="{C72EB66D-9B63-43B9-BB99-64AF23699093}"/>
    <dgm:cxn modelId="{F8DF3038-AFD0-4FDF-AACF-F6042DD252DA}" type="presOf" srcId="{4A402651-3AE0-45E7-B7B6-CE3F7899E876}" destId="{30F3EF74-C2D4-437E-8C5E-AC82004687BC}" srcOrd="0" destOrd="1" presId="urn:microsoft.com/office/officeart/2008/layout/IncreasingCircleProcess"/>
    <dgm:cxn modelId="{7094275F-8400-4FB8-A604-E87CC4E7C527}" srcId="{0E2F4190-F33D-44C1-ACC6-0C3090BF112B}" destId="{54046BE4-068F-460F-B415-7EA3ACDE75D0}" srcOrd="3" destOrd="0" parTransId="{7CB8C174-9226-46ED-A84E-2D79A0D5C92B}" sibTransId="{8D712EB5-2BB8-494C-9461-811AC88E9BDC}"/>
    <dgm:cxn modelId="{B7CD2847-7C4D-4F10-8C64-F594B946B8AD}" type="presOf" srcId="{10A1B860-169C-485A-9436-EB1374980207}" destId="{30F3EF74-C2D4-437E-8C5E-AC82004687BC}" srcOrd="0" destOrd="4" presId="urn:microsoft.com/office/officeart/2008/layout/IncreasingCircleProcess"/>
    <dgm:cxn modelId="{F653756C-1F66-4A76-AAE9-6A88E6712F3B}" type="presOf" srcId="{0EF6656F-469F-41BA-BE52-2A4F12EAD2E3}" destId="{30F3EF74-C2D4-437E-8C5E-AC82004687BC}" srcOrd="0" destOrd="2" presId="urn:microsoft.com/office/officeart/2008/layout/IncreasingCircleProcess"/>
    <dgm:cxn modelId="{49315E50-D5FF-427B-BFFA-13A865393181}" srcId="{C5161172-22AA-4425-94F9-0FB8D3A1CCB7}" destId="{901043F9-8165-4FB1-A3F9-ED4657BEF52E}" srcOrd="1" destOrd="0" parTransId="{9CC4197C-F317-47EA-B402-FC684A3174A0}" sibTransId="{FC8811E9-702C-42E7-AB68-713B551DE1DA}"/>
    <dgm:cxn modelId="{2A481858-3528-4E01-83E7-12855A631E39}" type="presOf" srcId="{0209597F-1CFB-4874-9B0A-9DCA0F078383}" destId="{30F3EF74-C2D4-437E-8C5E-AC82004687BC}" srcOrd="0" destOrd="5" presId="urn:microsoft.com/office/officeart/2008/layout/IncreasingCircleProcess"/>
    <dgm:cxn modelId="{D6C44D58-7BD4-4547-B54A-6F357396C540}" srcId="{0E2F4190-F33D-44C1-ACC6-0C3090BF112B}" destId="{D1EFA148-5565-4C22-A8F1-40594EC86E2A}" srcOrd="0" destOrd="0" parTransId="{7EE3C115-789A-45BB-8AA6-86537CF1BDF3}" sibTransId="{45977D6C-3B19-4F30-B2D7-05B393FE36C4}"/>
    <dgm:cxn modelId="{C9BD1080-E897-44F5-8F0C-A162DB0B1FF1}" type="presOf" srcId="{901043F9-8165-4FB1-A3F9-ED4657BEF52E}" destId="{99BAF1F7-6548-4908-B9D5-1436B1F398EC}" srcOrd="0" destOrd="1" presId="urn:microsoft.com/office/officeart/2008/layout/IncreasingCircleProcess"/>
    <dgm:cxn modelId="{F8FF5482-4BAD-4CC5-9D3A-B3FEC75D0464}" srcId="{1EE7DB13-F734-4BBC-BC20-8816036004B4}" destId="{0E2F4190-F33D-44C1-ACC6-0C3090BF112B}" srcOrd="1" destOrd="0" parTransId="{7EA44F08-28F6-4365-B150-00E9E3E61733}" sibTransId="{8B0F7E45-AFAB-44F0-B50F-7BE19CE8B9F6}"/>
    <dgm:cxn modelId="{39A28E82-DEB4-41D9-B426-646D6301A47E}" type="presOf" srcId="{1EE7DB13-F734-4BBC-BC20-8816036004B4}" destId="{ABC1D10B-D603-47BE-A249-39ED9EF4530E}" srcOrd="0" destOrd="0" presId="urn:microsoft.com/office/officeart/2008/layout/IncreasingCircleProcess"/>
    <dgm:cxn modelId="{A67B6287-F54D-410D-B367-33C8B6227C5F}" type="presOf" srcId="{C5161172-22AA-4425-94F9-0FB8D3A1CCB7}" destId="{54B06433-F571-436D-8974-08B62645880D}" srcOrd="0" destOrd="0" presId="urn:microsoft.com/office/officeart/2008/layout/IncreasingCircleProcess"/>
    <dgm:cxn modelId="{52608487-AC2E-44A5-839B-2B2ABCC19478}" type="presOf" srcId="{215A11D8-C852-4657-9888-818112DA2946}" destId="{99BAF1F7-6548-4908-B9D5-1436B1F398EC}" srcOrd="0" destOrd="0" presId="urn:microsoft.com/office/officeart/2008/layout/IncreasingCircleProcess"/>
    <dgm:cxn modelId="{0342C08C-8E55-4568-9262-39DF6EA9AD57}" type="presOf" srcId="{0E2F4190-F33D-44C1-ACC6-0C3090BF112B}" destId="{F63D0216-F648-40AE-9037-658440043C36}" srcOrd="0" destOrd="0" presId="urn:microsoft.com/office/officeart/2008/layout/IncreasingCircleProcess"/>
    <dgm:cxn modelId="{F48A68AA-8B85-4DD3-8FF9-1044D77D3DC0}" srcId="{C5161172-22AA-4425-94F9-0FB8D3A1CCB7}" destId="{215A11D8-C852-4657-9888-818112DA2946}" srcOrd="0" destOrd="0" parTransId="{AD8203DF-982D-4F88-8FD3-2D1191709063}" sibTransId="{40D8EF5C-22A1-4818-BAD5-BCEF64B2608B}"/>
    <dgm:cxn modelId="{A52DC9B0-FEE9-42A4-BEBC-3E2831FBCB04}" type="presOf" srcId="{2F4DAF26-4A1D-40F8-BF01-5020ABA8DFE7}" destId="{99BAF1F7-6548-4908-B9D5-1436B1F398EC}" srcOrd="0" destOrd="2" presId="urn:microsoft.com/office/officeart/2008/layout/IncreasingCircleProcess"/>
    <dgm:cxn modelId="{AE5B14B4-AF6C-4405-A684-E3949902C589}" type="presOf" srcId="{54046BE4-068F-460F-B415-7EA3ACDE75D0}" destId="{30F3EF74-C2D4-437E-8C5E-AC82004687BC}" srcOrd="0" destOrd="3" presId="urn:microsoft.com/office/officeart/2008/layout/IncreasingCircleProcess"/>
    <dgm:cxn modelId="{9FBCDBC3-A897-4DF4-816E-A3C31AF35F2C}" srcId="{C5161172-22AA-4425-94F9-0FB8D3A1CCB7}" destId="{2F4DAF26-4A1D-40F8-BF01-5020ABA8DFE7}" srcOrd="2" destOrd="0" parTransId="{D3FFC540-B2B9-470C-8393-353A47337CF1}" sibTransId="{894781D1-A225-4373-8CB2-6AA9F811ABBB}"/>
    <dgm:cxn modelId="{7910F0DC-9953-4AD9-82D2-257149E798F2}" srcId="{0E2F4190-F33D-44C1-ACC6-0C3090BF112B}" destId="{0EF6656F-469F-41BA-BE52-2A4F12EAD2E3}" srcOrd="2" destOrd="0" parTransId="{D14CFAC1-7BCC-4AC6-B467-6BDB8F716F86}" sibTransId="{61D284BF-8C10-4990-A171-EB4940E67E1E}"/>
    <dgm:cxn modelId="{8CD80BE7-3B1E-4A4E-AE6E-F5AAE37C40FD}" srcId="{0E2F4190-F33D-44C1-ACC6-0C3090BF112B}" destId="{10A1B860-169C-485A-9436-EB1374980207}" srcOrd="4" destOrd="0" parTransId="{727A5568-87FD-4F5A-9122-0E81DF25C407}" sibTransId="{6D8EF17D-E539-4C62-8DD9-08C9EC72FA92}"/>
    <dgm:cxn modelId="{8E0891E7-F082-40E5-BC4D-F35F7D7D503C}" srcId="{0E2F4190-F33D-44C1-ACC6-0C3090BF112B}" destId="{0209597F-1CFB-4874-9B0A-9DCA0F078383}" srcOrd="5" destOrd="0" parTransId="{EEB15463-8D3D-4C13-A318-32C30EE781A3}" sibTransId="{169B3827-4B5D-48A3-A763-9C0BD24F5293}"/>
    <dgm:cxn modelId="{788F47E9-B14F-4FAB-8FB9-2EBF2E69F803}" type="presOf" srcId="{D1EFA148-5565-4C22-A8F1-40594EC86E2A}" destId="{30F3EF74-C2D4-437E-8C5E-AC82004687BC}" srcOrd="0" destOrd="0" presId="urn:microsoft.com/office/officeart/2008/layout/IncreasingCircleProcess"/>
    <dgm:cxn modelId="{73E21341-1687-424D-BC52-87D75EE28B1A}" type="presParOf" srcId="{ABC1D10B-D603-47BE-A249-39ED9EF4530E}" destId="{15B3A8D8-D1C8-4314-AC90-6754948FD5AD}" srcOrd="0" destOrd="0" presId="urn:microsoft.com/office/officeart/2008/layout/IncreasingCircleProcess"/>
    <dgm:cxn modelId="{041C0EE4-1BB1-44AC-857C-97AFCD298D6E}" type="presParOf" srcId="{15B3A8D8-D1C8-4314-AC90-6754948FD5AD}" destId="{1D1B122A-7906-4088-B0A0-0B14003EF91D}" srcOrd="0" destOrd="0" presId="urn:microsoft.com/office/officeart/2008/layout/IncreasingCircleProcess"/>
    <dgm:cxn modelId="{68E93454-6CD0-4095-857A-CD87FC566BA4}" type="presParOf" srcId="{15B3A8D8-D1C8-4314-AC90-6754948FD5AD}" destId="{8E4AC316-1F52-469F-AD6A-B4820D2347EB}" srcOrd="1" destOrd="0" presId="urn:microsoft.com/office/officeart/2008/layout/IncreasingCircleProcess"/>
    <dgm:cxn modelId="{57E6E5C7-33B5-4A87-BD29-6A7ECDD788B8}" type="presParOf" srcId="{15B3A8D8-D1C8-4314-AC90-6754948FD5AD}" destId="{99BAF1F7-6548-4908-B9D5-1436B1F398EC}" srcOrd="2" destOrd="0" presId="urn:microsoft.com/office/officeart/2008/layout/IncreasingCircleProcess"/>
    <dgm:cxn modelId="{6BA1C6C5-0335-41A3-A656-FF5B60536932}" type="presParOf" srcId="{15B3A8D8-D1C8-4314-AC90-6754948FD5AD}" destId="{54B06433-F571-436D-8974-08B62645880D}" srcOrd="3" destOrd="0" presId="urn:microsoft.com/office/officeart/2008/layout/IncreasingCircleProcess"/>
    <dgm:cxn modelId="{70A9C4FF-E7F3-4B7D-AEC9-320B1079909A}" type="presParOf" srcId="{ABC1D10B-D603-47BE-A249-39ED9EF4530E}" destId="{3131BEC4-0B32-4720-A899-1B90FCB28475}" srcOrd="1" destOrd="0" presId="urn:microsoft.com/office/officeart/2008/layout/IncreasingCircleProcess"/>
    <dgm:cxn modelId="{0A8736A9-D63C-43B1-A47F-E75C915C4CE3}" type="presParOf" srcId="{ABC1D10B-D603-47BE-A249-39ED9EF4530E}" destId="{768D8B9D-9386-4D15-A608-C44884CAF865}" srcOrd="2" destOrd="0" presId="urn:microsoft.com/office/officeart/2008/layout/IncreasingCircleProcess"/>
    <dgm:cxn modelId="{ED91F7BE-443C-41DB-9DB3-6B34AE87E14D}" type="presParOf" srcId="{768D8B9D-9386-4D15-A608-C44884CAF865}" destId="{6C048820-E495-45FC-9A6B-062B35630CDB}" srcOrd="0" destOrd="0" presId="urn:microsoft.com/office/officeart/2008/layout/IncreasingCircleProcess"/>
    <dgm:cxn modelId="{BFAA703C-8030-4754-ACFD-A190568908A7}" type="presParOf" srcId="{768D8B9D-9386-4D15-A608-C44884CAF865}" destId="{BC876CEC-FE89-4FBB-A1B5-CA3F467BA134}" srcOrd="1" destOrd="0" presId="urn:microsoft.com/office/officeart/2008/layout/IncreasingCircleProcess"/>
    <dgm:cxn modelId="{1646D0BB-87B6-4153-B7FF-0251A8A5BF9B}" type="presParOf" srcId="{768D8B9D-9386-4D15-A608-C44884CAF865}" destId="{30F3EF74-C2D4-437E-8C5E-AC82004687BC}" srcOrd="2" destOrd="0" presId="urn:microsoft.com/office/officeart/2008/layout/IncreasingCircleProcess"/>
    <dgm:cxn modelId="{8EB9EDE9-A968-43C9-8BDC-09B564D6A233}" type="presParOf" srcId="{768D8B9D-9386-4D15-A608-C44884CAF865}" destId="{F63D0216-F648-40AE-9037-658440043C36}"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3870B7E-0299-4F65-96EB-00BC5F4B91F0}"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s-ES"/>
        </a:p>
      </dgm:t>
    </dgm:pt>
    <dgm:pt modelId="{FF8D87C6-69FA-4E1B-BEBE-306EDDE11352}">
      <dgm:prSet phldrT="[Texto]"/>
      <dgm:spPr/>
      <dgm:t>
        <a:bodyPr/>
        <a:lstStyle/>
        <a:p>
          <a:pPr>
            <a:buSzPts val="1000"/>
            <a:buFont typeface="Symbol" panose="05050102010706020507" pitchFamily="18" charset="2"/>
            <a:buChar char=""/>
          </a:pPr>
          <a:r>
            <a:rPr lang="es-ES" b="1"/>
            <a:t>Características:</a:t>
          </a:r>
          <a:endParaRPr lang="es-ES"/>
        </a:p>
      </dgm:t>
    </dgm:pt>
    <dgm:pt modelId="{7E184B9A-E723-41E6-B081-660765D1CED4}" type="parTrans" cxnId="{57A69C34-B468-4046-AEDE-B5F5D0696A0B}">
      <dgm:prSet/>
      <dgm:spPr/>
      <dgm:t>
        <a:bodyPr/>
        <a:lstStyle/>
        <a:p>
          <a:endParaRPr lang="es-ES"/>
        </a:p>
      </dgm:t>
    </dgm:pt>
    <dgm:pt modelId="{46BC51FF-76D3-47C5-989C-09FDAB6B4278}" type="sibTrans" cxnId="{57A69C34-B468-4046-AEDE-B5F5D0696A0B}">
      <dgm:prSet/>
      <dgm:spPr/>
      <dgm:t>
        <a:bodyPr/>
        <a:lstStyle/>
        <a:p>
          <a:endParaRPr lang="es-ES"/>
        </a:p>
      </dgm:t>
    </dgm:pt>
    <dgm:pt modelId="{38E8BCB5-0E3B-464D-BE83-1CEFE8D538FB}">
      <dgm:prSet/>
      <dgm:spPr/>
      <dgm:t>
        <a:bodyPr/>
        <a:lstStyle/>
        <a:p>
          <a:pPr>
            <a:buSzPts val="1000"/>
            <a:buFont typeface="Courier New" panose="02070309020205020404" pitchFamily="49" charset="0"/>
            <a:buChar char="o"/>
          </a:pPr>
          <a:r>
            <a:rPr lang="es-ES"/>
            <a:t>JProgressBar es un componente que visualiza el progreso de una tarea en ejecución, como la carga de un archivo o la finalización de un proceso.</a:t>
          </a:r>
        </a:p>
      </dgm:t>
    </dgm:pt>
    <dgm:pt modelId="{079AE502-76B4-47ED-B341-AACA3066BF36}" type="parTrans" cxnId="{7B86B29D-6553-4BCF-80BC-FEC624B877B8}">
      <dgm:prSet/>
      <dgm:spPr/>
      <dgm:t>
        <a:bodyPr/>
        <a:lstStyle/>
        <a:p>
          <a:endParaRPr lang="es-ES"/>
        </a:p>
      </dgm:t>
    </dgm:pt>
    <dgm:pt modelId="{C81B8D34-2BB4-4E83-A0E0-B4E6DD1FBBD3}" type="sibTrans" cxnId="{7B86B29D-6553-4BCF-80BC-FEC624B877B8}">
      <dgm:prSet/>
      <dgm:spPr/>
      <dgm:t>
        <a:bodyPr/>
        <a:lstStyle/>
        <a:p>
          <a:endParaRPr lang="es-ES"/>
        </a:p>
      </dgm:t>
    </dgm:pt>
    <dgm:pt modelId="{09F84B29-D512-4073-ABF3-13B5C5D04F16}">
      <dgm:prSet/>
      <dgm:spPr/>
      <dgm:t>
        <a:bodyPr/>
        <a:lstStyle/>
        <a:p>
          <a:pPr>
            <a:buSzPts val="1000"/>
            <a:buFont typeface="Courier New" panose="02070309020205020404" pitchFamily="49" charset="0"/>
            <a:buChar char="o"/>
          </a:pPr>
          <a:r>
            <a:rPr lang="es-ES"/>
            <a:t>Puede ser determinístico (con valor de progreso definido) o indeterminado (cuando no se conoce el progreso exacto).</a:t>
          </a:r>
        </a:p>
      </dgm:t>
    </dgm:pt>
    <dgm:pt modelId="{15FEDAFE-8C2F-4CF2-98D4-176BBDA01895}" type="parTrans" cxnId="{46FC70FE-93DD-4B3B-A2DB-F2DF103BA564}">
      <dgm:prSet/>
      <dgm:spPr/>
      <dgm:t>
        <a:bodyPr/>
        <a:lstStyle/>
        <a:p>
          <a:endParaRPr lang="es-ES"/>
        </a:p>
      </dgm:t>
    </dgm:pt>
    <dgm:pt modelId="{35310935-6E42-4AAB-959D-6BA336D102CC}" type="sibTrans" cxnId="{46FC70FE-93DD-4B3B-A2DB-F2DF103BA564}">
      <dgm:prSet/>
      <dgm:spPr/>
      <dgm:t>
        <a:bodyPr/>
        <a:lstStyle/>
        <a:p>
          <a:endParaRPr lang="es-ES"/>
        </a:p>
      </dgm:t>
    </dgm:pt>
    <dgm:pt modelId="{9DE4C4E1-CB14-4564-8E39-011DFADEF3AB}">
      <dgm:prSet/>
      <dgm:spPr/>
      <dgm:t>
        <a:bodyPr/>
        <a:lstStyle/>
        <a:p>
          <a:pPr>
            <a:buSzPts val="1000"/>
            <a:buFont typeface="Courier New" panose="02070309020205020404" pitchFamily="49" charset="0"/>
            <a:buChar char="o"/>
          </a:pPr>
          <a:r>
            <a:rPr lang="es-ES"/>
            <a:t>Se puede personalizar en términos de orientación (horizontal o vertical), color, y texto de progreso.</a:t>
          </a:r>
        </a:p>
      </dgm:t>
    </dgm:pt>
    <dgm:pt modelId="{2FEF0482-C2F9-4966-BC6D-225416FB017B}" type="parTrans" cxnId="{7D3B433F-4758-492A-945F-F4CEADF77F9C}">
      <dgm:prSet/>
      <dgm:spPr/>
      <dgm:t>
        <a:bodyPr/>
        <a:lstStyle/>
        <a:p>
          <a:endParaRPr lang="es-ES"/>
        </a:p>
      </dgm:t>
    </dgm:pt>
    <dgm:pt modelId="{BF931BDD-5936-4994-B634-E78845C9A853}" type="sibTrans" cxnId="{7D3B433F-4758-492A-945F-F4CEADF77F9C}">
      <dgm:prSet/>
      <dgm:spPr/>
      <dgm:t>
        <a:bodyPr/>
        <a:lstStyle/>
        <a:p>
          <a:endParaRPr lang="es-ES"/>
        </a:p>
      </dgm:t>
    </dgm:pt>
    <dgm:pt modelId="{6F117DC7-F33E-4620-8F82-627725E8BAC8}">
      <dgm:prSet/>
      <dgm:spPr/>
      <dgm:t>
        <a:bodyPr/>
        <a:lstStyle/>
        <a:p>
          <a:pPr>
            <a:buSzPts val="1000"/>
            <a:buFont typeface="Symbol" panose="05050102010706020507" pitchFamily="18" charset="2"/>
            <a:buChar char=""/>
          </a:pPr>
          <a:r>
            <a:rPr lang="es-ES" b="1"/>
            <a:t>Campo de Aplicación:</a:t>
          </a:r>
          <a:endParaRPr lang="es-ES"/>
        </a:p>
      </dgm:t>
    </dgm:pt>
    <dgm:pt modelId="{E964550E-06DA-4CEA-8473-41489D35EA2C}" type="parTrans" cxnId="{30FF41A6-B71B-4F5F-BCAC-94146BC01A04}">
      <dgm:prSet/>
      <dgm:spPr/>
      <dgm:t>
        <a:bodyPr/>
        <a:lstStyle/>
        <a:p>
          <a:endParaRPr lang="es-ES"/>
        </a:p>
      </dgm:t>
    </dgm:pt>
    <dgm:pt modelId="{63404D3C-3FCC-4667-B500-D9558937FE68}" type="sibTrans" cxnId="{30FF41A6-B71B-4F5F-BCAC-94146BC01A04}">
      <dgm:prSet/>
      <dgm:spPr/>
      <dgm:t>
        <a:bodyPr/>
        <a:lstStyle/>
        <a:p>
          <a:endParaRPr lang="es-ES"/>
        </a:p>
      </dgm:t>
    </dgm:pt>
    <dgm:pt modelId="{4A082A2F-9C5F-424E-8BF5-8264B332B149}">
      <dgm:prSet/>
      <dgm:spPr/>
      <dgm:t>
        <a:bodyPr/>
        <a:lstStyle/>
        <a:p>
          <a:pPr>
            <a:buSzPts val="1000"/>
            <a:buFont typeface="Courier New" panose="02070309020205020404" pitchFamily="49" charset="0"/>
            <a:buChar char="o"/>
          </a:pPr>
          <a:r>
            <a:rPr lang="es-ES"/>
            <a:t>Indicadores de carga o progreso en aplicaciones donde se ejecutan tareas que toman tiempo, como descargas, instalación de software, o procesamiento de datos.</a:t>
          </a:r>
        </a:p>
      </dgm:t>
    </dgm:pt>
    <dgm:pt modelId="{2A324C8C-22A6-481B-A27F-5BFB8ED41CDA}" type="parTrans" cxnId="{6DB7D2E1-A6C2-40C2-9662-F90B2675BF0C}">
      <dgm:prSet/>
      <dgm:spPr/>
      <dgm:t>
        <a:bodyPr/>
        <a:lstStyle/>
        <a:p>
          <a:endParaRPr lang="es-ES"/>
        </a:p>
      </dgm:t>
    </dgm:pt>
    <dgm:pt modelId="{49AFE37E-24DE-4C36-858B-749FA3D5F40F}" type="sibTrans" cxnId="{6DB7D2E1-A6C2-40C2-9662-F90B2675BF0C}">
      <dgm:prSet/>
      <dgm:spPr/>
      <dgm:t>
        <a:bodyPr/>
        <a:lstStyle/>
        <a:p>
          <a:endParaRPr lang="es-ES"/>
        </a:p>
      </dgm:t>
    </dgm:pt>
    <dgm:pt modelId="{E1D1F984-9E25-4682-9B4B-11A6FA470798}">
      <dgm:prSet/>
      <dgm:spPr/>
      <dgm:t>
        <a:bodyPr/>
        <a:lstStyle/>
        <a:p>
          <a:pPr>
            <a:buSzPts val="1000"/>
            <a:buFont typeface="Courier New" panose="02070309020205020404" pitchFamily="49" charset="0"/>
            <a:buChar char="o"/>
          </a:pPr>
          <a:r>
            <a:rPr lang="es-ES"/>
            <a:t>Visualización del estado de avance en procesos en segundo plano.</a:t>
          </a:r>
        </a:p>
      </dgm:t>
    </dgm:pt>
    <dgm:pt modelId="{D419817E-9F87-428A-AF50-8AE48074C4DC}" type="parTrans" cxnId="{88CF4E42-0E7D-4A23-AEF9-6315BFB69FCE}">
      <dgm:prSet/>
      <dgm:spPr/>
      <dgm:t>
        <a:bodyPr/>
        <a:lstStyle/>
        <a:p>
          <a:endParaRPr lang="es-ES"/>
        </a:p>
      </dgm:t>
    </dgm:pt>
    <dgm:pt modelId="{9EEE1B22-3CF1-44A1-AA8A-C058B4A1CDC1}" type="sibTrans" cxnId="{88CF4E42-0E7D-4A23-AEF9-6315BFB69FCE}">
      <dgm:prSet/>
      <dgm:spPr/>
      <dgm:t>
        <a:bodyPr/>
        <a:lstStyle/>
        <a:p>
          <a:endParaRPr lang="es-ES"/>
        </a:p>
      </dgm:t>
    </dgm:pt>
    <dgm:pt modelId="{FFAD6CF0-5964-4E29-AB16-929229F0FA54}" type="pres">
      <dgm:prSet presAssocID="{93870B7E-0299-4F65-96EB-00BC5F4B91F0}" presName="linear" presStyleCnt="0">
        <dgm:presLayoutVars>
          <dgm:animLvl val="lvl"/>
          <dgm:resizeHandles val="exact"/>
        </dgm:presLayoutVars>
      </dgm:prSet>
      <dgm:spPr/>
    </dgm:pt>
    <dgm:pt modelId="{B0A45621-2A2D-4E90-9AA7-AB241699A7F5}" type="pres">
      <dgm:prSet presAssocID="{FF8D87C6-69FA-4E1B-BEBE-306EDDE11352}" presName="parentText" presStyleLbl="node1" presStyleIdx="0" presStyleCnt="2">
        <dgm:presLayoutVars>
          <dgm:chMax val="0"/>
          <dgm:bulletEnabled val="1"/>
        </dgm:presLayoutVars>
      </dgm:prSet>
      <dgm:spPr/>
    </dgm:pt>
    <dgm:pt modelId="{F0235714-05D0-4BD5-80A5-47DB928841B1}" type="pres">
      <dgm:prSet presAssocID="{FF8D87C6-69FA-4E1B-BEBE-306EDDE11352}" presName="childText" presStyleLbl="revTx" presStyleIdx="0" presStyleCnt="2">
        <dgm:presLayoutVars>
          <dgm:bulletEnabled val="1"/>
        </dgm:presLayoutVars>
      </dgm:prSet>
      <dgm:spPr/>
    </dgm:pt>
    <dgm:pt modelId="{F641CA39-3326-45B4-9E42-DD0C47B41AF3}" type="pres">
      <dgm:prSet presAssocID="{6F117DC7-F33E-4620-8F82-627725E8BAC8}" presName="parentText" presStyleLbl="node1" presStyleIdx="1" presStyleCnt="2">
        <dgm:presLayoutVars>
          <dgm:chMax val="0"/>
          <dgm:bulletEnabled val="1"/>
        </dgm:presLayoutVars>
      </dgm:prSet>
      <dgm:spPr/>
    </dgm:pt>
    <dgm:pt modelId="{B7A4A771-22A5-4DDE-9CEC-AA6D3FF74E81}" type="pres">
      <dgm:prSet presAssocID="{6F117DC7-F33E-4620-8F82-627725E8BAC8}" presName="childText" presStyleLbl="revTx" presStyleIdx="1" presStyleCnt="2">
        <dgm:presLayoutVars>
          <dgm:bulletEnabled val="1"/>
        </dgm:presLayoutVars>
      </dgm:prSet>
      <dgm:spPr/>
    </dgm:pt>
  </dgm:ptLst>
  <dgm:cxnLst>
    <dgm:cxn modelId="{97150119-9A73-4B37-89FB-916C99BBB3E1}" type="presOf" srcId="{93870B7E-0299-4F65-96EB-00BC5F4B91F0}" destId="{FFAD6CF0-5964-4E29-AB16-929229F0FA54}" srcOrd="0" destOrd="0" presId="urn:microsoft.com/office/officeart/2005/8/layout/vList2"/>
    <dgm:cxn modelId="{E4539A1E-A891-43B1-8424-1EABF3475A13}" type="presOf" srcId="{6F117DC7-F33E-4620-8F82-627725E8BAC8}" destId="{F641CA39-3326-45B4-9E42-DD0C47B41AF3}" srcOrd="0" destOrd="0" presId="urn:microsoft.com/office/officeart/2005/8/layout/vList2"/>
    <dgm:cxn modelId="{57A69C34-B468-4046-AEDE-B5F5D0696A0B}" srcId="{93870B7E-0299-4F65-96EB-00BC5F4B91F0}" destId="{FF8D87C6-69FA-4E1B-BEBE-306EDDE11352}" srcOrd="0" destOrd="0" parTransId="{7E184B9A-E723-41E6-B081-660765D1CED4}" sibTransId="{46BC51FF-76D3-47C5-989C-09FDAB6B4278}"/>
    <dgm:cxn modelId="{EDBE6B3B-5F71-4B1F-B1EA-AD651E7358F6}" type="presOf" srcId="{FF8D87C6-69FA-4E1B-BEBE-306EDDE11352}" destId="{B0A45621-2A2D-4E90-9AA7-AB241699A7F5}" srcOrd="0" destOrd="0" presId="urn:microsoft.com/office/officeart/2005/8/layout/vList2"/>
    <dgm:cxn modelId="{7D3B433F-4758-492A-945F-F4CEADF77F9C}" srcId="{FF8D87C6-69FA-4E1B-BEBE-306EDDE11352}" destId="{9DE4C4E1-CB14-4564-8E39-011DFADEF3AB}" srcOrd="2" destOrd="0" parTransId="{2FEF0482-C2F9-4966-BC6D-225416FB017B}" sibTransId="{BF931BDD-5936-4994-B634-E78845C9A853}"/>
    <dgm:cxn modelId="{88CF4E42-0E7D-4A23-AEF9-6315BFB69FCE}" srcId="{6F117DC7-F33E-4620-8F82-627725E8BAC8}" destId="{E1D1F984-9E25-4682-9B4B-11A6FA470798}" srcOrd="1" destOrd="0" parTransId="{D419817E-9F87-428A-AF50-8AE48074C4DC}" sibTransId="{9EEE1B22-3CF1-44A1-AA8A-C058B4A1CDC1}"/>
    <dgm:cxn modelId="{5CB5A46F-DEEC-4736-BAA8-4B02E34090CC}" type="presOf" srcId="{38E8BCB5-0E3B-464D-BE83-1CEFE8D538FB}" destId="{F0235714-05D0-4BD5-80A5-47DB928841B1}" srcOrd="0" destOrd="0" presId="urn:microsoft.com/office/officeart/2005/8/layout/vList2"/>
    <dgm:cxn modelId="{96D21450-86EC-4BA0-840A-BFD6CDC4DE87}" type="presOf" srcId="{E1D1F984-9E25-4682-9B4B-11A6FA470798}" destId="{B7A4A771-22A5-4DDE-9CEC-AA6D3FF74E81}" srcOrd="0" destOrd="1" presId="urn:microsoft.com/office/officeart/2005/8/layout/vList2"/>
    <dgm:cxn modelId="{8B3CCA92-03A4-41A2-AF78-A8751D94F5B3}" type="presOf" srcId="{9DE4C4E1-CB14-4564-8E39-011DFADEF3AB}" destId="{F0235714-05D0-4BD5-80A5-47DB928841B1}" srcOrd="0" destOrd="2" presId="urn:microsoft.com/office/officeart/2005/8/layout/vList2"/>
    <dgm:cxn modelId="{7B86B29D-6553-4BCF-80BC-FEC624B877B8}" srcId="{FF8D87C6-69FA-4E1B-BEBE-306EDDE11352}" destId="{38E8BCB5-0E3B-464D-BE83-1CEFE8D538FB}" srcOrd="0" destOrd="0" parTransId="{079AE502-76B4-47ED-B341-AACA3066BF36}" sibTransId="{C81B8D34-2BB4-4E83-A0E0-B4E6DD1FBBD3}"/>
    <dgm:cxn modelId="{30FF41A6-B71B-4F5F-BCAC-94146BC01A04}" srcId="{93870B7E-0299-4F65-96EB-00BC5F4B91F0}" destId="{6F117DC7-F33E-4620-8F82-627725E8BAC8}" srcOrd="1" destOrd="0" parTransId="{E964550E-06DA-4CEA-8473-41489D35EA2C}" sibTransId="{63404D3C-3FCC-4667-B500-D9558937FE68}"/>
    <dgm:cxn modelId="{86EE9BC6-6142-4E4A-A3F1-89B49590251A}" type="presOf" srcId="{09F84B29-D512-4073-ABF3-13B5C5D04F16}" destId="{F0235714-05D0-4BD5-80A5-47DB928841B1}" srcOrd="0" destOrd="1" presId="urn:microsoft.com/office/officeart/2005/8/layout/vList2"/>
    <dgm:cxn modelId="{6DB7D2E1-A6C2-40C2-9662-F90B2675BF0C}" srcId="{6F117DC7-F33E-4620-8F82-627725E8BAC8}" destId="{4A082A2F-9C5F-424E-8BF5-8264B332B149}" srcOrd="0" destOrd="0" parTransId="{2A324C8C-22A6-481B-A27F-5BFB8ED41CDA}" sibTransId="{49AFE37E-24DE-4C36-858B-749FA3D5F40F}"/>
    <dgm:cxn modelId="{E8D317F2-83AD-46DD-B410-2693CE695A21}" type="presOf" srcId="{4A082A2F-9C5F-424E-8BF5-8264B332B149}" destId="{B7A4A771-22A5-4DDE-9CEC-AA6D3FF74E81}" srcOrd="0" destOrd="0" presId="urn:microsoft.com/office/officeart/2005/8/layout/vList2"/>
    <dgm:cxn modelId="{46FC70FE-93DD-4B3B-A2DB-F2DF103BA564}" srcId="{FF8D87C6-69FA-4E1B-BEBE-306EDDE11352}" destId="{09F84B29-D512-4073-ABF3-13B5C5D04F16}" srcOrd="1" destOrd="0" parTransId="{15FEDAFE-8C2F-4CF2-98D4-176BBDA01895}" sibTransId="{35310935-6E42-4AAB-959D-6BA336D102CC}"/>
    <dgm:cxn modelId="{F96023C9-D72A-46B0-9363-574FB024398C}" type="presParOf" srcId="{FFAD6CF0-5964-4E29-AB16-929229F0FA54}" destId="{B0A45621-2A2D-4E90-9AA7-AB241699A7F5}" srcOrd="0" destOrd="0" presId="urn:microsoft.com/office/officeart/2005/8/layout/vList2"/>
    <dgm:cxn modelId="{739973BF-2BAB-48F2-A36E-A9433F5B705C}" type="presParOf" srcId="{FFAD6CF0-5964-4E29-AB16-929229F0FA54}" destId="{F0235714-05D0-4BD5-80A5-47DB928841B1}" srcOrd="1" destOrd="0" presId="urn:microsoft.com/office/officeart/2005/8/layout/vList2"/>
    <dgm:cxn modelId="{28619242-32C5-4729-8ED9-F07DB5A15F31}" type="presParOf" srcId="{FFAD6CF0-5964-4E29-AB16-929229F0FA54}" destId="{F641CA39-3326-45B4-9E42-DD0C47B41AF3}" srcOrd="2" destOrd="0" presId="urn:microsoft.com/office/officeart/2005/8/layout/vList2"/>
    <dgm:cxn modelId="{4A2751AF-6094-41DF-AC7B-1A711FC5CC75}" type="presParOf" srcId="{FFAD6CF0-5964-4E29-AB16-929229F0FA54}" destId="{B7A4A771-22A5-4DDE-9CEC-AA6D3FF74E8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F961685-DA5D-4FD6-B2AE-572C51CBE902}" type="doc">
      <dgm:prSet loTypeId="urn:microsoft.com/office/officeart/2005/8/layout/default" loCatId="list" qsTypeId="urn:microsoft.com/office/officeart/2005/8/quickstyle/simple1" qsCatId="simple" csTypeId="urn:microsoft.com/office/officeart/2005/8/colors/accent2_1" csCatId="accent2" phldr="1"/>
      <dgm:spPr/>
      <dgm:t>
        <a:bodyPr/>
        <a:lstStyle/>
        <a:p>
          <a:endParaRPr lang="es-ES"/>
        </a:p>
      </dgm:t>
    </dgm:pt>
    <dgm:pt modelId="{3B7EA33B-891B-4DD6-9627-6B9AC0C68961}">
      <dgm:prSet phldrT="[Texto]"/>
      <dgm:spPr/>
      <dgm:t>
        <a:bodyPr/>
        <a:lstStyle/>
        <a:p>
          <a:pPr>
            <a:buSzPts val="1000"/>
            <a:buFont typeface="Symbol" panose="05050102010706020507" pitchFamily="18" charset="2"/>
            <a:buChar char=""/>
          </a:pPr>
          <a:r>
            <a:rPr lang="es-ES" b="1"/>
            <a:t>JPanel</a:t>
          </a:r>
          <a:r>
            <a:rPr lang="es-ES"/>
            <a:t>:</a:t>
          </a:r>
        </a:p>
      </dgm:t>
    </dgm:pt>
    <dgm:pt modelId="{3B56AF2A-A27B-4E25-B720-6A7067BB6A09}" type="parTrans" cxnId="{1ABDDD45-38AA-4574-A73A-EF4367176357}">
      <dgm:prSet/>
      <dgm:spPr/>
      <dgm:t>
        <a:bodyPr/>
        <a:lstStyle/>
        <a:p>
          <a:endParaRPr lang="es-ES"/>
        </a:p>
      </dgm:t>
    </dgm:pt>
    <dgm:pt modelId="{C4A9C922-41AE-42BC-AB53-C490FF304164}" type="sibTrans" cxnId="{1ABDDD45-38AA-4574-A73A-EF4367176357}">
      <dgm:prSet/>
      <dgm:spPr/>
      <dgm:t>
        <a:bodyPr/>
        <a:lstStyle/>
        <a:p>
          <a:endParaRPr lang="es-ES"/>
        </a:p>
      </dgm:t>
    </dgm:pt>
    <dgm:pt modelId="{BE04C70D-7690-4592-A64C-658B54B907E4}">
      <dgm:prSet/>
      <dgm:spPr/>
      <dgm:t>
        <a:bodyPr/>
        <a:lstStyle/>
        <a:p>
          <a:pPr>
            <a:buSzPts val="1000"/>
            <a:buFont typeface="Courier New" panose="02070309020205020404" pitchFamily="49" charset="0"/>
            <a:buChar char="o"/>
          </a:pPr>
          <a:r>
            <a:rPr lang="es-ES" b="1"/>
            <a:t>Administrador por Defecto:</a:t>
          </a:r>
          <a:r>
            <a:rPr lang="es-ES"/>
            <a:t> FlowLayout</a:t>
          </a:r>
        </a:p>
      </dgm:t>
    </dgm:pt>
    <dgm:pt modelId="{E6BFED2D-2ECE-456B-88AD-F7234756E61C}" type="parTrans" cxnId="{E63DDAF2-3D65-42EE-9DAF-4522D7E04B4D}">
      <dgm:prSet/>
      <dgm:spPr/>
      <dgm:t>
        <a:bodyPr/>
        <a:lstStyle/>
        <a:p>
          <a:endParaRPr lang="es-ES"/>
        </a:p>
      </dgm:t>
    </dgm:pt>
    <dgm:pt modelId="{698E787A-4D4B-401E-82D7-4033D597D0EB}" type="sibTrans" cxnId="{E63DDAF2-3D65-42EE-9DAF-4522D7E04B4D}">
      <dgm:prSet/>
      <dgm:spPr/>
      <dgm:t>
        <a:bodyPr/>
        <a:lstStyle/>
        <a:p>
          <a:endParaRPr lang="es-ES"/>
        </a:p>
      </dgm:t>
    </dgm:pt>
    <dgm:pt modelId="{2CED5E51-A12C-44A6-93F9-CFFD4D744FEB}">
      <dgm:prSet/>
      <dgm:spPr/>
      <dgm:t>
        <a:bodyPr/>
        <a:lstStyle/>
        <a:p>
          <a:pPr>
            <a:buSzPts val="1000"/>
            <a:buFont typeface="Courier New" panose="02070309020205020404" pitchFamily="49" charset="0"/>
            <a:buChar char="o"/>
          </a:pPr>
          <a:r>
            <a:rPr lang="es-ES" b="1"/>
            <a:t>Descripción:</a:t>
          </a:r>
          <a:r>
            <a:rPr lang="es-ES"/>
            <a:t> Los componentes añadidos a un JPanel se alinean de forma horizontal por defecto, fluyendo de izquierda a derecha.</a:t>
          </a:r>
        </a:p>
      </dgm:t>
    </dgm:pt>
    <dgm:pt modelId="{4A3E00C9-CCCA-4D8A-A5C2-9D038F76A01B}" type="parTrans" cxnId="{523BE5F4-3B92-46AA-818B-4D2F434EABF7}">
      <dgm:prSet/>
      <dgm:spPr/>
      <dgm:t>
        <a:bodyPr/>
        <a:lstStyle/>
        <a:p>
          <a:endParaRPr lang="es-ES"/>
        </a:p>
      </dgm:t>
    </dgm:pt>
    <dgm:pt modelId="{C7AF1DD6-AA18-4250-BD3C-7CF2FC3ADD6E}" type="sibTrans" cxnId="{523BE5F4-3B92-46AA-818B-4D2F434EABF7}">
      <dgm:prSet/>
      <dgm:spPr/>
      <dgm:t>
        <a:bodyPr/>
        <a:lstStyle/>
        <a:p>
          <a:endParaRPr lang="es-ES"/>
        </a:p>
      </dgm:t>
    </dgm:pt>
    <dgm:pt modelId="{37E0C1B1-C3B8-462A-BCFE-EBCE0BFFB918}">
      <dgm:prSet/>
      <dgm:spPr/>
      <dgm:t>
        <a:bodyPr/>
        <a:lstStyle/>
        <a:p>
          <a:pPr>
            <a:buSzPts val="1000"/>
            <a:buFont typeface="Symbol" panose="05050102010706020507" pitchFamily="18" charset="2"/>
            <a:buChar char=""/>
          </a:pPr>
          <a:r>
            <a:rPr lang="es-ES" b="1"/>
            <a:t>JFrame</a:t>
          </a:r>
          <a:r>
            <a:rPr lang="es-ES"/>
            <a:t>:</a:t>
          </a:r>
        </a:p>
      </dgm:t>
    </dgm:pt>
    <dgm:pt modelId="{FE2976C6-8C39-47D3-954F-B09014970AD6}" type="parTrans" cxnId="{1C7AB0F0-D783-40D0-8E73-BC3A50E2F6EE}">
      <dgm:prSet/>
      <dgm:spPr/>
      <dgm:t>
        <a:bodyPr/>
        <a:lstStyle/>
        <a:p>
          <a:endParaRPr lang="es-ES"/>
        </a:p>
      </dgm:t>
    </dgm:pt>
    <dgm:pt modelId="{587D0C95-57CD-421A-9396-786369697B83}" type="sibTrans" cxnId="{1C7AB0F0-D783-40D0-8E73-BC3A50E2F6EE}">
      <dgm:prSet/>
      <dgm:spPr/>
      <dgm:t>
        <a:bodyPr/>
        <a:lstStyle/>
        <a:p>
          <a:endParaRPr lang="es-ES"/>
        </a:p>
      </dgm:t>
    </dgm:pt>
    <dgm:pt modelId="{2038013E-F2A8-4796-B633-E6FF4F2CC173}">
      <dgm:prSet/>
      <dgm:spPr/>
      <dgm:t>
        <a:bodyPr/>
        <a:lstStyle/>
        <a:p>
          <a:pPr>
            <a:buSzPts val="1000"/>
            <a:buFont typeface="Courier New" panose="02070309020205020404" pitchFamily="49" charset="0"/>
            <a:buChar char="o"/>
          </a:pPr>
          <a:r>
            <a:rPr lang="es-ES" b="1"/>
            <a:t>Administrador por Defecto:</a:t>
          </a:r>
          <a:r>
            <a:rPr lang="es-ES"/>
            <a:t> BorderLayout</a:t>
          </a:r>
        </a:p>
      </dgm:t>
    </dgm:pt>
    <dgm:pt modelId="{65EA31FF-4EE7-466E-978D-B0643479F015}" type="parTrans" cxnId="{FCA061BC-142F-4154-A13D-8F82D8E2C748}">
      <dgm:prSet/>
      <dgm:spPr/>
      <dgm:t>
        <a:bodyPr/>
        <a:lstStyle/>
        <a:p>
          <a:endParaRPr lang="es-ES"/>
        </a:p>
      </dgm:t>
    </dgm:pt>
    <dgm:pt modelId="{3F1AB880-8560-4A37-82DE-13FEE4A275C8}" type="sibTrans" cxnId="{FCA061BC-142F-4154-A13D-8F82D8E2C748}">
      <dgm:prSet/>
      <dgm:spPr/>
      <dgm:t>
        <a:bodyPr/>
        <a:lstStyle/>
        <a:p>
          <a:endParaRPr lang="es-ES"/>
        </a:p>
      </dgm:t>
    </dgm:pt>
    <dgm:pt modelId="{AD38253C-799D-43B0-8BB8-2E8B92955022}">
      <dgm:prSet/>
      <dgm:spPr/>
      <dgm:t>
        <a:bodyPr/>
        <a:lstStyle/>
        <a:p>
          <a:pPr>
            <a:buSzPts val="1000"/>
            <a:buFont typeface="Courier New" panose="02070309020205020404" pitchFamily="49" charset="0"/>
            <a:buChar char="o"/>
          </a:pPr>
          <a:r>
            <a:rPr lang="es-ES" b="1"/>
            <a:t>Descripción:</a:t>
          </a:r>
          <a:r>
            <a:rPr lang="es-ES"/>
            <a:t> La ventana principal (JFrame) utiliza BorderLayout, lo que permite organizar componentes en las regiones NORTH, SOUTH, EAST, WEST y CENTER.</a:t>
          </a:r>
        </a:p>
      </dgm:t>
    </dgm:pt>
    <dgm:pt modelId="{1CDD963E-D702-4CEE-BF58-3529A95CA35C}" type="parTrans" cxnId="{4748C782-CBD7-46A3-B434-6DDADB1F0EC6}">
      <dgm:prSet/>
      <dgm:spPr/>
      <dgm:t>
        <a:bodyPr/>
        <a:lstStyle/>
        <a:p>
          <a:endParaRPr lang="es-ES"/>
        </a:p>
      </dgm:t>
    </dgm:pt>
    <dgm:pt modelId="{004F2DB6-7C4D-4B7C-A81C-035719206561}" type="sibTrans" cxnId="{4748C782-CBD7-46A3-B434-6DDADB1F0EC6}">
      <dgm:prSet/>
      <dgm:spPr/>
      <dgm:t>
        <a:bodyPr/>
        <a:lstStyle/>
        <a:p>
          <a:endParaRPr lang="es-ES"/>
        </a:p>
      </dgm:t>
    </dgm:pt>
    <dgm:pt modelId="{F359D68C-B0E7-44E2-8178-AEED31069284}">
      <dgm:prSet/>
      <dgm:spPr/>
      <dgm:t>
        <a:bodyPr/>
        <a:lstStyle/>
        <a:p>
          <a:pPr>
            <a:buSzPts val="1000"/>
            <a:buFont typeface="Symbol" panose="05050102010706020507" pitchFamily="18" charset="2"/>
            <a:buChar char=""/>
          </a:pPr>
          <a:r>
            <a:rPr lang="es-ES" b="1"/>
            <a:t>JScrollPane:</a:t>
          </a:r>
          <a:endParaRPr lang="es-ES"/>
        </a:p>
      </dgm:t>
    </dgm:pt>
    <dgm:pt modelId="{8FC6A1C8-E200-48FB-9580-D6412AFC9FC0}" type="parTrans" cxnId="{A194ACBB-F851-4203-9890-840208F9EFB5}">
      <dgm:prSet/>
      <dgm:spPr/>
      <dgm:t>
        <a:bodyPr/>
        <a:lstStyle/>
        <a:p>
          <a:endParaRPr lang="es-ES"/>
        </a:p>
      </dgm:t>
    </dgm:pt>
    <dgm:pt modelId="{CDF523C7-716F-4212-91B1-BD0BDCC7734A}" type="sibTrans" cxnId="{A194ACBB-F851-4203-9890-840208F9EFB5}">
      <dgm:prSet/>
      <dgm:spPr/>
      <dgm:t>
        <a:bodyPr/>
        <a:lstStyle/>
        <a:p>
          <a:endParaRPr lang="es-ES"/>
        </a:p>
      </dgm:t>
    </dgm:pt>
    <dgm:pt modelId="{B94C0DA8-3728-4488-809B-5CF5A102CD9C}">
      <dgm:prSet/>
      <dgm:spPr/>
      <dgm:t>
        <a:bodyPr/>
        <a:lstStyle/>
        <a:p>
          <a:pPr>
            <a:buSzPts val="1000"/>
            <a:buFont typeface="Courier New" panose="02070309020205020404" pitchFamily="49" charset="0"/>
            <a:buChar char="o"/>
          </a:pPr>
          <a:r>
            <a:rPr lang="es-ES" b="1"/>
            <a:t>Administrador por Defecto:</a:t>
          </a:r>
          <a:r>
            <a:rPr lang="es-ES"/>
            <a:t> ScrollPaneLayout</a:t>
          </a:r>
        </a:p>
      </dgm:t>
    </dgm:pt>
    <dgm:pt modelId="{E02783B0-A504-4234-A6D3-1F971599A820}" type="parTrans" cxnId="{7BB0608C-8072-4F07-A6FD-C80C872E9382}">
      <dgm:prSet/>
      <dgm:spPr/>
      <dgm:t>
        <a:bodyPr/>
        <a:lstStyle/>
        <a:p>
          <a:endParaRPr lang="es-ES"/>
        </a:p>
      </dgm:t>
    </dgm:pt>
    <dgm:pt modelId="{1CFF8C51-7847-4896-BA8D-E8309A5B00ED}" type="sibTrans" cxnId="{7BB0608C-8072-4F07-A6FD-C80C872E9382}">
      <dgm:prSet/>
      <dgm:spPr/>
      <dgm:t>
        <a:bodyPr/>
        <a:lstStyle/>
        <a:p>
          <a:endParaRPr lang="es-ES"/>
        </a:p>
      </dgm:t>
    </dgm:pt>
    <dgm:pt modelId="{2826F312-2F83-40F3-9DE4-A2B541C35829}">
      <dgm:prSet/>
      <dgm:spPr/>
      <dgm:t>
        <a:bodyPr/>
        <a:lstStyle/>
        <a:p>
          <a:pPr>
            <a:buSzPts val="1000"/>
            <a:buFont typeface="Courier New" panose="02070309020205020404" pitchFamily="49" charset="0"/>
            <a:buChar char="o"/>
          </a:pPr>
          <a:r>
            <a:rPr lang="es-ES" b="1"/>
            <a:t>Descripción:</a:t>
          </a:r>
          <a:r>
            <a:rPr lang="es-ES"/>
            <a:t> Los componentes añadidos a un JScrollPane son gestionados para proporcionar barras de desplazamiento si el contenido excede el área visible.</a:t>
          </a:r>
        </a:p>
      </dgm:t>
    </dgm:pt>
    <dgm:pt modelId="{60C279C1-F20E-422A-A391-90515DBFDE09}" type="parTrans" cxnId="{37AE6213-F172-4044-941B-71C55C484D99}">
      <dgm:prSet/>
      <dgm:spPr/>
      <dgm:t>
        <a:bodyPr/>
        <a:lstStyle/>
        <a:p>
          <a:endParaRPr lang="es-ES"/>
        </a:p>
      </dgm:t>
    </dgm:pt>
    <dgm:pt modelId="{59436F9D-AB1F-461C-814C-4E96939C75A8}" type="sibTrans" cxnId="{37AE6213-F172-4044-941B-71C55C484D99}">
      <dgm:prSet/>
      <dgm:spPr/>
      <dgm:t>
        <a:bodyPr/>
        <a:lstStyle/>
        <a:p>
          <a:endParaRPr lang="es-ES"/>
        </a:p>
      </dgm:t>
    </dgm:pt>
    <dgm:pt modelId="{65DE9AC0-106A-47D0-A418-969BF4541839}">
      <dgm:prSet/>
      <dgm:spPr/>
      <dgm:t>
        <a:bodyPr/>
        <a:lstStyle/>
        <a:p>
          <a:pPr>
            <a:buSzPts val="1000"/>
            <a:buFont typeface="Symbol" panose="05050102010706020507" pitchFamily="18" charset="2"/>
            <a:buChar char=""/>
          </a:pPr>
          <a:r>
            <a:rPr lang="es-ES" b="1"/>
            <a:t>JDialog:</a:t>
          </a:r>
          <a:endParaRPr lang="es-ES"/>
        </a:p>
      </dgm:t>
    </dgm:pt>
    <dgm:pt modelId="{5A7AE843-D4ED-4E49-8AD0-CE3D729B3FBC}" type="parTrans" cxnId="{634E3F17-A3CB-40E8-BEE4-22F0006981C4}">
      <dgm:prSet/>
      <dgm:spPr/>
      <dgm:t>
        <a:bodyPr/>
        <a:lstStyle/>
        <a:p>
          <a:endParaRPr lang="es-ES"/>
        </a:p>
      </dgm:t>
    </dgm:pt>
    <dgm:pt modelId="{0F939F5C-9D31-4D19-A388-E24993DB6911}" type="sibTrans" cxnId="{634E3F17-A3CB-40E8-BEE4-22F0006981C4}">
      <dgm:prSet/>
      <dgm:spPr/>
      <dgm:t>
        <a:bodyPr/>
        <a:lstStyle/>
        <a:p>
          <a:endParaRPr lang="es-ES"/>
        </a:p>
      </dgm:t>
    </dgm:pt>
    <dgm:pt modelId="{C41F9744-38BA-4016-9CD8-B8DFA6C577A3}">
      <dgm:prSet/>
      <dgm:spPr/>
      <dgm:t>
        <a:bodyPr/>
        <a:lstStyle/>
        <a:p>
          <a:pPr>
            <a:buSzPts val="1000"/>
            <a:buFont typeface="Courier New" panose="02070309020205020404" pitchFamily="49" charset="0"/>
            <a:buChar char="o"/>
          </a:pPr>
          <a:r>
            <a:rPr lang="es-ES" b="1"/>
            <a:t>Administrador por Defecto</a:t>
          </a:r>
          <a:r>
            <a:rPr lang="es-ES"/>
            <a:t>: BorderLayout</a:t>
          </a:r>
        </a:p>
      </dgm:t>
    </dgm:pt>
    <dgm:pt modelId="{0153C11A-CA81-46A8-93DF-5CFDE1579175}" type="parTrans" cxnId="{70F366A8-4833-4449-A484-9E5B2A26C588}">
      <dgm:prSet/>
      <dgm:spPr/>
      <dgm:t>
        <a:bodyPr/>
        <a:lstStyle/>
        <a:p>
          <a:endParaRPr lang="es-ES"/>
        </a:p>
      </dgm:t>
    </dgm:pt>
    <dgm:pt modelId="{1B6FAD79-E858-424E-8001-2DDAAB945F8C}" type="sibTrans" cxnId="{70F366A8-4833-4449-A484-9E5B2A26C588}">
      <dgm:prSet/>
      <dgm:spPr/>
      <dgm:t>
        <a:bodyPr/>
        <a:lstStyle/>
        <a:p>
          <a:endParaRPr lang="es-ES"/>
        </a:p>
      </dgm:t>
    </dgm:pt>
    <dgm:pt modelId="{4950E678-BA81-4114-9506-25BDA3077CE2}">
      <dgm:prSet/>
      <dgm:spPr/>
      <dgm:t>
        <a:bodyPr/>
        <a:lstStyle/>
        <a:p>
          <a:pPr>
            <a:buSzPts val="1000"/>
            <a:buFont typeface="Courier New" panose="02070309020205020404" pitchFamily="49" charset="0"/>
            <a:buChar char="o"/>
          </a:pPr>
          <a:r>
            <a:rPr lang="es-ES" b="1"/>
            <a:t>Descripción:</a:t>
          </a:r>
          <a:r>
            <a:rPr lang="es-ES"/>
            <a:t> Similar a JFrame, JDialog utiliza BorderLayout, facilitando la organización de la interfaz de diálogo en regiones.</a:t>
          </a:r>
        </a:p>
      </dgm:t>
    </dgm:pt>
    <dgm:pt modelId="{2F2C4371-1939-415B-8233-A7015C7D99E6}" type="parTrans" cxnId="{1C70612F-47BC-40F1-B531-6112DDFE4D01}">
      <dgm:prSet/>
      <dgm:spPr/>
      <dgm:t>
        <a:bodyPr/>
        <a:lstStyle/>
        <a:p>
          <a:endParaRPr lang="es-ES"/>
        </a:p>
      </dgm:t>
    </dgm:pt>
    <dgm:pt modelId="{1D5A6337-1158-466E-9CD7-AEC3B8F9738F}" type="sibTrans" cxnId="{1C70612F-47BC-40F1-B531-6112DDFE4D01}">
      <dgm:prSet/>
      <dgm:spPr/>
      <dgm:t>
        <a:bodyPr/>
        <a:lstStyle/>
        <a:p>
          <a:endParaRPr lang="es-ES"/>
        </a:p>
      </dgm:t>
    </dgm:pt>
    <dgm:pt modelId="{8BA9A375-C855-46D3-963B-8E00E55A4011}" type="pres">
      <dgm:prSet presAssocID="{AF961685-DA5D-4FD6-B2AE-572C51CBE902}" presName="diagram" presStyleCnt="0">
        <dgm:presLayoutVars>
          <dgm:dir/>
          <dgm:resizeHandles val="exact"/>
        </dgm:presLayoutVars>
      </dgm:prSet>
      <dgm:spPr/>
    </dgm:pt>
    <dgm:pt modelId="{03484C85-EF4B-43F9-AD85-CC085A8A6A9F}" type="pres">
      <dgm:prSet presAssocID="{3B7EA33B-891B-4DD6-9627-6B9AC0C68961}" presName="node" presStyleLbl="node1" presStyleIdx="0" presStyleCnt="4">
        <dgm:presLayoutVars>
          <dgm:bulletEnabled val="1"/>
        </dgm:presLayoutVars>
      </dgm:prSet>
      <dgm:spPr/>
    </dgm:pt>
    <dgm:pt modelId="{AFE3D1BC-1EFD-4600-BB6D-3542CE4A9913}" type="pres">
      <dgm:prSet presAssocID="{C4A9C922-41AE-42BC-AB53-C490FF304164}" presName="sibTrans" presStyleCnt="0"/>
      <dgm:spPr/>
    </dgm:pt>
    <dgm:pt modelId="{F578172A-8402-40DE-BD7F-2E2CA7B85AC5}" type="pres">
      <dgm:prSet presAssocID="{37E0C1B1-C3B8-462A-BCFE-EBCE0BFFB918}" presName="node" presStyleLbl="node1" presStyleIdx="1" presStyleCnt="4">
        <dgm:presLayoutVars>
          <dgm:bulletEnabled val="1"/>
        </dgm:presLayoutVars>
      </dgm:prSet>
      <dgm:spPr/>
    </dgm:pt>
    <dgm:pt modelId="{33DB87CB-C86D-41BD-9BEB-9C64BD7DD144}" type="pres">
      <dgm:prSet presAssocID="{587D0C95-57CD-421A-9396-786369697B83}" presName="sibTrans" presStyleCnt="0"/>
      <dgm:spPr/>
    </dgm:pt>
    <dgm:pt modelId="{B53CE777-B387-460D-AA45-D0AD68D33AFC}" type="pres">
      <dgm:prSet presAssocID="{F359D68C-B0E7-44E2-8178-AEED31069284}" presName="node" presStyleLbl="node1" presStyleIdx="2" presStyleCnt="4">
        <dgm:presLayoutVars>
          <dgm:bulletEnabled val="1"/>
        </dgm:presLayoutVars>
      </dgm:prSet>
      <dgm:spPr/>
    </dgm:pt>
    <dgm:pt modelId="{5D8C9978-9FE8-4ACB-8D31-E472C9CBDE24}" type="pres">
      <dgm:prSet presAssocID="{CDF523C7-716F-4212-91B1-BD0BDCC7734A}" presName="sibTrans" presStyleCnt="0"/>
      <dgm:spPr/>
    </dgm:pt>
    <dgm:pt modelId="{F4E24D1C-BACA-4CE3-8BC1-501DCCBE5A2F}" type="pres">
      <dgm:prSet presAssocID="{65DE9AC0-106A-47D0-A418-969BF4541839}" presName="node" presStyleLbl="node1" presStyleIdx="3" presStyleCnt="4">
        <dgm:presLayoutVars>
          <dgm:bulletEnabled val="1"/>
        </dgm:presLayoutVars>
      </dgm:prSet>
      <dgm:spPr/>
    </dgm:pt>
  </dgm:ptLst>
  <dgm:cxnLst>
    <dgm:cxn modelId="{37AE6213-F172-4044-941B-71C55C484D99}" srcId="{F359D68C-B0E7-44E2-8178-AEED31069284}" destId="{2826F312-2F83-40F3-9DE4-A2B541C35829}" srcOrd="1" destOrd="0" parTransId="{60C279C1-F20E-422A-A391-90515DBFDE09}" sibTransId="{59436F9D-AB1F-461C-814C-4E96939C75A8}"/>
    <dgm:cxn modelId="{634E3F17-A3CB-40E8-BEE4-22F0006981C4}" srcId="{AF961685-DA5D-4FD6-B2AE-572C51CBE902}" destId="{65DE9AC0-106A-47D0-A418-969BF4541839}" srcOrd="3" destOrd="0" parTransId="{5A7AE843-D4ED-4E49-8AD0-CE3D729B3FBC}" sibTransId="{0F939F5C-9D31-4D19-A388-E24993DB6911}"/>
    <dgm:cxn modelId="{085ADD25-FD05-473C-AE44-D38D75A123B5}" type="presOf" srcId="{2CED5E51-A12C-44A6-93F9-CFFD4D744FEB}" destId="{03484C85-EF4B-43F9-AD85-CC085A8A6A9F}" srcOrd="0" destOrd="2" presId="urn:microsoft.com/office/officeart/2005/8/layout/default"/>
    <dgm:cxn modelId="{0B05762A-3DF7-4144-B7AE-803DE4F57C4C}" type="presOf" srcId="{B94C0DA8-3728-4488-809B-5CF5A102CD9C}" destId="{B53CE777-B387-460D-AA45-D0AD68D33AFC}" srcOrd="0" destOrd="1" presId="urn:microsoft.com/office/officeart/2005/8/layout/default"/>
    <dgm:cxn modelId="{1C70612F-47BC-40F1-B531-6112DDFE4D01}" srcId="{65DE9AC0-106A-47D0-A418-969BF4541839}" destId="{4950E678-BA81-4114-9506-25BDA3077CE2}" srcOrd="1" destOrd="0" parTransId="{2F2C4371-1939-415B-8233-A7015C7D99E6}" sibTransId="{1D5A6337-1158-466E-9CD7-AEC3B8F9738F}"/>
    <dgm:cxn modelId="{13BCA83A-5BA2-4F5F-9113-487A8E765E10}" type="presOf" srcId="{65DE9AC0-106A-47D0-A418-969BF4541839}" destId="{F4E24D1C-BACA-4CE3-8BC1-501DCCBE5A2F}" srcOrd="0" destOrd="0" presId="urn:microsoft.com/office/officeart/2005/8/layout/default"/>
    <dgm:cxn modelId="{C198773B-BD46-4FD6-A86A-01EBDC5527C6}" type="presOf" srcId="{AF961685-DA5D-4FD6-B2AE-572C51CBE902}" destId="{8BA9A375-C855-46D3-963B-8E00E55A4011}" srcOrd="0" destOrd="0" presId="urn:microsoft.com/office/officeart/2005/8/layout/default"/>
    <dgm:cxn modelId="{1ABDDD45-38AA-4574-A73A-EF4367176357}" srcId="{AF961685-DA5D-4FD6-B2AE-572C51CBE902}" destId="{3B7EA33B-891B-4DD6-9627-6B9AC0C68961}" srcOrd="0" destOrd="0" parTransId="{3B56AF2A-A27B-4E25-B720-6A7067BB6A09}" sibTransId="{C4A9C922-41AE-42BC-AB53-C490FF304164}"/>
    <dgm:cxn modelId="{039DD34A-0BA4-4130-8EA2-2BD67ECAC796}" type="presOf" srcId="{C41F9744-38BA-4016-9CD8-B8DFA6C577A3}" destId="{F4E24D1C-BACA-4CE3-8BC1-501DCCBE5A2F}" srcOrd="0" destOrd="1" presId="urn:microsoft.com/office/officeart/2005/8/layout/default"/>
    <dgm:cxn modelId="{4748C782-CBD7-46A3-B434-6DDADB1F0EC6}" srcId="{37E0C1B1-C3B8-462A-BCFE-EBCE0BFFB918}" destId="{AD38253C-799D-43B0-8BB8-2E8B92955022}" srcOrd="1" destOrd="0" parTransId="{1CDD963E-D702-4CEE-BF58-3529A95CA35C}" sibTransId="{004F2DB6-7C4D-4B7C-A81C-035719206561}"/>
    <dgm:cxn modelId="{7BB0608C-8072-4F07-A6FD-C80C872E9382}" srcId="{F359D68C-B0E7-44E2-8178-AEED31069284}" destId="{B94C0DA8-3728-4488-809B-5CF5A102CD9C}" srcOrd="0" destOrd="0" parTransId="{E02783B0-A504-4234-A6D3-1F971599A820}" sibTransId="{1CFF8C51-7847-4896-BA8D-E8309A5B00ED}"/>
    <dgm:cxn modelId="{18D2C292-E3CF-4D81-8530-0D2688B8BB3F}" type="presOf" srcId="{F359D68C-B0E7-44E2-8178-AEED31069284}" destId="{B53CE777-B387-460D-AA45-D0AD68D33AFC}" srcOrd="0" destOrd="0" presId="urn:microsoft.com/office/officeart/2005/8/layout/default"/>
    <dgm:cxn modelId="{23729CA4-E98C-4B7A-8E77-F787A7F2AE00}" type="presOf" srcId="{2826F312-2F83-40F3-9DE4-A2B541C35829}" destId="{B53CE777-B387-460D-AA45-D0AD68D33AFC}" srcOrd="0" destOrd="2" presId="urn:microsoft.com/office/officeart/2005/8/layout/default"/>
    <dgm:cxn modelId="{D46753A5-3E73-4703-A4AA-07544B5A1C40}" type="presOf" srcId="{BE04C70D-7690-4592-A64C-658B54B907E4}" destId="{03484C85-EF4B-43F9-AD85-CC085A8A6A9F}" srcOrd="0" destOrd="1" presId="urn:microsoft.com/office/officeart/2005/8/layout/default"/>
    <dgm:cxn modelId="{70F366A8-4833-4449-A484-9E5B2A26C588}" srcId="{65DE9AC0-106A-47D0-A418-969BF4541839}" destId="{C41F9744-38BA-4016-9CD8-B8DFA6C577A3}" srcOrd="0" destOrd="0" parTransId="{0153C11A-CA81-46A8-93DF-5CFDE1579175}" sibTransId="{1B6FAD79-E858-424E-8001-2DDAAB945F8C}"/>
    <dgm:cxn modelId="{297E75B0-F895-48CB-A38E-69F8F4F41B16}" type="presOf" srcId="{AD38253C-799D-43B0-8BB8-2E8B92955022}" destId="{F578172A-8402-40DE-BD7F-2E2CA7B85AC5}" srcOrd="0" destOrd="2" presId="urn:microsoft.com/office/officeart/2005/8/layout/default"/>
    <dgm:cxn modelId="{F72E09B1-8A51-4CBF-82FC-EBFA83285FFC}" type="presOf" srcId="{37E0C1B1-C3B8-462A-BCFE-EBCE0BFFB918}" destId="{F578172A-8402-40DE-BD7F-2E2CA7B85AC5}" srcOrd="0" destOrd="0" presId="urn:microsoft.com/office/officeart/2005/8/layout/default"/>
    <dgm:cxn modelId="{A194ACBB-F851-4203-9890-840208F9EFB5}" srcId="{AF961685-DA5D-4FD6-B2AE-572C51CBE902}" destId="{F359D68C-B0E7-44E2-8178-AEED31069284}" srcOrd="2" destOrd="0" parTransId="{8FC6A1C8-E200-48FB-9580-D6412AFC9FC0}" sibTransId="{CDF523C7-716F-4212-91B1-BD0BDCC7734A}"/>
    <dgm:cxn modelId="{FCA061BC-142F-4154-A13D-8F82D8E2C748}" srcId="{37E0C1B1-C3B8-462A-BCFE-EBCE0BFFB918}" destId="{2038013E-F2A8-4796-B633-E6FF4F2CC173}" srcOrd="0" destOrd="0" parTransId="{65EA31FF-4EE7-466E-978D-B0643479F015}" sibTransId="{3F1AB880-8560-4A37-82DE-13FEE4A275C8}"/>
    <dgm:cxn modelId="{D03A16D9-4FA5-4FDB-ACFB-D4D4F96C5756}" type="presOf" srcId="{4950E678-BA81-4114-9506-25BDA3077CE2}" destId="{F4E24D1C-BACA-4CE3-8BC1-501DCCBE5A2F}" srcOrd="0" destOrd="2" presId="urn:microsoft.com/office/officeart/2005/8/layout/default"/>
    <dgm:cxn modelId="{283574DF-3E12-4D32-9D8D-C154BD0C4FEE}" type="presOf" srcId="{2038013E-F2A8-4796-B633-E6FF4F2CC173}" destId="{F578172A-8402-40DE-BD7F-2E2CA7B85AC5}" srcOrd="0" destOrd="1" presId="urn:microsoft.com/office/officeart/2005/8/layout/default"/>
    <dgm:cxn modelId="{1C7AB0F0-D783-40D0-8E73-BC3A50E2F6EE}" srcId="{AF961685-DA5D-4FD6-B2AE-572C51CBE902}" destId="{37E0C1B1-C3B8-462A-BCFE-EBCE0BFFB918}" srcOrd="1" destOrd="0" parTransId="{FE2976C6-8C39-47D3-954F-B09014970AD6}" sibTransId="{587D0C95-57CD-421A-9396-786369697B83}"/>
    <dgm:cxn modelId="{E63DDAF2-3D65-42EE-9DAF-4522D7E04B4D}" srcId="{3B7EA33B-891B-4DD6-9627-6B9AC0C68961}" destId="{BE04C70D-7690-4592-A64C-658B54B907E4}" srcOrd="0" destOrd="0" parTransId="{E6BFED2D-2ECE-456B-88AD-F7234756E61C}" sibTransId="{698E787A-4D4B-401E-82D7-4033D597D0EB}"/>
    <dgm:cxn modelId="{523BE5F4-3B92-46AA-818B-4D2F434EABF7}" srcId="{3B7EA33B-891B-4DD6-9627-6B9AC0C68961}" destId="{2CED5E51-A12C-44A6-93F9-CFFD4D744FEB}" srcOrd="1" destOrd="0" parTransId="{4A3E00C9-CCCA-4D8A-A5C2-9D038F76A01B}" sibTransId="{C7AF1DD6-AA18-4250-BD3C-7CF2FC3ADD6E}"/>
    <dgm:cxn modelId="{B2B3CFF9-5509-4B8E-9372-80D26840671F}" type="presOf" srcId="{3B7EA33B-891B-4DD6-9627-6B9AC0C68961}" destId="{03484C85-EF4B-43F9-AD85-CC085A8A6A9F}" srcOrd="0" destOrd="0" presId="urn:microsoft.com/office/officeart/2005/8/layout/default"/>
    <dgm:cxn modelId="{32FF70E6-F638-4ED9-A4DD-2103275989C4}" type="presParOf" srcId="{8BA9A375-C855-46D3-963B-8E00E55A4011}" destId="{03484C85-EF4B-43F9-AD85-CC085A8A6A9F}" srcOrd="0" destOrd="0" presId="urn:microsoft.com/office/officeart/2005/8/layout/default"/>
    <dgm:cxn modelId="{44275128-B665-438B-B6AB-124C608D3516}" type="presParOf" srcId="{8BA9A375-C855-46D3-963B-8E00E55A4011}" destId="{AFE3D1BC-1EFD-4600-BB6D-3542CE4A9913}" srcOrd="1" destOrd="0" presId="urn:microsoft.com/office/officeart/2005/8/layout/default"/>
    <dgm:cxn modelId="{AAC31E70-1C61-45A0-895B-4FE3A6D75B87}" type="presParOf" srcId="{8BA9A375-C855-46D3-963B-8E00E55A4011}" destId="{F578172A-8402-40DE-BD7F-2E2CA7B85AC5}" srcOrd="2" destOrd="0" presId="urn:microsoft.com/office/officeart/2005/8/layout/default"/>
    <dgm:cxn modelId="{AC77333E-07E9-43A9-83E7-FFD7CFE19B81}" type="presParOf" srcId="{8BA9A375-C855-46D3-963B-8E00E55A4011}" destId="{33DB87CB-C86D-41BD-9BEB-9C64BD7DD144}" srcOrd="3" destOrd="0" presId="urn:microsoft.com/office/officeart/2005/8/layout/default"/>
    <dgm:cxn modelId="{E92C05DF-5691-4160-8759-E0D2BEA6C091}" type="presParOf" srcId="{8BA9A375-C855-46D3-963B-8E00E55A4011}" destId="{B53CE777-B387-460D-AA45-D0AD68D33AFC}" srcOrd="4" destOrd="0" presId="urn:microsoft.com/office/officeart/2005/8/layout/default"/>
    <dgm:cxn modelId="{5AFEF233-6AEF-42F7-8B8E-ACF268D9F293}" type="presParOf" srcId="{8BA9A375-C855-46D3-963B-8E00E55A4011}" destId="{5D8C9978-9FE8-4ACB-8D31-E472C9CBDE24}" srcOrd="5" destOrd="0" presId="urn:microsoft.com/office/officeart/2005/8/layout/default"/>
    <dgm:cxn modelId="{B435D675-CDC8-4A61-A264-139CAD196641}" type="presParOf" srcId="{8BA9A375-C855-46D3-963B-8E00E55A4011}" destId="{F4E24D1C-BACA-4CE3-8BC1-501DCCBE5A2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0328098-5CB0-4173-A9F6-DE55BDAE0856}"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s-ES"/>
        </a:p>
      </dgm:t>
    </dgm:pt>
    <dgm:pt modelId="{2E04E843-9D82-4895-984B-A8939A18D79C}">
      <dgm:prSet phldrT="[Texto]"/>
      <dgm:spPr/>
      <dgm:t>
        <a:bodyPr/>
        <a:lstStyle/>
        <a:p>
          <a:pPr>
            <a:buSzPts val="1000"/>
            <a:buFont typeface="Symbol" panose="05050102010706020507" pitchFamily="18" charset="2"/>
            <a:buChar char=""/>
          </a:pPr>
          <a:r>
            <a:rPr lang="es-ES"/>
            <a:t>Evento:</a:t>
          </a:r>
        </a:p>
      </dgm:t>
    </dgm:pt>
    <dgm:pt modelId="{E6D8FD19-20C8-47EC-901B-27844CF14E53}" type="parTrans" cxnId="{5B1F2100-B9BF-4D0A-B6BD-D179A0F7C0DE}">
      <dgm:prSet/>
      <dgm:spPr/>
      <dgm:t>
        <a:bodyPr/>
        <a:lstStyle/>
        <a:p>
          <a:endParaRPr lang="es-ES"/>
        </a:p>
      </dgm:t>
    </dgm:pt>
    <dgm:pt modelId="{0AE26AB5-482C-409C-9ED2-EB5F9236BA7A}" type="sibTrans" cxnId="{5B1F2100-B9BF-4D0A-B6BD-D179A0F7C0DE}">
      <dgm:prSet/>
      <dgm:spPr/>
      <dgm:t>
        <a:bodyPr/>
        <a:lstStyle/>
        <a:p>
          <a:endParaRPr lang="es-ES"/>
        </a:p>
      </dgm:t>
    </dgm:pt>
    <dgm:pt modelId="{439E14EA-F18D-4746-BD5F-ACF32BF2C60B}">
      <dgm:prSet/>
      <dgm:spPr/>
      <dgm:t>
        <a:bodyPr/>
        <a:lstStyle/>
        <a:p>
          <a:pPr>
            <a:buSzPts val="1000"/>
            <a:buFont typeface="Courier New" panose="02070309020205020404" pitchFamily="49" charset="0"/>
            <a:buChar char="o"/>
          </a:pPr>
          <a:r>
            <a:rPr lang="es-ES"/>
            <a:t>Un evento es cualquier acción o suceso que ocurre en la interfaz de usuario y que puede ser detectado por el programa. Ejemplos de eventos incluyen clics de botón, pulsaciones de teclas, movimientos del ratón, y cambios en un componente.</a:t>
          </a:r>
        </a:p>
      </dgm:t>
    </dgm:pt>
    <dgm:pt modelId="{B323CF13-A129-404E-ABAB-515184CE5B49}" type="parTrans" cxnId="{CC3AFD39-5D10-4F14-BD59-2E9F275893EC}">
      <dgm:prSet/>
      <dgm:spPr/>
      <dgm:t>
        <a:bodyPr/>
        <a:lstStyle/>
        <a:p>
          <a:endParaRPr lang="es-ES"/>
        </a:p>
      </dgm:t>
    </dgm:pt>
    <dgm:pt modelId="{4CC18D5B-8B4D-4105-B5FF-BD5748A3BAF6}" type="sibTrans" cxnId="{CC3AFD39-5D10-4F14-BD59-2E9F275893EC}">
      <dgm:prSet/>
      <dgm:spPr/>
      <dgm:t>
        <a:bodyPr/>
        <a:lstStyle/>
        <a:p>
          <a:endParaRPr lang="es-ES"/>
        </a:p>
      </dgm:t>
    </dgm:pt>
    <dgm:pt modelId="{C4F749E2-2BFC-41C9-A361-80F59ABCD576}">
      <dgm:prSet/>
      <dgm:spPr/>
      <dgm:t>
        <a:bodyPr/>
        <a:lstStyle/>
        <a:p>
          <a:pPr>
            <a:buSzPts val="1000"/>
            <a:buFont typeface="Symbol" panose="05050102010706020507" pitchFamily="18" charset="2"/>
            <a:buChar char=""/>
          </a:pPr>
          <a:r>
            <a:rPr lang="es-ES"/>
            <a:t>Fuente del Evento:</a:t>
          </a:r>
        </a:p>
      </dgm:t>
    </dgm:pt>
    <dgm:pt modelId="{C0D312A9-513D-462E-849F-87977C155ABE}" type="parTrans" cxnId="{20BAB7A6-C54C-49E2-8F4E-15D57B04268F}">
      <dgm:prSet/>
      <dgm:spPr/>
      <dgm:t>
        <a:bodyPr/>
        <a:lstStyle/>
        <a:p>
          <a:endParaRPr lang="es-ES"/>
        </a:p>
      </dgm:t>
    </dgm:pt>
    <dgm:pt modelId="{3835EAD1-CF9B-486C-81BD-D3727F5F3CB0}" type="sibTrans" cxnId="{20BAB7A6-C54C-49E2-8F4E-15D57B04268F}">
      <dgm:prSet/>
      <dgm:spPr/>
      <dgm:t>
        <a:bodyPr/>
        <a:lstStyle/>
        <a:p>
          <a:endParaRPr lang="es-ES"/>
        </a:p>
      </dgm:t>
    </dgm:pt>
    <dgm:pt modelId="{8D40C710-438B-4C71-8FE5-349F3DD54558}">
      <dgm:prSet/>
      <dgm:spPr/>
      <dgm:t>
        <a:bodyPr/>
        <a:lstStyle/>
        <a:p>
          <a:pPr>
            <a:buSzPts val="1000"/>
            <a:buFont typeface="Courier New" panose="02070309020205020404" pitchFamily="49" charset="0"/>
            <a:buChar char="o"/>
          </a:pPr>
          <a:r>
            <a:rPr lang="es-ES"/>
            <a:t>La fuente del evento es el componente que genera el evento. Por ejemplo, un botón (JButton) puede ser la fuente de un evento de clic.</a:t>
          </a:r>
        </a:p>
      </dgm:t>
    </dgm:pt>
    <dgm:pt modelId="{A2AEA629-3DBC-4EA3-9EEB-82106F0A45FE}" type="parTrans" cxnId="{C159D662-A5B8-4A6B-8A64-3D8F69F9E950}">
      <dgm:prSet/>
      <dgm:spPr/>
      <dgm:t>
        <a:bodyPr/>
        <a:lstStyle/>
        <a:p>
          <a:endParaRPr lang="es-ES"/>
        </a:p>
      </dgm:t>
    </dgm:pt>
    <dgm:pt modelId="{8129F399-9A4E-4CE1-80B0-B0441CD489C2}" type="sibTrans" cxnId="{C159D662-A5B8-4A6B-8A64-3D8F69F9E950}">
      <dgm:prSet/>
      <dgm:spPr/>
      <dgm:t>
        <a:bodyPr/>
        <a:lstStyle/>
        <a:p>
          <a:endParaRPr lang="es-ES"/>
        </a:p>
      </dgm:t>
    </dgm:pt>
    <dgm:pt modelId="{42AF99C0-88B7-496E-BC23-749DC25092AC}">
      <dgm:prSet/>
      <dgm:spPr/>
      <dgm:t>
        <a:bodyPr/>
        <a:lstStyle/>
        <a:p>
          <a:pPr>
            <a:buSzPts val="1000"/>
            <a:buFont typeface="Symbol" panose="05050102010706020507" pitchFamily="18" charset="2"/>
            <a:buChar char=""/>
          </a:pPr>
          <a:r>
            <a:rPr lang="es-ES"/>
            <a:t>Listener (Escuchador):</a:t>
          </a:r>
        </a:p>
      </dgm:t>
    </dgm:pt>
    <dgm:pt modelId="{9CFB902B-5656-44F8-B8F1-EF03AEACAB64}" type="parTrans" cxnId="{47E9DB6C-DC7E-4A1E-9696-870E5CEF761B}">
      <dgm:prSet/>
      <dgm:spPr/>
      <dgm:t>
        <a:bodyPr/>
        <a:lstStyle/>
        <a:p>
          <a:endParaRPr lang="es-ES"/>
        </a:p>
      </dgm:t>
    </dgm:pt>
    <dgm:pt modelId="{EF37E8BA-B7EB-4AF2-A725-4A85BC6B0DFC}" type="sibTrans" cxnId="{47E9DB6C-DC7E-4A1E-9696-870E5CEF761B}">
      <dgm:prSet/>
      <dgm:spPr/>
      <dgm:t>
        <a:bodyPr/>
        <a:lstStyle/>
        <a:p>
          <a:endParaRPr lang="es-ES"/>
        </a:p>
      </dgm:t>
    </dgm:pt>
    <dgm:pt modelId="{DCE088C7-2B0C-4BD6-B059-F2DF32B46E87}">
      <dgm:prSet/>
      <dgm:spPr/>
      <dgm:t>
        <a:bodyPr/>
        <a:lstStyle/>
        <a:p>
          <a:pPr>
            <a:buSzPts val="1000"/>
            <a:buFont typeface="Courier New" panose="02070309020205020404" pitchFamily="49" charset="0"/>
            <a:buChar char="o"/>
          </a:pPr>
          <a:r>
            <a:rPr lang="es-ES"/>
            <a:t>Un listener es un objeto que "escucha" un tipo de evento y responde a él ejecutando un bloque de código cuando el evento ocurre. Los listeners se asocian con componentes para manejar eventos específicos.</a:t>
          </a:r>
        </a:p>
      </dgm:t>
    </dgm:pt>
    <dgm:pt modelId="{3B2573E6-8965-497F-A15C-8FC57B164F92}" type="parTrans" cxnId="{B2F68753-1C0F-4920-8A5A-A7C32741AF4A}">
      <dgm:prSet/>
      <dgm:spPr/>
      <dgm:t>
        <a:bodyPr/>
        <a:lstStyle/>
        <a:p>
          <a:endParaRPr lang="es-ES"/>
        </a:p>
      </dgm:t>
    </dgm:pt>
    <dgm:pt modelId="{B8EFD2CC-D4E2-47AF-9FA4-00B92EC36806}" type="sibTrans" cxnId="{B2F68753-1C0F-4920-8A5A-A7C32741AF4A}">
      <dgm:prSet/>
      <dgm:spPr/>
      <dgm:t>
        <a:bodyPr/>
        <a:lstStyle/>
        <a:p>
          <a:endParaRPr lang="es-ES"/>
        </a:p>
      </dgm:t>
    </dgm:pt>
    <dgm:pt modelId="{0D3DE08A-93DC-42D9-9E86-037BA05F5CE4}">
      <dgm:prSet/>
      <dgm:spPr/>
      <dgm:t>
        <a:bodyPr/>
        <a:lstStyle/>
        <a:p>
          <a:pPr>
            <a:buSzPts val="1000"/>
            <a:buFont typeface="Symbol" panose="05050102010706020507" pitchFamily="18" charset="2"/>
            <a:buChar char=""/>
          </a:pPr>
          <a:r>
            <a:rPr lang="es-ES"/>
            <a:t>Manejador de Eventos (Event Handler):</a:t>
          </a:r>
        </a:p>
      </dgm:t>
    </dgm:pt>
    <dgm:pt modelId="{DBE05EF4-499B-499F-8427-0C92887B0905}" type="parTrans" cxnId="{0CB89754-F4FD-4E83-A758-30C51216EBF1}">
      <dgm:prSet/>
      <dgm:spPr/>
      <dgm:t>
        <a:bodyPr/>
        <a:lstStyle/>
        <a:p>
          <a:endParaRPr lang="es-ES"/>
        </a:p>
      </dgm:t>
    </dgm:pt>
    <dgm:pt modelId="{4A835328-B2BC-4336-A2E8-D957786EC90E}" type="sibTrans" cxnId="{0CB89754-F4FD-4E83-A758-30C51216EBF1}">
      <dgm:prSet/>
      <dgm:spPr/>
      <dgm:t>
        <a:bodyPr/>
        <a:lstStyle/>
        <a:p>
          <a:endParaRPr lang="es-ES"/>
        </a:p>
      </dgm:t>
    </dgm:pt>
    <dgm:pt modelId="{BB0603BE-1A5B-489D-94C9-3C045456203E}">
      <dgm:prSet/>
      <dgm:spPr/>
      <dgm:t>
        <a:bodyPr/>
        <a:lstStyle/>
        <a:p>
          <a:pPr>
            <a:buSzPts val="1000"/>
            <a:buFont typeface="Courier New" panose="02070309020205020404" pitchFamily="49" charset="0"/>
            <a:buChar char="o"/>
          </a:pPr>
          <a:r>
            <a:rPr lang="es-ES"/>
            <a:t>Es el bloque de código que se ejecuta cuando un listener detecta un evento. Este código define la acción que debe realizarse en respuesta al evento.</a:t>
          </a:r>
        </a:p>
      </dgm:t>
    </dgm:pt>
    <dgm:pt modelId="{0B2BE54D-BDD0-4BC5-B420-C4F8B538A4B7}" type="parTrans" cxnId="{401C05E0-7180-4045-9B6D-B7919D0DCF1D}">
      <dgm:prSet/>
      <dgm:spPr/>
      <dgm:t>
        <a:bodyPr/>
        <a:lstStyle/>
        <a:p>
          <a:endParaRPr lang="es-ES"/>
        </a:p>
      </dgm:t>
    </dgm:pt>
    <dgm:pt modelId="{EA6A1476-6CE8-4768-94E9-B0D3E0A95AC3}" type="sibTrans" cxnId="{401C05E0-7180-4045-9B6D-B7919D0DCF1D}">
      <dgm:prSet/>
      <dgm:spPr/>
      <dgm:t>
        <a:bodyPr/>
        <a:lstStyle/>
        <a:p>
          <a:endParaRPr lang="es-ES"/>
        </a:p>
      </dgm:t>
    </dgm:pt>
    <dgm:pt modelId="{03361804-80FA-48E0-9EF4-DFF317FA83A7}" type="pres">
      <dgm:prSet presAssocID="{E0328098-5CB0-4173-A9F6-DE55BDAE0856}" presName="diagram" presStyleCnt="0">
        <dgm:presLayoutVars>
          <dgm:dir/>
          <dgm:resizeHandles val="exact"/>
        </dgm:presLayoutVars>
      </dgm:prSet>
      <dgm:spPr/>
    </dgm:pt>
    <dgm:pt modelId="{E9A7742B-C31F-45E1-B01A-A96FBEAF0101}" type="pres">
      <dgm:prSet presAssocID="{2E04E843-9D82-4895-984B-A8939A18D79C}" presName="node" presStyleLbl="node1" presStyleIdx="0" presStyleCnt="4">
        <dgm:presLayoutVars>
          <dgm:bulletEnabled val="1"/>
        </dgm:presLayoutVars>
      </dgm:prSet>
      <dgm:spPr/>
    </dgm:pt>
    <dgm:pt modelId="{423B43AB-0A11-4D42-815A-14762DBEC9F3}" type="pres">
      <dgm:prSet presAssocID="{0AE26AB5-482C-409C-9ED2-EB5F9236BA7A}" presName="sibTrans" presStyleCnt="0"/>
      <dgm:spPr/>
    </dgm:pt>
    <dgm:pt modelId="{8F30B5C6-0FFD-443D-ACFB-E4536CF2F8A4}" type="pres">
      <dgm:prSet presAssocID="{C4F749E2-2BFC-41C9-A361-80F59ABCD576}" presName="node" presStyleLbl="node1" presStyleIdx="1" presStyleCnt="4">
        <dgm:presLayoutVars>
          <dgm:bulletEnabled val="1"/>
        </dgm:presLayoutVars>
      </dgm:prSet>
      <dgm:spPr/>
    </dgm:pt>
    <dgm:pt modelId="{F0112E30-CB46-4553-8581-0CA31C8B0480}" type="pres">
      <dgm:prSet presAssocID="{3835EAD1-CF9B-486C-81BD-D3727F5F3CB0}" presName="sibTrans" presStyleCnt="0"/>
      <dgm:spPr/>
    </dgm:pt>
    <dgm:pt modelId="{8FC2EDF8-3512-47BC-AC0D-487CA473924E}" type="pres">
      <dgm:prSet presAssocID="{42AF99C0-88B7-496E-BC23-749DC25092AC}" presName="node" presStyleLbl="node1" presStyleIdx="2" presStyleCnt="4">
        <dgm:presLayoutVars>
          <dgm:bulletEnabled val="1"/>
        </dgm:presLayoutVars>
      </dgm:prSet>
      <dgm:spPr/>
    </dgm:pt>
    <dgm:pt modelId="{4FA5CB93-1423-4343-B4AA-F6ED4CF06A83}" type="pres">
      <dgm:prSet presAssocID="{EF37E8BA-B7EB-4AF2-A725-4A85BC6B0DFC}" presName="sibTrans" presStyleCnt="0"/>
      <dgm:spPr/>
    </dgm:pt>
    <dgm:pt modelId="{061BEA74-DB0F-4C2F-A3D5-1F44C9D2C059}" type="pres">
      <dgm:prSet presAssocID="{0D3DE08A-93DC-42D9-9E86-037BA05F5CE4}" presName="node" presStyleLbl="node1" presStyleIdx="3" presStyleCnt="4">
        <dgm:presLayoutVars>
          <dgm:bulletEnabled val="1"/>
        </dgm:presLayoutVars>
      </dgm:prSet>
      <dgm:spPr/>
    </dgm:pt>
  </dgm:ptLst>
  <dgm:cxnLst>
    <dgm:cxn modelId="{5B1F2100-B9BF-4D0A-B6BD-D179A0F7C0DE}" srcId="{E0328098-5CB0-4173-A9F6-DE55BDAE0856}" destId="{2E04E843-9D82-4895-984B-A8939A18D79C}" srcOrd="0" destOrd="0" parTransId="{E6D8FD19-20C8-47EC-901B-27844CF14E53}" sibTransId="{0AE26AB5-482C-409C-9ED2-EB5F9236BA7A}"/>
    <dgm:cxn modelId="{0B18320F-97FE-452F-9EAF-6E62E2802A46}" type="presOf" srcId="{C4F749E2-2BFC-41C9-A361-80F59ABCD576}" destId="{8F30B5C6-0FFD-443D-ACFB-E4536CF2F8A4}" srcOrd="0" destOrd="0" presId="urn:microsoft.com/office/officeart/2005/8/layout/default"/>
    <dgm:cxn modelId="{E74D0734-8D60-4244-8A10-389A4EB66553}" type="presOf" srcId="{0D3DE08A-93DC-42D9-9E86-037BA05F5CE4}" destId="{061BEA74-DB0F-4C2F-A3D5-1F44C9D2C059}" srcOrd="0" destOrd="0" presId="urn:microsoft.com/office/officeart/2005/8/layout/default"/>
    <dgm:cxn modelId="{CC3AFD39-5D10-4F14-BD59-2E9F275893EC}" srcId="{2E04E843-9D82-4895-984B-A8939A18D79C}" destId="{439E14EA-F18D-4746-BD5F-ACF32BF2C60B}" srcOrd="0" destOrd="0" parTransId="{B323CF13-A129-404E-ABAB-515184CE5B49}" sibTransId="{4CC18D5B-8B4D-4105-B5FF-BD5748A3BAF6}"/>
    <dgm:cxn modelId="{C159D662-A5B8-4A6B-8A64-3D8F69F9E950}" srcId="{C4F749E2-2BFC-41C9-A361-80F59ABCD576}" destId="{8D40C710-438B-4C71-8FE5-349F3DD54558}" srcOrd="0" destOrd="0" parTransId="{A2AEA629-3DBC-4EA3-9EEB-82106F0A45FE}" sibTransId="{8129F399-9A4E-4CE1-80B0-B0441CD489C2}"/>
    <dgm:cxn modelId="{5AA79B6C-219F-44A4-AABB-5D3721E6061A}" type="presOf" srcId="{E0328098-5CB0-4173-A9F6-DE55BDAE0856}" destId="{03361804-80FA-48E0-9EF4-DFF317FA83A7}" srcOrd="0" destOrd="0" presId="urn:microsoft.com/office/officeart/2005/8/layout/default"/>
    <dgm:cxn modelId="{47E9DB6C-DC7E-4A1E-9696-870E5CEF761B}" srcId="{E0328098-5CB0-4173-A9F6-DE55BDAE0856}" destId="{42AF99C0-88B7-496E-BC23-749DC25092AC}" srcOrd="2" destOrd="0" parTransId="{9CFB902B-5656-44F8-B8F1-EF03AEACAB64}" sibTransId="{EF37E8BA-B7EB-4AF2-A725-4A85BC6B0DFC}"/>
    <dgm:cxn modelId="{B2F68753-1C0F-4920-8A5A-A7C32741AF4A}" srcId="{42AF99C0-88B7-496E-BC23-749DC25092AC}" destId="{DCE088C7-2B0C-4BD6-B059-F2DF32B46E87}" srcOrd="0" destOrd="0" parTransId="{3B2573E6-8965-497F-A15C-8FC57B164F92}" sibTransId="{B8EFD2CC-D4E2-47AF-9FA4-00B92EC36806}"/>
    <dgm:cxn modelId="{5D144954-027B-4ADF-A371-79FC7B49C92E}" type="presOf" srcId="{BB0603BE-1A5B-489D-94C9-3C045456203E}" destId="{061BEA74-DB0F-4C2F-A3D5-1F44C9D2C059}" srcOrd="0" destOrd="1" presId="urn:microsoft.com/office/officeart/2005/8/layout/default"/>
    <dgm:cxn modelId="{0CB89754-F4FD-4E83-A758-30C51216EBF1}" srcId="{E0328098-5CB0-4173-A9F6-DE55BDAE0856}" destId="{0D3DE08A-93DC-42D9-9E86-037BA05F5CE4}" srcOrd="3" destOrd="0" parTransId="{DBE05EF4-499B-499F-8427-0C92887B0905}" sibTransId="{4A835328-B2BC-4336-A2E8-D957786EC90E}"/>
    <dgm:cxn modelId="{3B673383-6DD1-4B92-8DBD-BCAE4DBEE9B2}" type="presOf" srcId="{42AF99C0-88B7-496E-BC23-749DC25092AC}" destId="{8FC2EDF8-3512-47BC-AC0D-487CA473924E}" srcOrd="0" destOrd="0" presId="urn:microsoft.com/office/officeart/2005/8/layout/default"/>
    <dgm:cxn modelId="{76AC1E86-C15A-42A8-A91C-EC925591A762}" type="presOf" srcId="{2E04E843-9D82-4895-984B-A8939A18D79C}" destId="{E9A7742B-C31F-45E1-B01A-A96FBEAF0101}" srcOrd="0" destOrd="0" presId="urn:microsoft.com/office/officeart/2005/8/layout/default"/>
    <dgm:cxn modelId="{B1982F8D-7EA6-49C5-BDD9-5B03DB2F405D}" type="presOf" srcId="{439E14EA-F18D-4746-BD5F-ACF32BF2C60B}" destId="{E9A7742B-C31F-45E1-B01A-A96FBEAF0101}" srcOrd="0" destOrd="1" presId="urn:microsoft.com/office/officeart/2005/8/layout/default"/>
    <dgm:cxn modelId="{7B3225A1-CD5A-4827-9383-7E61AEEEF873}" type="presOf" srcId="{DCE088C7-2B0C-4BD6-B059-F2DF32B46E87}" destId="{8FC2EDF8-3512-47BC-AC0D-487CA473924E}" srcOrd="0" destOrd="1" presId="urn:microsoft.com/office/officeart/2005/8/layout/default"/>
    <dgm:cxn modelId="{20BAB7A6-C54C-49E2-8F4E-15D57B04268F}" srcId="{E0328098-5CB0-4173-A9F6-DE55BDAE0856}" destId="{C4F749E2-2BFC-41C9-A361-80F59ABCD576}" srcOrd="1" destOrd="0" parTransId="{C0D312A9-513D-462E-849F-87977C155ABE}" sibTransId="{3835EAD1-CF9B-486C-81BD-D3727F5F3CB0}"/>
    <dgm:cxn modelId="{FD379DB7-471F-4AFA-ADF8-E7DF776248EC}" type="presOf" srcId="{8D40C710-438B-4C71-8FE5-349F3DD54558}" destId="{8F30B5C6-0FFD-443D-ACFB-E4536CF2F8A4}" srcOrd="0" destOrd="1" presId="urn:microsoft.com/office/officeart/2005/8/layout/default"/>
    <dgm:cxn modelId="{401C05E0-7180-4045-9B6D-B7919D0DCF1D}" srcId="{0D3DE08A-93DC-42D9-9E86-037BA05F5CE4}" destId="{BB0603BE-1A5B-489D-94C9-3C045456203E}" srcOrd="0" destOrd="0" parTransId="{0B2BE54D-BDD0-4BC5-B420-C4F8B538A4B7}" sibTransId="{EA6A1476-6CE8-4768-94E9-B0D3E0A95AC3}"/>
    <dgm:cxn modelId="{0358FA67-4A04-4CD5-97D3-5E7D2B1E31CC}" type="presParOf" srcId="{03361804-80FA-48E0-9EF4-DFF317FA83A7}" destId="{E9A7742B-C31F-45E1-B01A-A96FBEAF0101}" srcOrd="0" destOrd="0" presId="urn:microsoft.com/office/officeart/2005/8/layout/default"/>
    <dgm:cxn modelId="{55311752-6938-48EA-90DE-25392F74C6D4}" type="presParOf" srcId="{03361804-80FA-48E0-9EF4-DFF317FA83A7}" destId="{423B43AB-0A11-4D42-815A-14762DBEC9F3}" srcOrd="1" destOrd="0" presId="urn:microsoft.com/office/officeart/2005/8/layout/default"/>
    <dgm:cxn modelId="{1F57733F-A706-4635-8253-A1837D31726C}" type="presParOf" srcId="{03361804-80FA-48E0-9EF4-DFF317FA83A7}" destId="{8F30B5C6-0FFD-443D-ACFB-E4536CF2F8A4}" srcOrd="2" destOrd="0" presId="urn:microsoft.com/office/officeart/2005/8/layout/default"/>
    <dgm:cxn modelId="{C948DC9C-EEEC-47C9-8BCB-035079E4C752}" type="presParOf" srcId="{03361804-80FA-48E0-9EF4-DFF317FA83A7}" destId="{F0112E30-CB46-4553-8581-0CA31C8B0480}" srcOrd="3" destOrd="0" presId="urn:microsoft.com/office/officeart/2005/8/layout/default"/>
    <dgm:cxn modelId="{FA889AE1-476D-48BB-91A2-81CED8A8C509}" type="presParOf" srcId="{03361804-80FA-48E0-9EF4-DFF317FA83A7}" destId="{8FC2EDF8-3512-47BC-AC0D-487CA473924E}" srcOrd="4" destOrd="0" presId="urn:microsoft.com/office/officeart/2005/8/layout/default"/>
    <dgm:cxn modelId="{8B541110-B6ED-4E6D-81E3-F4ED9AB3C225}" type="presParOf" srcId="{03361804-80FA-48E0-9EF4-DFF317FA83A7}" destId="{4FA5CB93-1423-4343-B4AA-F6ED4CF06A83}" srcOrd="5" destOrd="0" presId="urn:microsoft.com/office/officeart/2005/8/layout/default"/>
    <dgm:cxn modelId="{EEEC5857-73A7-4C3D-8C69-D91772541431}" type="presParOf" srcId="{03361804-80FA-48E0-9EF4-DFF317FA83A7}" destId="{061BEA74-DB0F-4C2F-A3D5-1F44C9D2C05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B43ECFF-683E-4B0D-ACA4-1CCEA3BFCC87}"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s-ES"/>
        </a:p>
      </dgm:t>
    </dgm:pt>
    <dgm:pt modelId="{D574E148-CD84-46B6-8CB0-1BE93FDB5B63}">
      <dgm:prSet phldrT="[Texto]"/>
      <dgm:spPr/>
      <dgm:t>
        <a:bodyPr/>
        <a:lstStyle/>
        <a:p>
          <a:pPr>
            <a:buFont typeface="+mj-lt"/>
            <a:buAutoNum type="arabicPeriod"/>
          </a:pPr>
          <a:r>
            <a:rPr lang="es-ES" b="1" i="0" err="1"/>
            <a:t>JavaFX</a:t>
          </a:r>
          <a:r>
            <a:rPr lang="es-ES" b="1" i="0"/>
            <a:t> </a:t>
          </a:r>
          <a:r>
            <a:rPr lang="es-ES" b="1" i="0" err="1"/>
            <a:t>Scene</a:t>
          </a:r>
          <a:r>
            <a:rPr lang="es-ES" b="1" i="0"/>
            <a:t> </a:t>
          </a:r>
          <a:r>
            <a:rPr lang="es-ES" b="1" i="0" err="1"/>
            <a:t>Builder</a:t>
          </a:r>
          <a:r>
            <a:rPr lang="es-ES" b="1" i="0"/>
            <a:t>:</a:t>
          </a:r>
          <a:r>
            <a:rPr lang="es-ES" b="0" i="0"/>
            <a:t> </a:t>
          </a:r>
        </a:p>
        <a:p>
          <a:pPr>
            <a:buFont typeface="+mj-lt"/>
            <a:buAutoNum type="arabicPeriod"/>
          </a:pPr>
          <a:r>
            <a:rPr lang="es-ES" b="0" i="0" err="1"/>
            <a:t>JavaFX</a:t>
          </a:r>
          <a:r>
            <a:rPr lang="es-ES" b="0" i="0"/>
            <a:t> es una plataforma moderna para construir aplicaciones de escritorio en Java. Puedes usar </a:t>
          </a:r>
          <a:r>
            <a:rPr lang="es-ES" b="0" i="0" err="1"/>
            <a:t>JavaFX</a:t>
          </a:r>
          <a:r>
            <a:rPr lang="es-ES" b="0" i="0"/>
            <a:t> </a:t>
          </a:r>
          <a:r>
            <a:rPr lang="es-ES" b="0" i="0" err="1"/>
            <a:t>Scene</a:t>
          </a:r>
          <a:r>
            <a:rPr lang="es-ES" b="0" i="0"/>
            <a:t> </a:t>
          </a:r>
          <a:r>
            <a:rPr lang="es-ES" b="0" i="0" err="1"/>
            <a:t>Builder</a:t>
          </a:r>
          <a:r>
            <a:rPr lang="es-ES" b="0" i="0"/>
            <a:t> para diseñar interfaces gráficas de usuario de manera visual. Este es un programa independiente, pero puedes integrarlo fácilmente con Eclipse.</a:t>
          </a:r>
          <a:endParaRPr lang="es-ES"/>
        </a:p>
      </dgm:t>
    </dgm:pt>
    <dgm:pt modelId="{8201BDBE-694C-4751-962B-D0EF77E74FAB}" type="parTrans" cxnId="{EB118BE4-B4A4-4B03-A1E1-395E37FCC777}">
      <dgm:prSet/>
      <dgm:spPr/>
      <dgm:t>
        <a:bodyPr/>
        <a:lstStyle/>
        <a:p>
          <a:endParaRPr lang="es-ES"/>
        </a:p>
      </dgm:t>
    </dgm:pt>
    <dgm:pt modelId="{AB5C0E17-5E4E-4DCE-888D-015A4AEDA204}" type="sibTrans" cxnId="{EB118BE4-B4A4-4B03-A1E1-395E37FCC777}">
      <dgm:prSet/>
      <dgm:spPr/>
      <dgm:t>
        <a:bodyPr/>
        <a:lstStyle/>
        <a:p>
          <a:endParaRPr lang="es-ES"/>
        </a:p>
      </dgm:t>
    </dgm:pt>
    <dgm:pt modelId="{3981598A-A205-4C2D-82FA-02B6257C13F9}">
      <dgm:prSet/>
      <dgm:spPr/>
      <dgm:t>
        <a:bodyPr/>
        <a:lstStyle/>
        <a:p>
          <a:pPr>
            <a:buFont typeface="+mj-lt"/>
            <a:buAutoNum type="arabicPeriod"/>
          </a:pPr>
          <a:r>
            <a:rPr lang="es-ES" b="1" i="0"/>
            <a:t>SWT (Standard Widget </a:t>
          </a:r>
          <a:r>
            <a:rPr lang="es-ES" b="1" i="0" err="1"/>
            <a:t>Toolkit</a:t>
          </a:r>
          <a:r>
            <a:rPr lang="es-ES" b="1" i="0"/>
            <a:t>) con </a:t>
          </a:r>
          <a:r>
            <a:rPr lang="es-ES" b="1" i="0" err="1"/>
            <a:t>JFace</a:t>
          </a:r>
          <a:r>
            <a:rPr lang="es-ES" b="1" i="0"/>
            <a:t>:</a:t>
          </a:r>
          <a:r>
            <a:rPr lang="es-ES" b="0" i="0"/>
            <a:t> </a:t>
          </a:r>
        </a:p>
        <a:p>
          <a:pPr>
            <a:buFont typeface="+mj-lt"/>
            <a:buAutoNum type="arabicPeriod"/>
          </a:pPr>
          <a:r>
            <a:rPr lang="es-ES" b="0" i="0"/>
            <a:t>SWT es un conjunto de bibliotecas para la creación de interfaces gráficas en Java y es utilizado por Eclipse. Puedes utilizar </a:t>
          </a:r>
          <a:r>
            <a:rPr lang="es-ES" b="0" i="0" err="1"/>
            <a:t>JFace</a:t>
          </a:r>
          <a:r>
            <a:rPr lang="es-ES" b="0" i="0"/>
            <a:t>, una capa de abstracción sobre SWT, para simplificar la creación de interfaces de usuario.</a:t>
          </a:r>
        </a:p>
      </dgm:t>
    </dgm:pt>
    <dgm:pt modelId="{38211DE0-9825-4F9E-BD01-48DCFABB4F54}" type="parTrans" cxnId="{5BB91175-5C87-4E3F-B6EF-651FC1629A0D}">
      <dgm:prSet/>
      <dgm:spPr/>
      <dgm:t>
        <a:bodyPr/>
        <a:lstStyle/>
        <a:p>
          <a:endParaRPr lang="es-ES"/>
        </a:p>
      </dgm:t>
    </dgm:pt>
    <dgm:pt modelId="{F2C8B14D-59A6-420D-8F79-AC68608585A9}" type="sibTrans" cxnId="{5BB91175-5C87-4E3F-B6EF-651FC1629A0D}">
      <dgm:prSet/>
      <dgm:spPr/>
      <dgm:t>
        <a:bodyPr/>
        <a:lstStyle/>
        <a:p>
          <a:endParaRPr lang="es-ES"/>
        </a:p>
      </dgm:t>
    </dgm:pt>
    <dgm:pt modelId="{6B05060D-E83D-4621-8952-11DF1255D4EF}">
      <dgm:prSet/>
      <dgm:spPr/>
      <dgm:t>
        <a:bodyPr/>
        <a:lstStyle/>
        <a:p>
          <a:pPr>
            <a:buFont typeface="+mj-lt"/>
            <a:buAutoNum type="arabicPeriod"/>
          </a:pPr>
          <a:r>
            <a:rPr lang="es-ES" b="1" i="0"/>
            <a:t>Java Swing:</a:t>
          </a:r>
          <a:r>
            <a:rPr lang="es-ES" b="0" i="0"/>
            <a:t> </a:t>
          </a:r>
        </a:p>
        <a:p>
          <a:pPr>
            <a:buFont typeface="+mj-lt"/>
            <a:buAutoNum type="arabicPeriod"/>
          </a:pPr>
          <a:r>
            <a:rPr lang="es-ES" b="0" i="0"/>
            <a:t>Aunque Swing es más antiguo, sigue siendo una opción viable para el desarrollo de interfaces gráficas en Java. Puedes utilizar NetBeans GUI </a:t>
          </a:r>
          <a:r>
            <a:rPr lang="es-ES" b="0" i="0" err="1"/>
            <a:t>Builder</a:t>
          </a:r>
          <a:r>
            <a:rPr lang="es-ES" b="0" i="0"/>
            <a:t> o IntelliJ IDEA para diseñar interfaces gráficas de usuario de manera visual.</a:t>
          </a:r>
        </a:p>
      </dgm:t>
    </dgm:pt>
    <dgm:pt modelId="{6B9D94D9-5278-40D8-8F2A-9E0956038A24}" type="parTrans" cxnId="{BAF3B44C-1E58-4A53-B2C9-438DDC234656}">
      <dgm:prSet/>
      <dgm:spPr/>
      <dgm:t>
        <a:bodyPr/>
        <a:lstStyle/>
        <a:p>
          <a:endParaRPr lang="es-ES"/>
        </a:p>
      </dgm:t>
    </dgm:pt>
    <dgm:pt modelId="{8CA83909-3335-445B-B9D9-8C0A3C551126}" type="sibTrans" cxnId="{BAF3B44C-1E58-4A53-B2C9-438DDC234656}">
      <dgm:prSet/>
      <dgm:spPr/>
      <dgm:t>
        <a:bodyPr/>
        <a:lstStyle/>
        <a:p>
          <a:endParaRPr lang="es-ES"/>
        </a:p>
      </dgm:t>
    </dgm:pt>
    <dgm:pt modelId="{9A7F4BAA-5DCF-475B-9849-D11C77F253D0}">
      <dgm:prSet/>
      <dgm:spPr/>
      <dgm:t>
        <a:bodyPr/>
        <a:lstStyle/>
        <a:p>
          <a:pPr>
            <a:buFont typeface="+mj-lt"/>
            <a:buAutoNum type="arabicPeriod"/>
          </a:pPr>
          <a:r>
            <a:rPr lang="es-ES" b="1" i="0"/>
            <a:t>Eclipse e4:</a:t>
          </a:r>
          <a:r>
            <a:rPr lang="es-ES" b="0" i="0"/>
            <a:t> </a:t>
          </a:r>
        </a:p>
        <a:p>
          <a:pPr>
            <a:buFont typeface="+mj-lt"/>
            <a:buAutoNum type="arabicPeriod"/>
          </a:pPr>
          <a:r>
            <a:rPr lang="es-ES" b="0" i="0"/>
            <a:t>Eclipse e4 es un </a:t>
          </a:r>
          <a:r>
            <a:rPr lang="es-ES" b="0" i="0" err="1"/>
            <a:t>framework</a:t>
          </a:r>
          <a:r>
            <a:rPr lang="es-ES" b="0" i="0"/>
            <a:t> más moderno para el desarrollo de aplicaciones RCP (</a:t>
          </a:r>
          <a:r>
            <a:rPr lang="es-ES" b="0" i="0" err="1"/>
            <a:t>Rich</a:t>
          </a:r>
          <a:r>
            <a:rPr lang="es-ES" b="0" i="0"/>
            <a:t> Client </a:t>
          </a:r>
          <a:r>
            <a:rPr lang="es-ES" b="0" i="0" err="1"/>
            <a:t>Platform</a:t>
          </a:r>
          <a:r>
            <a:rPr lang="es-ES" b="0" i="0"/>
            <a:t>) en Eclipse. Proporciona una arquitectura más moderna y flexible para la creación de interfaces de usuario.</a:t>
          </a:r>
        </a:p>
      </dgm:t>
    </dgm:pt>
    <dgm:pt modelId="{2D3DF59C-22D2-44F1-9D1D-9EAEB7C5660B}" type="parTrans" cxnId="{DDFB343C-7B72-4339-9C8B-2252D897AB32}">
      <dgm:prSet/>
      <dgm:spPr/>
      <dgm:t>
        <a:bodyPr/>
        <a:lstStyle/>
        <a:p>
          <a:endParaRPr lang="es-ES"/>
        </a:p>
      </dgm:t>
    </dgm:pt>
    <dgm:pt modelId="{85C2EA1F-BD3C-40D1-9039-E59AF3CE9CBA}" type="sibTrans" cxnId="{DDFB343C-7B72-4339-9C8B-2252D897AB32}">
      <dgm:prSet/>
      <dgm:spPr/>
      <dgm:t>
        <a:bodyPr/>
        <a:lstStyle/>
        <a:p>
          <a:endParaRPr lang="es-ES"/>
        </a:p>
      </dgm:t>
    </dgm:pt>
    <dgm:pt modelId="{C0C5DEC8-6A96-401E-8257-79BDF11B550E}">
      <dgm:prSet/>
      <dgm:spPr/>
      <dgm:t>
        <a:bodyPr/>
        <a:lstStyle/>
        <a:p>
          <a:pPr>
            <a:buFont typeface="+mj-lt"/>
            <a:buAutoNum type="arabicPeriod"/>
          </a:pPr>
          <a:r>
            <a:rPr lang="es-ES" b="1" i="0" err="1"/>
            <a:t>JavaFX</a:t>
          </a:r>
          <a:r>
            <a:rPr lang="es-ES" b="1" i="0"/>
            <a:t> con </a:t>
          </a:r>
          <a:r>
            <a:rPr lang="es-ES" b="1" i="0" err="1"/>
            <a:t>Scene</a:t>
          </a:r>
          <a:r>
            <a:rPr lang="es-ES" b="1" i="0"/>
            <a:t> </a:t>
          </a:r>
          <a:r>
            <a:rPr lang="es-ES" b="1" i="0" err="1"/>
            <a:t>Builder</a:t>
          </a:r>
          <a:r>
            <a:rPr lang="es-ES" b="1" i="0"/>
            <a:t> en IntelliJ IDEA:</a:t>
          </a:r>
        </a:p>
        <a:p>
          <a:pPr>
            <a:buFont typeface="+mj-lt"/>
            <a:buAutoNum type="arabicPeriod"/>
          </a:pPr>
          <a:r>
            <a:rPr lang="es-ES" b="0" i="0"/>
            <a:t> IntelliJ IDEA es otra popular IDE para Java y tiene un buen soporte para </a:t>
          </a:r>
          <a:r>
            <a:rPr lang="es-ES" b="0" i="0" err="1"/>
            <a:t>JavaFX</a:t>
          </a:r>
          <a:r>
            <a:rPr lang="es-ES" b="0" i="0"/>
            <a:t>. Puedes utilizar </a:t>
          </a:r>
          <a:r>
            <a:rPr lang="es-ES" b="0" i="0" err="1"/>
            <a:t>Scene</a:t>
          </a:r>
          <a:r>
            <a:rPr lang="es-ES" b="0" i="0"/>
            <a:t> </a:t>
          </a:r>
          <a:r>
            <a:rPr lang="es-ES" b="0" i="0" err="1"/>
            <a:t>Builder</a:t>
          </a:r>
          <a:r>
            <a:rPr lang="es-ES" b="0" i="0"/>
            <a:t> con IntelliJ IDEA para diseñar interfaces gráficas de usuario de forma visual.</a:t>
          </a:r>
        </a:p>
      </dgm:t>
    </dgm:pt>
    <dgm:pt modelId="{2342E8B5-9C09-48F0-8DD6-DB36CFC152DF}" type="parTrans" cxnId="{67E1120E-FC61-4484-9005-C0449B1E4542}">
      <dgm:prSet/>
      <dgm:spPr/>
      <dgm:t>
        <a:bodyPr/>
        <a:lstStyle/>
        <a:p>
          <a:endParaRPr lang="es-ES"/>
        </a:p>
      </dgm:t>
    </dgm:pt>
    <dgm:pt modelId="{BE682060-12BC-47F4-93BA-12FE0A5E5874}" type="sibTrans" cxnId="{67E1120E-FC61-4484-9005-C0449B1E4542}">
      <dgm:prSet/>
      <dgm:spPr/>
      <dgm:t>
        <a:bodyPr/>
        <a:lstStyle/>
        <a:p>
          <a:endParaRPr lang="es-ES"/>
        </a:p>
      </dgm:t>
    </dgm:pt>
    <dgm:pt modelId="{DA23911E-E22C-41E4-9F9E-270D445708DA}" type="pres">
      <dgm:prSet presAssocID="{EB43ECFF-683E-4B0D-ACA4-1CCEA3BFCC87}" presName="diagram" presStyleCnt="0">
        <dgm:presLayoutVars>
          <dgm:dir/>
          <dgm:resizeHandles val="exact"/>
        </dgm:presLayoutVars>
      </dgm:prSet>
      <dgm:spPr/>
    </dgm:pt>
    <dgm:pt modelId="{5570A204-0071-4B04-A7C9-ED1A679A040B}" type="pres">
      <dgm:prSet presAssocID="{D574E148-CD84-46B6-8CB0-1BE93FDB5B63}" presName="node" presStyleLbl="node1" presStyleIdx="0" presStyleCnt="5">
        <dgm:presLayoutVars>
          <dgm:bulletEnabled val="1"/>
        </dgm:presLayoutVars>
      </dgm:prSet>
      <dgm:spPr/>
    </dgm:pt>
    <dgm:pt modelId="{B8FBA747-B93A-48D7-901A-67CE5259D5F6}" type="pres">
      <dgm:prSet presAssocID="{AB5C0E17-5E4E-4DCE-888D-015A4AEDA204}" presName="sibTrans" presStyleCnt="0"/>
      <dgm:spPr/>
    </dgm:pt>
    <dgm:pt modelId="{42C9AF7B-882D-49F2-98CE-06EAE3BCBE59}" type="pres">
      <dgm:prSet presAssocID="{3981598A-A205-4C2D-82FA-02B6257C13F9}" presName="node" presStyleLbl="node1" presStyleIdx="1" presStyleCnt="5">
        <dgm:presLayoutVars>
          <dgm:bulletEnabled val="1"/>
        </dgm:presLayoutVars>
      </dgm:prSet>
      <dgm:spPr/>
    </dgm:pt>
    <dgm:pt modelId="{40B281D2-D33E-4177-9FB0-2471EAE2CE88}" type="pres">
      <dgm:prSet presAssocID="{F2C8B14D-59A6-420D-8F79-AC68608585A9}" presName="sibTrans" presStyleCnt="0"/>
      <dgm:spPr/>
    </dgm:pt>
    <dgm:pt modelId="{48063EDD-B7AD-4DF6-B880-5CD2A692A347}" type="pres">
      <dgm:prSet presAssocID="{6B05060D-E83D-4621-8952-11DF1255D4EF}" presName="node" presStyleLbl="node1" presStyleIdx="2" presStyleCnt="5">
        <dgm:presLayoutVars>
          <dgm:bulletEnabled val="1"/>
        </dgm:presLayoutVars>
      </dgm:prSet>
      <dgm:spPr/>
    </dgm:pt>
    <dgm:pt modelId="{6B859F48-A64B-4D71-87C6-F3A06BFB2C70}" type="pres">
      <dgm:prSet presAssocID="{8CA83909-3335-445B-B9D9-8C0A3C551126}" presName="sibTrans" presStyleCnt="0"/>
      <dgm:spPr/>
    </dgm:pt>
    <dgm:pt modelId="{B4E06531-E5CA-49A9-ABDC-88BF61BAB0CB}" type="pres">
      <dgm:prSet presAssocID="{9A7F4BAA-5DCF-475B-9849-D11C77F253D0}" presName="node" presStyleLbl="node1" presStyleIdx="3" presStyleCnt="5">
        <dgm:presLayoutVars>
          <dgm:bulletEnabled val="1"/>
        </dgm:presLayoutVars>
      </dgm:prSet>
      <dgm:spPr/>
    </dgm:pt>
    <dgm:pt modelId="{7669204C-F0CC-4662-B0C7-9047D341AA18}" type="pres">
      <dgm:prSet presAssocID="{85C2EA1F-BD3C-40D1-9039-E59AF3CE9CBA}" presName="sibTrans" presStyleCnt="0"/>
      <dgm:spPr/>
    </dgm:pt>
    <dgm:pt modelId="{199C7E8D-78D9-44A2-8CE2-977E66025C61}" type="pres">
      <dgm:prSet presAssocID="{C0C5DEC8-6A96-401E-8257-79BDF11B550E}" presName="node" presStyleLbl="node1" presStyleIdx="4" presStyleCnt="5">
        <dgm:presLayoutVars>
          <dgm:bulletEnabled val="1"/>
        </dgm:presLayoutVars>
      </dgm:prSet>
      <dgm:spPr/>
    </dgm:pt>
  </dgm:ptLst>
  <dgm:cxnLst>
    <dgm:cxn modelId="{67E1120E-FC61-4484-9005-C0449B1E4542}" srcId="{EB43ECFF-683E-4B0D-ACA4-1CCEA3BFCC87}" destId="{C0C5DEC8-6A96-401E-8257-79BDF11B550E}" srcOrd="4" destOrd="0" parTransId="{2342E8B5-9C09-48F0-8DD6-DB36CFC152DF}" sibTransId="{BE682060-12BC-47F4-93BA-12FE0A5E5874}"/>
    <dgm:cxn modelId="{DDFB343C-7B72-4339-9C8B-2252D897AB32}" srcId="{EB43ECFF-683E-4B0D-ACA4-1CCEA3BFCC87}" destId="{9A7F4BAA-5DCF-475B-9849-D11C77F253D0}" srcOrd="3" destOrd="0" parTransId="{2D3DF59C-22D2-44F1-9D1D-9EAEB7C5660B}" sibTransId="{85C2EA1F-BD3C-40D1-9039-E59AF3CE9CBA}"/>
    <dgm:cxn modelId="{6675A25F-9708-4E19-B995-287BDEC26529}" type="presOf" srcId="{EB43ECFF-683E-4B0D-ACA4-1CCEA3BFCC87}" destId="{DA23911E-E22C-41E4-9F9E-270D445708DA}" srcOrd="0" destOrd="0" presId="urn:microsoft.com/office/officeart/2005/8/layout/default"/>
    <dgm:cxn modelId="{69F2AC6B-25D4-444F-8FF1-9D4BBCC17A0C}" type="presOf" srcId="{D574E148-CD84-46B6-8CB0-1BE93FDB5B63}" destId="{5570A204-0071-4B04-A7C9-ED1A679A040B}" srcOrd="0" destOrd="0" presId="urn:microsoft.com/office/officeart/2005/8/layout/default"/>
    <dgm:cxn modelId="{BAF3B44C-1E58-4A53-B2C9-438DDC234656}" srcId="{EB43ECFF-683E-4B0D-ACA4-1CCEA3BFCC87}" destId="{6B05060D-E83D-4621-8952-11DF1255D4EF}" srcOrd="2" destOrd="0" parTransId="{6B9D94D9-5278-40D8-8F2A-9E0956038A24}" sibTransId="{8CA83909-3335-445B-B9D9-8C0A3C551126}"/>
    <dgm:cxn modelId="{5BB91175-5C87-4E3F-B6EF-651FC1629A0D}" srcId="{EB43ECFF-683E-4B0D-ACA4-1CCEA3BFCC87}" destId="{3981598A-A205-4C2D-82FA-02B6257C13F9}" srcOrd="1" destOrd="0" parTransId="{38211DE0-9825-4F9E-BD01-48DCFABB4F54}" sibTransId="{F2C8B14D-59A6-420D-8F79-AC68608585A9}"/>
    <dgm:cxn modelId="{456C2289-1C90-43FF-B8DB-E20074F0667D}" type="presOf" srcId="{6B05060D-E83D-4621-8952-11DF1255D4EF}" destId="{48063EDD-B7AD-4DF6-B880-5CD2A692A347}" srcOrd="0" destOrd="0" presId="urn:microsoft.com/office/officeart/2005/8/layout/default"/>
    <dgm:cxn modelId="{63B30BC6-58B2-4401-AE4A-41CAD5BAFC7A}" type="presOf" srcId="{C0C5DEC8-6A96-401E-8257-79BDF11B550E}" destId="{199C7E8D-78D9-44A2-8CE2-977E66025C61}" srcOrd="0" destOrd="0" presId="urn:microsoft.com/office/officeart/2005/8/layout/default"/>
    <dgm:cxn modelId="{829347D1-E50F-460A-9BE0-599859C62CCD}" type="presOf" srcId="{9A7F4BAA-5DCF-475B-9849-D11C77F253D0}" destId="{B4E06531-E5CA-49A9-ABDC-88BF61BAB0CB}" srcOrd="0" destOrd="0" presId="urn:microsoft.com/office/officeart/2005/8/layout/default"/>
    <dgm:cxn modelId="{EB118BE4-B4A4-4B03-A1E1-395E37FCC777}" srcId="{EB43ECFF-683E-4B0D-ACA4-1CCEA3BFCC87}" destId="{D574E148-CD84-46B6-8CB0-1BE93FDB5B63}" srcOrd="0" destOrd="0" parTransId="{8201BDBE-694C-4751-962B-D0EF77E74FAB}" sibTransId="{AB5C0E17-5E4E-4DCE-888D-015A4AEDA204}"/>
    <dgm:cxn modelId="{247DA1E6-EFA1-4218-9A08-2407CAC97140}" type="presOf" srcId="{3981598A-A205-4C2D-82FA-02B6257C13F9}" destId="{42C9AF7B-882D-49F2-98CE-06EAE3BCBE59}" srcOrd="0" destOrd="0" presId="urn:microsoft.com/office/officeart/2005/8/layout/default"/>
    <dgm:cxn modelId="{5035C78D-9F14-4092-A695-FCC9559F3BEE}" type="presParOf" srcId="{DA23911E-E22C-41E4-9F9E-270D445708DA}" destId="{5570A204-0071-4B04-A7C9-ED1A679A040B}" srcOrd="0" destOrd="0" presId="urn:microsoft.com/office/officeart/2005/8/layout/default"/>
    <dgm:cxn modelId="{3CC70274-B1E3-4425-872D-59840A9CBAF2}" type="presParOf" srcId="{DA23911E-E22C-41E4-9F9E-270D445708DA}" destId="{B8FBA747-B93A-48D7-901A-67CE5259D5F6}" srcOrd="1" destOrd="0" presId="urn:microsoft.com/office/officeart/2005/8/layout/default"/>
    <dgm:cxn modelId="{D27127DE-9ABD-441E-B9D4-905048C7366C}" type="presParOf" srcId="{DA23911E-E22C-41E4-9F9E-270D445708DA}" destId="{42C9AF7B-882D-49F2-98CE-06EAE3BCBE59}" srcOrd="2" destOrd="0" presId="urn:microsoft.com/office/officeart/2005/8/layout/default"/>
    <dgm:cxn modelId="{4A0DEAEC-FF4A-4B73-B3CE-36A8A161E3D4}" type="presParOf" srcId="{DA23911E-E22C-41E4-9F9E-270D445708DA}" destId="{40B281D2-D33E-4177-9FB0-2471EAE2CE88}" srcOrd="3" destOrd="0" presId="urn:microsoft.com/office/officeart/2005/8/layout/default"/>
    <dgm:cxn modelId="{AD2E9C15-BA84-4732-9314-84390BEF173C}" type="presParOf" srcId="{DA23911E-E22C-41E4-9F9E-270D445708DA}" destId="{48063EDD-B7AD-4DF6-B880-5CD2A692A347}" srcOrd="4" destOrd="0" presId="urn:microsoft.com/office/officeart/2005/8/layout/default"/>
    <dgm:cxn modelId="{4B0FC492-4CA7-4BE5-86EC-39D0E4CF9924}" type="presParOf" srcId="{DA23911E-E22C-41E4-9F9E-270D445708DA}" destId="{6B859F48-A64B-4D71-87C6-F3A06BFB2C70}" srcOrd="5" destOrd="0" presId="urn:microsoft.com/office/officeart/2005/8/layout/default"/>
    <dgm:cxn modelId="{9473FF6A-25AD-4A45-8B74-40E7F8087E27}" type="presParOf" srcId="{DA23911E-E22C-41E4-9F9E-270D445708DA}" destId="{B4E06531-E5CA-49A9-ABDC-88BF61BAB0CB}" srcOrd="6" destOrd="0" presId="urn:microsoft.com/office/officeart/2005/8/layout/default"/>
    <dgm:cxn modelId="{956DEBC8-B26D-486C-92CD-0524EF69BEBE}" type="presParOf" srcId="{DA23911E-E22C-41E4-9F9E-270D445708DA}" destId="{7669204C-F0CC-4662-B0C7-9047D341AA18}" srcOrd="7" destOrd="0" presId="urn:microsoft.com/office/officeart/2005/8/layout/default"/>
    <dgm:cxn modelId="{02F5AD2E-3C30-4341-9A03-F3E1CC067AC0}" type="presParOf" srcId="{DA23911E-E22C-41E4-9F9E-270D445708DA}" destId="{199C7E8D-78D9-44A2-8CE2-977E66025C6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22B4D7-E527-40FB-BE25-73BE10598442}">
      <dsp:nvSpPr>
        <dsp:cNvPr id="0" name=""/>
        <dsp:cNvSpPr/>
      </dsp:nvSpPr>
      <dsp:spPr>
        <a:xfrm>
          <a:off x="0" y="0"/>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2F5EE04-E309-4B9F-AE2F-0A7C9DF67AF3}">
      <dsp:nvSpPr>
        <dsp:cNvPr id="0" name=""/>
        <dsp:cNvSpPr/>
      </dsp:nvSpPr>
      <dsp:spPr>
        <a:xfrm>
          <a:off x="0" y="0"/>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Contenedores </a:t>
          </a:r>
        </a:p>
        <a:p>
          <a:pPr marL="0" lvl="0" indent="0" algn="l" defTabSz="711200">
            <a:lnSpc>
              <a:spcPct val="90000"/>
            </a:lnSpc>
            <a:spcBef>
              <a:spcPct val="0"/>
            </a:spcBef>
            <a:spcAft>
              <a:spcPct val="35000"/>
            </a:spcAft>
            <a:buNone/>
          </a:pPr>
          <a:r>
            <a:rPr lang="es-ES" sz="1600" b="1" kern="1200"/>
            <a:t>Componentes: características y campo de aplicación</a:t>
          </a:r>
          <a:endParaRPr lang="en-US" sz="1600" kern="1200"/>
        </a:p>
      </dsp:txBody>
      <dsp:txXfrm>
        <a:off x="0" y="0"/>
        <a:ext cx="5057775" cy="679251"/>
      </dsp:txXfrm>
    </dsp:sp>
    <dsp:sp modelId="{6EFD8BCA-983E-4C73-96D1-0261D937B622}">
      <dsp:nvSpPr>
        <dsp:cNvPr id="0" name=""/>
        <dsp:cNvSpPr/>
      </dsp:nvSpPr>
      <dsp:spPr>
        <a:xfrm>
          <a:off x="0" y="679251"/>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079DF29-0E01-42E6-AB25-1EFD80CB287D}">
      <dsp:nvSpPr>
        <dsp:cNvPr id="0" name=""/>
        <dsp:cNvSpPr/>
      </dsp:nvSpPr>
      <dsp:spPr>
        <a:xfrm>
          <a:off x="0" y="679251"/>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Enlace de componentes a datos</a:t>
          </a:r>
          <a:endParaRPr lang="en-US" sz="1600" kern="1200"/>
        </a:p>
      </dsp:txBody>
      <dsp:txXfrm>
        <a:off x="0" y="679251"/>
        <a:ext cx="5057775" cy="679251"/>
      </dsp:txXfrm>
    </dsp:sp>
    <dsp:sp modelId="{E50AD582-88E0-4BCB-B423-7763FFBC914E}">
      <dsp:nvSpPr>
        <dsp:cNvPr id="0" name=""/>
        <dsp:cNvSpPr/>
      </dsp:nvSpPr>
      <dsp:spPr>
        <a:xfrm>
          <a:off x="0" y="1358503"/>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483C39D-9F88-4169-BDAD-D43CA76ABFFD}">
      <dsp:nvSpPr>
        <dsp:cNvPr id="0" name=""/>
        <dsp:cNvSpPr/>
      </dsp:nvSpPr>
      <dsp:spPr>
        <a:xfrm>
          <a:off x="0" y="1358503"/>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Diversos Tipos de Administradores de Diseño (Layout Managers)</a:t>
          </a:r>
          <a:endParaRPr lang="en-US" sz="1600" kern="1200"/>
        </a:p>
      </dsp:txBody>
      <dsp:txXfrm>
        <a:off x="0" y="1358503"/>
        <a:ext cx="5057775" cy="679251"/>
      </dsp:txXfrm>
    </dsp:sp>
    <dsp:sp modelId="{0D2A4037-E533-4DCF-91B6-26D126813A66}">
      <dsp:nvSpPr>
        <dsp:cNvPr id="0" name=""/>
        <dsp:cNvSpPr/>
      </dsp:nvSpPr>
      <dsp:spPr>
        <a:xfrm>
          <a:off x="0" y="2037754"/>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AF4B03A-87D5-45DC-935F-0956E03CD5DA}">
      <dsp:nvSpPr>
        <dsp:cNvPr id="0" name=""/>
        <dsp:cNvSpPr/>
      </dsp:nvSpPr>
      <dsp:spPr>
        <a:xfrm>
          <a:off x="0" y="2037754"/>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Asociación de acciones a eventos. Programación de eventos</a:t>
          </a:r>
          <a:endParaRPr lang="en-US" sz="1600" kern="1200"/>
        </a:p>
      </dsp:txBody>
      <dsp:txXfrm>
        <a:off x="0" y="2037754"/>
        <a:ext cx="5057775" cy="679251"/>
      </dsp:txXfrm>
    </dsp:sp>
    <dsp:sp modelId="{1A4DA901-560A-4A78-AE70-C3E270CE3EC5}">
      <dsp:nvSpPr>
        <dsp:cNvPr id="0" name=""/>
        <dsp:cNvSpPr/>
      </dsp:nvSpPr>
      <dsp:spPr>
        <a:xfrm>
          <a:off x="0" y="2717006"/>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C8ED5C4-934E-4FDB-BDFE-46C74439D72A}">
      <dsp:nvSpPr>
        <dsp:cNvPr id="0" name=""/>
        <dsp:cNvSpPr/>
      </dsp:nvSpPr>
      <dsp:spPr>
        <a:xfrm>
          <a:off x="0" y="2717006"/>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Diálogos modales y no modales</a:t>
          </a:r>
          <a:endParaRPr lang="en-US" sz="1600" kern="1200"/>
        </a:p>
      </dsp:txBody>
      <dsp:txXfrm>
        <a:off x="0" y="2717006"/>
        <a:ext cx="5057775" cy="679251"/>
      </dsp:txXfrm>
    </dsp:sp>
    <dsp:sp modelId="{1969EA11-3A0F-4981-BD94-7DA10CFF0C77}">
      <dsp:nvSpPr>
        <dsp:cNvPr id="0" name=""/>
        <dsp:cNvSpPr/>
      </dsp:nvSpPr>
      <dsp:spPr>
        <a:xfrm>
          <a:off x="0" y="3396258"/>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931CC56-4602-4D0F-A801-B71FE1FFBEA1}">
      <dsp:nvSpPr>
        <dsp:cNvPr id="0" name=""/>
        <dsp:cNvSpPr/>
      </dsp:nvSpPr>
      <dsp:spPr>
        <a:xfrm>
          <a:off x="0" y="3396258"/>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Edición del código generado por la herramienta de diseño</a:t>
          </a:r>
          <a:endParaRPr lang="en-US" sz="1600" kern="1200"/>
        </a:p>
      </dsp:txBody>
      <dsp:txXfrm>
        <a:off x="0" y="3396258"/>
        <a:ext cx="5057775" cy="679251"/>
      </dsp:txXfrm>
    </dsp:sp>
    <dsp:sp modelId="{84328982-26D6-4039-9995-58D0AB339A23}">
      <dsp:nvSpPr>
        <dsp:cNvPr id="0" name=""/>
        <dsp:cNvSpPr/>
      </dsp:nvSpPr>
      <dsp:spPr>
        <a:xfrm>
          <a:off x="0" y="4075509"/>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7E9D7AD-C7ED-467D-84A2-66D2B74DA1DA}">
      <dsp:nvSpPr>
        <dsp:cNvPr id="0" name=""/>
        <dsp:cNvSpPr/>
      </dsp:nvSpPr>
      <dsp:spPr>
        <a:xfrm>
          <a:off x="0" y="4075509"/>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Clases, propiedades, métodos. Librerías de clases</a:t>
          </a:r>
          <a:endParaRPr lang="en-US" sz="1600" kern="1200"/>
        </a:p>
      </dsp:txBody>
      <dsp:txXfrm>
        <a:off x="0" y="4075509"/>
        <a:ext cx="5057775" cy="679251"/>
      </dsp:txXfrm>
    </dsp:sp>
    <dsp:sp modelId="{D69BBDEC-D660-4A59-A322-AE527518FB18}">
      <dsp:nvSpPr>
        <dsp:cNvPr id="0" name=""/>
        <dsp:cNvSpPr/>
      </dsp:nvSpPr>
      <dsp:spPr>
        <a:xfrm>
          <a:off x="0" y="4754761"/>
          <a:ext cx="5057775"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9451FD4-47EF-4BB3-AE88-7D040FA1324E}">
      <dsp:nvSpPr>
        <dsp:cNvPr id="0" name=""/>
        <dsp:cNvSpPr/>
      </dsp:nvSpPr>
      <dsp:spPr>
        <a:xfrm>
          <a:off x="0" y="4754761"/>
          <a:ext cx="5057775" cy="679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b="1" kern="1200"/>
            <a:t>Eventos: escuchadores</a:t>
          </a:r>
          <a:endParaRPr lang="en-US" sz="1600" kern="1200"/>
        </a:p>
      </dsp:txBody>
      <dsp:txXfrm>
        <a:off x="0" y="4754761"/>
        <a:ext cx="5057775" cy="6792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B64F3B-F0CF-4D1A-A9F3-F5C97C02B5EB}">
      <dsp:nvSpPr>
        <dsp:cNvPr id="0" name=""/>
        <dsp:cNvSpPr/>
      </dsp:nvSpPr>
      <dsp:spPr>
        <a:xfrm rot="16200000">
          <a:off x="421" y="404940"/>
          <a:ext cx="3257522" cy="3257522"/>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s-ES" sz="2300" kern="1200"/>
            <a:t>Absolute layout, si redimensionas la ventana, el botón no</a:t>
          </a:r>
          <a:endParaRPr lang="en-US" sz="2300" kern="1200"/>
        </a:p>
      </dsp:txBody>
      <dsp:txXfrm rot="5400000">
        <a:off x="422" y="1219319"/>
        <a:ext cx="2687456" cy="1628761"/>
      </dsp:txXfrm>
    </dsp:sp>
    <dsp:sp modelId="{5332909D-570D-4EC9-B5C5-843AA3EDFC41}">
      <dsp:nvSpPr>
        <dsp:cNvPr id="0" name=""/>
        <dsp:cNvSpPr/>
      </dsp:nvSpPr>
      <dsp:spPr>
        <a:xfrm rot="5400000">
          <a:off x="3460491" y="404940"/>
          <a:ext cx="3257522" cy="3257522"/>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s-ES" sz="2300" kern="1200"/>
            <a:t>Se modificaría su posición</a:t>
          </a:r>
          <a:endParaRPr lang="en-US" sz="2300" kern="1200"/>
        </a:p>
      </dsp:txBody>
      <dsp:txXfrm rot="-5400000">
        <a:off x="4030558" y="1219321"/>
        <a:ext cx="2687456" cy="16287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F05298-71AD-47B9-92F6-7F0FDE3F77A8}">
      <dsp:nvSpPr>
        <dsp:cNvPr id="0" name=""/>
        <dsp:cNvSpPr/>
      </dsp:nvSpPr>
      <dsp:spPr>
        <a:xfrm>
          <a:off x="0" y="0"/>
          <a:ext cx="1193482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A1DDDB-48A9-4615-A49F-005FCFE2B3DC}">
      <dsp:nvSpPr>
        <dsp:cNvPr id="0" name=""/>
        <dsp:cNvSpPr/>
      </dsp:nvSpPr>
      <dsp:spPr>
        <a:xfrm>
          <a:off x="0" y="0"/>
          <a:ext cx="2386964" cy="1819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SzPts val="1000"/>
            <a:buFont typeface="Symbol" panose="05050102010706020507" pitchFamily="18" charset="2"/>
            <a:buNone/>
          </a:pPr>
          <a:r>
            <a:rPr lang="es-ES" sz="2400" b="1" kern="1200"/>
            <a:t>Características:</a:t>
          </a:r>
          <a:endParaRPr lang="es-ES" sz="2400" kern="1200"/>
        </a:p>
      </dsp:txBody>
      <dsp:txXfrm>
        <a:off x="0" y="0"/>
        <a:ext cx="2386964" cy="1819274"/>
      </dsp:txXfrm>
    </dsp:sp>
    <dsp:sp modelId="{3EB23117-AE89-46BE-A3B2-AE2D74B8685D}">
      <dsp:nvSpPr>
        <dsp:cNvPr id="0" name=""/>
        <dsp:cNvSpPr/>
      </dsp:nvSpPr>
      <dsp:spPr>
        <a:xfrm>
          <a:off x="2565987" y="21386"/>
          <a:ext cx="9368836" cy="42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Los JButton son componentes que permiten al usuario activar una acción o evento al hacer clic en ellos.</a:t>
          </a:r>
        </a:p>
      </dsp:txBody>
      <dsp:txXfrm>
        <a:off x="2565987" y="21386"/>
        <a:ext cx="9368836" cy="427725"/>
      </dsp:txXfrm>
    </dsp:sp>
    <dsp:sp modelId="{422C1C6C-F309-4705-89C9-9BAD75D78DC1}">
      <dsp:nvSpPr>
        <dsp:cNvPr id="0" name=""/>
        <dsp:cNvSpPr/>
      </dsp:nvSpPr>
      <dsp:spPr>
        <a:xfrm>
          <a:off x="2386964" y="449111"/>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733CE0-93CE-429E-80BD-354E2929BF4C}">
      <dsp:nvSpPr>
        <dsp:cNvPr id="0" name=""/>
        <dsp:cNvSpPr/>
      </dsp:nvSpPr>
      <dsp:spPr>
        <a:xfrm>
          <a:off x="2565987" y="470497"/>
          <a:ext cx="9368836" cy="42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Pueden mostrar texto, íconos o una combinación de ambos.</a:t>
          </a:r>
        </a:p>
      </dsp:txBody>
      <dsp:txXfrm>
        <a:off x="2565987" y="470497"/>
        <a:ext cx="9368836" cy="427725"/>
      </dsp:txXfrm>
    </dsp:sp>
    <dsp:sp modelId="{D03A89AB-A317-4FDC-A917-760EFD474A92}">
      <dsp:nvSpPr>
        <dsp:cNvPr id="0" name=""/>
        <dsp:cNvSpPr/>
      </dsp:nvSpPr>
      <dsp:spPr>
        <a:xfrm>
          <a:off x="2386964" y="898222"/>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B17DB4-552F-4B01-987D-79D2EE99CFE8}">
      <dsp:nvSpPr>
        <dsp:cNvPr id="0" name=""/>
        <dsp:cNvSpPr/>
      </dsp:nvSpPr>
      <dsp:spPr>
        <a:xfrm>
          <a:off x="2565987" y="919608"/>
          <a:ext cx="9368836" cy="42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Soportan la personalización de aspectos visuales como el color, el tamaño, y la fuente.</a:t>
          </a:r>
        </a:p>
      </dsp:txBody>
      <dsp:txXfrm>
        <a:off x="2565987" y="919608"/>
        <a:ext cx="9368836" cy="427725"/>
      </dsp:txXfrm>
    </dsp:sp>
    <dsp:sp modelId="{F2FEF064-8D5A-491E-89D9-83195FF5BD56}">
      <dsp:nvSpPr>
        <dsp:cNvPr id="0" name=""/>
        <dsp:cNvSpPr/>
      </dsp:nvSpPr>
      <dsp:spPr>
        <a:xfrm>
          <a:off x="2386964" y="1347333"/>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46F3E7-17F1-4717-8EE7-5F7BF5EC31F1}">
      <dsp:nvSpPr>
        <dsp:cNvPr id="0" name=""/>
        <dsp:cNvSpPr/>
      </dsp:nvSpPr>
      <dsp:spPr>
        <a:xfrm>
          <a:off x="2565987" y="1368720"/>
          <a:ext cx="9368836" cy="42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Capacidad para añadir escuchadores de eventos (ActionListener) para manejar acciones específicas cuando el botón es presionado.</a:t>
          </a:r>
        </a:p>
      </dsp:txBody>
      <dsp:txXfrm>
        <a:off x="2565987" y="1368720"/>
        <a:ext cx="9368836" cy="427725"/>
      </dsp:txXfrm>
    </dsp:sp>
    <dsp:sp modelId="{E5125972-E5B1-4FB6-82DC-F85DB3FCE56D}">
      <dsp:nvSpPr>
        <dsp:cNvPr id="0" name=""/>
        <dsp:cNvSpPr/>
      </dsp:nvSpPr>
      <dsp:spPr>
        <a:xfrm>
          <a:off x="2386964" y="1796445"/>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1E336A-BDD4-41F2-A1CB-79BFB63A2AC3}">
      <dsp:nvSpPr>
        <dsp:cNvPr id="0" name=""/>
        <dsp:cNvSpPr/>
      </dsp:nvSpPr>
      <dsp:spPr>
        <a:xfrm>
          <a:off x="0" y="1819274"/>
          <a:ext cx="1193482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E56790-DF3F-478D-A4E4-83289A82F19A}">
      <dsp:nvSpPr>
        <dsp:cNvPr id="0" name=""/>
        <dsp:cNvSpPr/>
      </dsp:nvSpPr>
      <dsp:spPr>
        <a:xfrm>
          <a:off x="0" y="1819274"/>
          <a:ext cx="2386964" cy="1819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a:t>Campo de Aplicación:</a:t>
          </a:r>
          <a:endParaRPr lang="es-ES" sz="2400" kern="1200"/>
        </a:p>
      </dsp:txBody>
      <dsp:txXfrm>
        <a:off x="0" y="1819274"/>
        <a:ext cx="2386964" cy="1819274"/>
      </dsp:txXfrm>
    </dsp:sp>
    <dsp:sp modelId="{5790BE1D-0963-4EF5-8CB3-9A50274D90FB}">
      <dsp:nvSpPr>
        <dsp:cNvPr id="0" name=""/>
        <dsp:cNvSpPr/>
      </dsp:nvSpPr>
      <dsp:spPr>
        <a:xfrm>
          <a:off x="2565987" y="1861558"/>
          <a:ext cx="9368836" cy="845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Uso en formularios para enviar datos, navegar entre pantallas o activar funciones específicas.</a:t>
          </a:r>
        </a:p>
      </dsp:txBody>
      <dsp:txXfrm>
        <a:off x="2565987" y="1861558"/>
        <a:ext cx="9368836" cy="845678"/>
      </dsp:txXfrm>
    </dsp:sp>
    <dsp:sp modelId="{642D745A-3B5B-4EFF-97EF-77C2688F3434}">
      <dsp:nvSpPr>
        <dsp:cNvPr id="0" name=""/>
        <dsp:cNvSpPr/>
      </dsp:nvSpPr>
      <dsp:spPr>
        <a:xfrm>
          <a:off x="2386964" y="2707237"/>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155C54-A21C-4711-8926-40577E9A4974}">
      <dsp:nvSpPr>
        <dsp:cNvPr id="0" name=""/>
        <dsp:cNvSpPr/>
      </dsp:nvSpPr>
      <dsp:spPr>
        <a:xfrm>
          <a:off x="2565987" y="2749521"/>
          <a:ext cx="9368836" cy="845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SzPts val="1000"/>
            <a:buFont typeface="Courier New" panose="02070309020205020404" pitchFamily="49" charset="0"/>
            <a:buNone/>
          </a:pPr>
          <a:r>
            <a:rPr lang="es-ES" sz="1800" kern="1200"/>
            <a:t>En barras de herramientas para ejecutar acciones comunes como guardar, abrir, o cerrar archivos.</a:t>
          </a:r>
        </a:p>
      </dsp:txBody>
      <dsp:txXfrm>
        <a:off x="2565987" y="2749521"/>
        <a:ext cx="9368836" cy="845678"/>
      </dsp:txXfrm>
    </dsp:sp>
    <dsp:sp modelId="{CFFFE10C-45F7-4592-A14F-B80B05F53877}">
      <dsp:nvSpPr>
        <dsp:cNvPr id="0" name=""/>
        <dsp:cNvSpPr/>
      </dsp:nvSpPr>
      <dsp:spPr>
        <a:xfrm>
          <a:off x="2386964" y="3595200"/>
          <a:ext cx="954785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F4FD9-BA94-4C52-9FBD-9004E945CAF2}">
      <dsp:nvSpPr>
        <dsp:cNvPr id="0" name=""/>
        <dsp:cNvSpPr/>
      </dsp:nvSpPr>
      <dsp:spPr>
        <a:xfrm>
          <a:off x="240308" y="715548"/>
          <a:ext cx="5187832" cy="6103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1DB0A5-0802-4071-B58D-A360257F99B4}">
      <dsp:nvSpPr>
        <dsp:cNvPr id="0" name=""/>
        <dsp:cNvSpPr/>
      </dsp:nvSpPr>
      <dsp:spPr>
        <a:xfrm>
          <a:off x="240308" y="944764"/>
          <a:ext cx="381116" cy="38111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918EC3-BCF2-407D-8272-533EBBFD4B33}">
      <dsp:nvSpPr>
        <dsp:cNvPr id="0" name=""/>
        <dsp:cNvSpPr/>
      </dsp:nvSpPr>
      <dsp:spPr>
        <a:xfrm>
          <a:off x="240308" y="0"/>
          <a:ext cx="5187832" cy="334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SzPts val="1000"/>
            <a:buFont typeface="Symbol" panose="05050102010706020507" pitchFamily="18" charset="2"/>
            <a:buNone/>
          </a:pPr>
          <a:r>
            <a:rPr lang="es-ES" sz="1400" b="1" kern="1200"/>
            <a:t>Características:</a:t>
          </a:r>
          <a:endParaRPr lang="es-ES" sz="1400" kern="1200"/>
        </a:p>
      </dsp:txBody>
      <dsp:txXfrm>
        <a:off x="240308" y="0"/>
        <a:ext cx="5187832" cy="334680"/>
      </dsp:txXfrm>
    </dsp:sp>
    <dsp:sp modelId="{FD13E5B3-06F8-4C89-9204-C2651F7903ED}">
      <dsp:nvSpPr>
        <dsp:cNvPr id="0" name=""/>
        <dsp:cNvSpPr/>
      </dsp:nvSpPr>
      <dsp:spPr>
        <a:xfrm>
          <a:off x="240308" y="1833136"/>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BE73DE-8481-41CA-9BB9-BFCC93EAED9E}">
      <dsp:nvSpPr>
        <dsp:cNvPr id="0" name=""/>
        <dsp:cNvSpPr/>
      </dsp:nvSpPr>
      <dsp:spPr>
        <a:xfrm>
          <a:off x="603457" y="1579508"/>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a:t>JTextField es un campo de entrada de una sola línea que permite al usuario introducir texto corto.</a:t>
          </a:r>
        </a:p>
      </dsp:txBody>
      <dsp:txXfrm>
        <a:off x="603457" y="1579508"/>
        <a:ext cx="4824684" cy="888362"/>
      </dsp:txXfrm>
    </dsp:sp>
    <dsp:sp modelId="{B596A932-2809-4DB3-9DDB-FEFBA8556AB3}">
      <dsp:nvSpPr>
        <dsp:cNvPr id="0" name=""/>
        <dsp:cNvSpPr/>
      </dsp:nvSpPr>
      <dsp:spPr>
        <a:xfrm>
          <a:off x="240308" y="2721498"/>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BB4C38-E3BC-45E5-B30E-A78519CF3491}">
      <dsp:nvSpPr>
        <dsp:cNvPr id="0" name=""/>
        <dsp:cNvSpPr/>
      </dsp:nvSpPr>
      <dsp:spPr>
        <a:xfrm>
          <a:off x="603457" y="2467871"/>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SzPts val="1000"/>
            <a:buFont typeface="Courier New" panose="02070309020205020404" pitchFamily="49" charset="0"/>
            <a:buNone/>
          </a:pPr>
          <a:r>
            <a:rPr lang="es-ES" sz="1500" kern="1200"/>
            <a:t>JTextArea es un campo de texto de múltiples líneas, utilizado para la entrada de texto más largo o para mostrar texto en formato de párrafo.</a:t>
          </a:r>
        </a:p>
      </dsp:txBody>
      <dsp:txXfrm>
        <a:off x="603457" y="2467871"/>
        <a:ext cx="4824684" cy="888362"/>
      </dsp:txXfrm>
    </dsp:sp>
    <dsp:sp modelId="{92166087-3715-48B9-959A-A693C9A219DC}">
      <dsp:nvSpPr>
        <dsp:cNvPr id="0" name=""/>
        <dsp:cNvSpPr/>
      </dsp:nvSpPr>
      <dsp:spPr>
        <a:xfrm>
          <a:off x="240308" y="3609861"/>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5DDC6D-1A10-490F-B8BE-74990204B852}">
      <dsp:nvSpPr>
        <dsp:cNvPr id="0" name=""/>
        <dsp:cNvSpPr/>
      </dsp:nvSpPr>
      <dsp:spPr>
        <a:xfrm>
          <a:off x="603457" y="3356234"/>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SzPts val="1000"/>
            <a:buFont typeface="Courier New" panose="02070309020205020404" pitchFamily="49" charset="0"/>
            <a:buNone/>
          </a:pPr>
          <a:r>
            <a:rPr lang="es-ES" sz="1500" kern="1200"/>
            <a:t>Soportan la selección de texto, edición, y funciones como copiar, cortar, y pegar.</a:t>
          </a:r>
        </a:p>
      </dsp:txBody>
      <dsp:txXfrm>
        <a:off x="603457" y="3356234"/>
        <a:ext cx="4824684" cy="888362"/>
      </dsp:txXfrm>
    </dsp:sp>
    <dsp:sp modelId="{79A97B76-5915-41CF-8E12-68C476A4FD4A}">
      <dsp:nvSpPr>
        <dsp:cNvPr id="0" name=""/>
        <dsp:cNvSpPr/>
      </dsp:nvSpPr>
      <dsp:spPr>
        <a:xfrm>
          <a:off x="240308" y="4498224"/>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01E7A1-E19D-4092-8635-B9B894CEBFC1}">
      <dsp:nvSpPr>
        <dsp:cNvPr id="0" name=""/>
        <dsp:cNvSpPr/>
      </dsp:nvSpPr>
      <dsp:spPr>
        <a:xfrm>
          <a:off x="603457" y="4244596"/>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SzPts val="1000"/>
            <a:buFont typeface="Courier New" panose="02070309020205020404" pitchFamily="49" charset="0"/>
            <a:buNone/>
          </a:pPr>
          <a:r>
            <a:rPr lang="es-ES" sz="1500" kern="1200"/>
            <a:t>Pueden tener restricciones como número máximo de caracteres o solo permitir la entrada de ciertos tipos de datos (números, letras).</a:t>
          </a:r>
        </a:p>
      </dsp:txBody>
      <dsp:txXfrm>
        <a:off x="603457" y="4244596"/>
        <a:ext cx="4824684" cy="888362"/>
      </dsp:txXfrm>
    </dsp:sp>
    <dsp:sp modelId="{D8E330C4-E925-4C2F-9C04-84ACA6C6F1BE}">
      <dsp:nvSpPr>
        <dsp:cNvPr id="0" name=""/>
        <dsp:cNvSpPr/>
      </dsp:nvSpPr>
      <dsp:spPr>
        <a:xfrm>
          <a:off x="5687533" y="792154"/>
          <a:ext cx="5187832" cy="6103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53B076-B45B-4056-BDC8-74A00D2E36B1}">
      <dsp:nvSpPr>
        <dsp:cNvPr id="0" name=""/>
        <dsp:cNvSpPr/>
      </dsp:nvSpPr>
      <dsp:spPr>
        <a:xfrm>
          <a:off x="5687533" y="1021370"/>
          <a:ext cx="381116" cy="38111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7F2E11-761D-4DC3-B354-2360B2B5AFBC}">
      <dsp:nvSpPr>
        <dsp:cNvPr id="0" name=""/>
        <dsp:cNvSpPr/>
      </dsp:nvSpPr>
      <dsp:spPr>
        <a:xfrm>
          <a:off x="5687533" y="0"/>
          <a:ext cx="5187832" cy="487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s-ES" sz="1400" b="1" kern="1200"/>
            <a:t>Campo de Aplicación:</a:t>
          </a:r>
          <a:endParaRPr lang="es-ES" sz="1400" kern="1200"/>
        </a:p>
      </dsp:txBody>
      <dsp:txXfrm>
        <a:off x="5687533" y="0"/>
        <a:ext cx="5187832" cy="487893"/>
      </dsp:txXfrm>
    </dsp:sp>
    <dsp:sp modelId="{3D6BB957-4A85-4B31-842F-13A8E1BB1414}">
      <dsp:nvSpPr>
        <dsp:cNvPr id="0" name=""/>
        <dsp:cNvSpPr/>
      </dsp:nvSpPr>
      <dsp:spPr>
        <a:xfrm>
          <a:off x="5687533" y="1909742"/>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9C3FBB-C852-426B-A7E5-40850E8C8A21}">
      <dsp:nvSpPr>
        <dsp:cNvPr id="0" name=""/>
        <dsp:cNvSpPr/>
      </dsp:nvSpPr>
      <dsp:spPr>
        <a:xfrm>
          <a:off x="6050681" y="1656115"/>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a:t>Formularios donde se requiere la entrada de datos, como nombres, direcciones de correo electrónico o comentarios.</a:t>
          </a:r>
        </a:p>
      </dsp:txBody>
      <dsp:txXfrm>
        <a:off x="6050681" y="1656115"/>
        <a:ext cx="4824684" cy="888362"/>
      </dsp:txXfrm>
    </dsp:sp>
    <dsp:sp modelId="{41CEC292-E735-4780-872A-5A6736F419BF}">
      <dsp:nvSpPr>
        <dsp:cNvPr id="0" name=""/>
        <dsp:cNvSpPr/>
      </dsp:nvSpPr>
      <dsp:spPr>
        <a:xfrm>
          <a:off x="5687533" y="2798105"/>
          <a:ext cx="381107" cy="38110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FCA6DC-E479-4421-A27C-8A0CFFF85AE0}">
      <dsp:nvSpPr>
        <dsp:cNvPr id="0" name=""/>
        <dsp:cNvSpPr/>
      </dsp:nvSpPr>
      <dsp:spPr>
        <a:xfrm>
          <a:off x="6050681" y="2544477"/>
          <a:ext cx="4824684" cy="888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SzPts val="1000"/>
            <a:buFont typeface="Courier New" panose="02070309020205020404" pitchFamily="49" charset="0"/>
            <a:buNone/>
          </a:pPr>
          <a:r>
            <a:rPr lang="es-ES" sz="1500" kern="1200"/>
            <a:t>Áreas de entrada y visualización de texto en aplicaciones como editores de texto, comentarios en foros, o chat.</a:t>
          </a:r>
        </a:p>
      </dsp:txBody>
      <dsp:txXfrm>
        <a:off x="6050681" y="2544477"/>
        <a:ext cx="4824684" cy="888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9D063-3590-4781-9E94-D08B3F3C6AE3}">
      <dsp:nvSpPr>
        <dsp:cNvPr id="0" name=""/>
        <dsp:cNvSpPr/>
      </dsp:nvSpPr>
      <dsp:spPr>
        <a:xfrm>
          <a:off x="0" y="75581"/>
          <a:ext cx="10829925"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SzPts val="1000"/>
            <a:buFont typeface="Symbol" panose="05050102010706020507" pitchFamily="18" charset="2"/>
            <a:buNone/>
          </a:pPr>
          <a:r>
            <a:rPr lang="es-ES" sz="3000" b="1" kern="1200"/>
            <a:t>Características:</a:t>
          </a:r>
          <a:endParaRPr lang="es-ES" sz="3000" kern="1200"/>
        </a:p>
      </dsp:txBody>
      <dsp:txXfrm>
        <a:off x="35125" y="110706"/>
        <a:ext cx="10759675" cy="649299"/>
      </dsp:txXfrm>
    </dsp:sp>
    <dsp:sp modelId="{A32E9E11-203D-4787-8D46-79B0071FB11F}">
      <dsp:nvSpPr>
        <dsp:cNvPr id="0" name=""/>
        <dsp:cNvSpPr/>
      </dsp:nvSpPr>
      <dsp:spPr>
        <a:xfrm>
          <a:off x="0" y="795131"/>
          <a:ext cx="10829925" cy="1831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50" tIns="38100" rIns="213360" bIns="38100" numCol="1" spcCol="1270" anchor="t" anchorCtr="0">
          <a:noAutofit/>
        </a:bodyPr>
        <a:lstStyle/>
        <a:p>
          <a:pPr marL="228600" lvl="1" indent="-228600" algn="l" defTabSz="1022350">
            <a:lnSpc>
              <a:spcPct val="90000"/>
            </a:lnSpc>
            <a:spcBef>
              <a:spcPct val="0"/>
            </a:spcBef>
            <a:spcAft>
              <a:spcPct val="20000"/>
            </a:spcAft>
            <a:buSzPts val="1000"/>
            <a:buFont typeface="Courier New" panose="02070309020205020404" pitchFamily="49" charset="0"/>
            <a:buChar char="o"/>
          </a:pPr>
          <a:r>
            <a:rPr lang="es-ES" sz="2300" kern="1200"/>
            <a:t>JLabel es un componente simple que se utiliza para mostrar texto o imágenes que no son directamente editables por el usuario.</a:t>
          </a:r>
        </a:p>
        <a:p>
          <a:pPr marL="228600" lvl="1" indent="-228600" algn="l" defTabSz="1022350">
            <a:lnSpc>
              <a:spcPct val="90000"/>
            </a:lnSpc>
            <a:spcBef>
              <a:spcPct val="0"/>
            </a:spcBef>
            <a:spcAft>
              <a:spcPct val="20000"/>
            </a:spcAft>
            <a:buSzPts val="1000"/>
            <a:buFont typeface="Courier New" panose="02070309020205020404" pitchFamily="49" charset="0"/>
            <a:buChar char="o"/>
          </a:pPr>
          <a:r>
            <a:rPr lang="es-ES" sz="2300" kern="1200"/>
            <a:t>Se utilizan principalmente para etiquetar otros componentes, como campos de texto, o para mostrar información al usuario.</a:t>
          </a:r>
        </a:p>
        <a:p>
          <a:pPr marL="228600" lvl="1" indent="-228600" algn="l" defTabSz="1022350">
            <a:lnSpc>
              <a:spcPct val="90000"/>
            </a:lnSpc>
            <a:spcBef>
              <a:spcPct val="0"/>
            </a:spcBef>
            <a:spcAft>
              <a:spcPct val="20000"/>
            </a:spcAft>
            <a:buSzPts val="1000"/>
            <a:buFont typeface="Courier New" panose="02070309020205020404" pitchFamily="49" charset="0"/>
            <a:buChar char="o"/>
          </a:pPr>
          <a:r>
            <a:rPr lang="es-ES" sz="2300" kern="1200"/>
            <a:t>Soportan la adición de íconos y la alineación de texto (izquierda, derecha, centro).</a:t>
          </a:r>
        </a:p>
      </dsp:txBody>
      <dsp:txXfrm>
        <a:off x="0" y="795131"/>
        <a:ext cx="10829925" cy="1831950"/>
      </dsp:txXfrm>
    </dsp:sp>
    <dsp:sp modelId="{72019433-B713-42BE-9F4D-8C63C89B1437}">
      <dsp:nvSpPr>
        <dsp:cNvPr id="0" name=""/>
        <dsp:cNvSpPr/>
      </dsp:nvSpPr>
      <dsp:spPr>
        <a:xfrm>
          <a:off x="0" y="2627081"/>
          <a:ext cx="10829925"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SzPts val="1000"/>
            <a:buFont typeface="Symbol" panose="05050102010706020507" pitchFamily="18" charset="2"/>
            <a:buNone/>
          </a:pPr>
          <a:r>
            <a:rPr lang="es-ES" sz="3000" b="1" kern="1200"/>
            <a:t>Campo de Aplicación:</a:t>
          </a:r>
          <a:endParaRPr lang="es-ES" sz="3000" kern="1200"/>
        </a:p>
      </dsp:txBody>
      <dsp:txXfrm>
        <a:off x="35125" y="2662206"/>
        <a:ext cx="10759675" cy="649299"/>
      </dsp:txXfrm>
    </dsp:sp>
    <dsp:sp modelId="{DF19310F-A49D-4D78-A4B4-052F524969DA}">
      <dsp:nvSpPr>
        <dsp:cNvPr id="0" name=""/>
        <dsp:cNvSpPr/>
      </dsp:nvSpPr>
      <dsp:spPr>
        <a:xfrm>
          <a:off x="0" y="3346631"/>
          <a:ext cx="10829925" cy="1459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50" tIns="38100" rIns="213360" bIns="38100" numCol="1" spcCol="1270" anchor="t" anchorCtr="0">
          <a:noAutofit/>
        </a:bodyPr>
        <a:lstStyle/>
        <a:p>
          <a:pPr marL="228600" lvl="1" indent="-228600" algn="l" defTabSz="1022350">
            <a:lnSpc>
              <a:spcPct val="90000"/>
            </a:lnSpc>
            <a:spcBef>
              <a:spcPct val="0"/>
            </a:spcBef>
            <a:spcAft>
              <a:spcPct val="20000"/>
            </a:spcAft>
            <a:buSzPts val="1000"/>
            <a:buFont typeface="Courier New" panose="02070309020205020404" pitchFamily="49" charset="0"/>
            <a:buChar char="o"/>
          </a:pPr>
          <a:r>
            <a:rPr lang="es-ES" sz="2300" kern="1200"/>
            <a:t>Etiquetado de campos de entrada en formularios, proporcionando contexto al usuario sobre qué datos se espera que ingresen.</a:t>
          </a:r>
        </a:p>
        <a:p>
          <a:pPr marL="228600" lvl="1" indent="-228600" algn="l" defTabSz="1022350">
            <a:lnSpc>
              <a:spcPct val="90000"/>
            </a:lnSpc>
            <a:spcBef>
              <a:spcPct val="0"/>
            </a:spcBef>
            <a:spcAft>
              <a:spcPct val="20000"/>
            </a:spcAft>
            <a:buSzPts val="1000"/>
            <a:buFont typeface="Courier New" panose="02070309020205020404" pitchFamily="49" charset="0"/>
            <a:buChar char="o"/>
          </a:pPr>
          <a:r>
            <a:rPr lang="es-ES" sz="2300" kern="1200"/>
            <a:t>Mostrar mensajes estáticos, instrucciones, o descripciones en una interfaz de usuario.</a:t>
          </a:r>
        </a:p>
      </dsp:txBody>
      <dsp:txXfrm>
        <a:off x="0" y="3346631"/>
        <a:ext cx="10829925" cy="14593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62E7B-5CD1-4C02-B450-15E04D9095B4}">
      <dsp:nvSpPr>
        <dsp:cNvPr id="0" name=""/>
        <dsp:cNvSpPr/>
      </dsp:nvSpPr>
      <dsp:spPr>
        <a:xfrm>
          <a:off x="0" y="0"/>
          <a:ext cx="111156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9A47FC-E4C0-43AF-B4A5-A8CDF80BD4D5}">
      <dsp:nvSpPr>
        <dsp:cNvPr id="0" name=""/>
        <dsp:cNvSpPr/>
      </dsp:nvSpPr>
      <dsp:spPr>
        <a:xfrm>
          <a:off x="0" y="0"/>
          <a:ext cx="2223135" cy="2813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SzPts val="1000"/>
            <a:buFont typeface="Symbol" panose="05050102010706020507" pitchFamily="18" charset="2"/>
            <a:buNone/>
          </a:pPr>
          <a:r>
            <a:rPr lang="es-ES" sz="2500" b="1" kern="1200"/>
            <a:t>Características:</a:t>
          </a:r>
          <a:endParaRPr lang="es-ES" sz="2500" kern="1200"/>
        </a:p>
      </dsp:txBody>
      <dsp:txXfrm>
        <a:off x="0" y="0"/>
        <a:ext cx="2223135" cy="2813048"/>
      </dsp:txXfrm>
    </dsp:sp>
    <dsp:sp modelId="{463864AE-F765-4644-B54A-843C13601586}">
      <dsp:nvSpPr>
        <dsp:cNvPr id="0" name=""/>
        <dsp:cNvSpPr/>
      </dsp:nvSpPr>
      <dsp:spPr>
        <a:xfrm>
          <a:off x="2389870" y="43953"/>
          <a:ext cx="8725804" cy="879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SzPts val="1000"/>
            <a:buFont typeface="Courier New" panose="02070309020205020404" pitchFamily="49" charset="0"/>
            <a:buNone/>
          </a:pPr>
          <a:r>
            <a:rPr lang="es-ES" sz="1900" kern="1200"/>
            <a:t>JCheckBox es un componente que permite al usuario seleccionar o deseleccionar una opción. Se puede utilizar en grupos donde cada opción es independiente de las demás.</a:t>
          </a:r>
        </a:p>
      </dsp:txBody>
      <dsp:txXfrm>
        <a:off x="2389870" y="43953"/>
        <a:ext cx="8725804" cy="879077"/>
      </dsp:txXfrm>
    </dsp:sp>
    <dsp:sp modelId="{CDBF2B26-B77B-4C86-A967-60E8F7DA90F6}">
      <dsp:nvSpPr>
        <dsp:cNvPr id="0" name=""/>
        <dsp:cNvSpPr/>
      </dsp:nvSpPr>
      <dsp:spPr>
        <a:xfrm>
          <a:off x="2223135" y="923031"/>
          <a:ext cx="88925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AD1B37-D606-447C-B2F6-391ACB0EB2C8}">
      <dsp:nvSpPr>
        <dsp:cNvPr id="0" name=""/>
        <dsp:cNvSpPr/>
      </dsp:nvSpPr>
      <dsp:spPr>
        <a:xfrm>
          <a:off x="2389870" y="966985"/>
          <a:ext cx="8725804" cy="879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SzPts val="1000"/>
            <a:buFont typeface="Courier New" panose="02070309020205020404" pitchFamily="49" charset="0"/>
            <a:buNone/>
          </a:pPr>
          <a:r>
            <a:rPr lang="es-ES" sz="1900" kern="1200"/>
            <a:t>Soporta estados "seleccionado" y "no seleccionado", y en algunos casos, un tercer estado "indeterminado".</a:t>
          </a:r>
        </a:p>
      </dsp:txBody>
      <dsp:txXfrm>
        <a:off x="2389870" y="966985"/>
        <a:ext cx="8725804" cy="879077"/>
      </dsp:txXfrm>
    </dsp:sp>
    <dsp:sp modelId="{699E2157-DD84-4953-B478-1CB2379C599C}">
      <dsp:nvSpPr>
        <dsp:cNvPr id="0" name=""/>
        <dsp:cNvSpPr/>
      </dsp:nvSpPr>
      <dsp:spPr>
        <a:xfrm>
          <a:off x="2223135" y="1846063"/>
          <a:ext cx="88925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069A71-AD1D-4E71-9018-A238F5582AC8}">
      <dsp:nvSpPr>
        <dsp:cNvPr id="0" name=""/>
        <dsp:cNvSpPr/>
      </dsp:nvSpPr>
      <dsp:spPr>
        <a:xfrm>
          <a:off x="2389870" y="1890017"/>
          <a:ext cx="8725804" cy="879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SzPts val="1000"/>
            <a:buFont typeface="Courier New" panose="02070309020205020404" pitchFamily="49" charset="0"/>
            <a:buNone/>
          </a:pPr>
          <a:r>
            <a:rPr lang="es-ES" sz="1900" kern="1200"/>
            <a:t>Puede personalizarse en términos de texto, ícono, y comportamiento.</a:t>
          </a:r>
        </a:p>
      </dsp:txBody>
      <dsp:txXfrm>
        <a:off x="2389870" y="1890017"/>
        <a:ext cx="8725804" cy="879077"/>
      </dsp:txXfrm>
    </dsp:sp>
    <dsp:sp modelId="{BAA26DED-FB7E-4518-90B4-370679417273}">
      <dsp:nvSpPr>
        <dsp:cNvPr id="0" name=""/>
        <dsp:cNvSpPr/>
      </dsp:nvSpPr>
      <dsp:spPr>
        <a:xfrm>
          <a:off x="2223135" y="2769095"/>
          <a:ext cx="88925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7B1BCD-6D92-42AC-AEEB-27408951BCCF}">
      <dsp:nvSpPr>
        <dsp:cNvPr id="0" name=""/>
        <dsp:cNvSpPr/>
      </dsp:nvSpPr>
      <dsp:spPr>
        <a:xfrm>
          <a:off x="0" y="2813048"/>
          <a:ext cx="111156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AC96AB-2252-46D6-950F-CF5B3CEED238}">
      <dsp:nvSpPr>
        <dsp:cNvPr id="0" name=""/>
        <dsp:cNvSpPr/>
      </dsp:nvSpPr>
      <dsp:spPr>
        <a:xfrm>
          <a:off x="0" y="2813048"/>
          <a:ext cx="2223135" cy="2813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SzPts val="1000"/>
            <a:buFont typeface="Symbol" panose="05050102010706020507" pitchFamily="18" charset="2"/>
            <a:buNone/>
          </a:pPr>
          <a:r>
            <a:rPr lang="es-ES" sz="2500" b="1" kern="1200"/>
            <a:t>Campo de Aplicación:</a:t>
          </a:r>
          <a:endParaRPr lang="es-ES" sz="2500" kern="1200"/>
        </a:p>
      </dsp:txBody>
      <dsp:txXfrm>
        <a:off x="0" y="2813048"/>
        <a:ext cx="2223135" cy="2813048"/>
      </dsp:txXfrm>
    </dsp:sp>
    <dsp:sp modelId="{A9DDB402-C32B-45FF-83A5-ED99BE50A322}">
      <dsp:nvSpPr>
        <dsp:cNvPr id="0" name=""/>
        <dsp:cNvSpPr/>
      </dsp:nvSpPr>
      <dsp:spPr>
        <a:xfrm>
          <a:off x="2389870" y="2878430"/>
          <a:ext cx="8725804" cy="130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SzPts val="1000"/>
            <a:buFont typeface="Courier New" panose="02070309020205020404" pitchFamily="49" charset="0"/>
            <a:buNone/>
          </a:pPr>
          <a:r>
            <a:rPr lang="es-ES" sz="1900" kern="1200"/>
            <a:t>Formularios donde se permite a los usuarios seleccionar múltiples opciones independientes, como en preferencias de usuario o configuraciones.</a:t>
          </a:r>
        </a:p>
      </dsp:txBody>
      <dsp:txXfrm>
        <a:off x="2389870" y="2878430"/>
        <a:ext cx="8725804" cy="1307628"/>
      </dsp:txXfrm>
    </dsp:sp>
    <dsp:sp modelId="{1B6E7077-3444-474B-A0D8-B926280E7040}">
      <dsp:nvSpPr>
        <dsp:cNvPr id="0" name=""/>
        <dsp:cNvSpPr/>
      </dsp:nvSpPr>
      <dsp:spPr>
        <a:xfrm>
          <a:off x="2223135" y="4186058"/>
          <a:ext cx="88925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BDAC44-F74C-4A52-AA81-6D857720FF96}">
      <dsp:nvSpPr>
        <dsp:cNvPr id="0" name=""/>
        <dsp:cNvSpPr/>
      </dsp:nvSpPr>
      <dsp:spPr>
        <a:xfrm>
          <a:off x="2389870" y="4251440"/>
          <a:ext cx="8725804" cy="130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SzPts val="1000"/>
            <a:buFont typeface="Courier New" panose="02070309020205020404" pitchFamily="49" charset="0"/>
            <a:buNone/>
          </a:pPr>
          <a:r>
            <a:rPr lang="es-ES" sz="1900" kern="1200"/>
            <a:t>Confirmaciones y activaciones de funciones opcionales en diálogos y ventanas de configuración.</a:t>
          </a:r>
        </a:p>
      </dsp:txBody>
      <dsp:txXfrm>
        <a:off x="2389870" y="4251440"/>
        <a:ext cx="8725804" cy="1307628"/>
      </dsp:txXfrm>
    </dsp:sp>
    <dsp:sp modelId="{D4FA5319-50EB-4FA3-BFAF-DE0338BC94C0}">
      <dsp:nvSpPr>
        <dsp:cNvPr id="0" name=""/>
        <dsp:cNvSpPr/>
      </dsp:nvSpPr>
      <dsp:spPr>
        <a:xfrm>
          <a:off x="2223135" y="5559068"/>
          <a:ext cx="88925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F4D81-94C1-4143-8AB9-9EB7E7DD54F1}">
      <dsp:nvSpPr>
        <dsp:cNvPr id="0" name=""/>
        <dsp:cNvSpPr/>
      </dsp:nvSpPr>
      <dsp:spPr>
        <a:xfrm>
          <a:off x="0" y="175079"/>
          <a:ext cx="10906125"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b="1" kern="1200"/>
            <a:t>Características:</a:t>
          </a:r>
          <a:endParaRPr lang="es-ES" sz="3100" kern="1200"/>
        </a:p>
      </dsp:txBody>
      <dsp:txXfrm>
        <a:off x="36296" y="211375"/>
        <a:ext cx="10833533" cy="670943"/>
      </dsp:txXfrm>
    </dsp:sp>
    <dsp:sp modelId="{6D91E688-5485-4E91-B787-B8342BAC4F27}">
      <dsp:nvSpPr>
        <dsp:cNvPr id="0" name=""/>
        <dsp:cNvSpPr/>
      </dsp:nvSpPr>
      <dsp:spPr>
        <a:xfrm>
          <a:off x="0" y="918614"/>
          <a:ext cx="10906125" cy="22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269" tIns="39370" rIns="220472" bIns="39370" numCol="1" spcCol="1270" anchor="t" anchorCtr="0">
          <a:noAutofit/>
        </a:bodyPr>
        <a:lstStyle/>
        <a:p>
          <a:pPr marL="228600" lvl="1" indent="-228600" algn="l" defTabSz="1066800">
            <a:lnSpc>
              <a:spcPct val="90000"/>
            </a:lnSpc>
            <a:spcBef>
              <a:spcPct val="0"/>
            </a:spcBef>
            <a:spcAft>
              <a:spcPct val="20000"/>
            </a:spcAft>
            <a:buSzPts val="1000"/>
            <a:buFont typeface="Courier New" panose="02070309020205020404" pitchFamily="49" charset="0"/>
            <a:buChar char="o"/>
          </a:pPr>
          <a:r>
            <a:rPr lang="es-ES" sz="2400" kern="1200"/>
            <a:t>JRadioButton es un componente que permite seleccionar solo una opción dentro de un grupo de botones de opción. Los botones de opción están agrupados utilizando un ButtonGroup.</a:t>
          </a:r>
        </a:p>
        <a:p>
          <a:pPr marL="228600" lvl="1" indent="-228600" algn="l" defTabSz="1066800">
            <a:lnSpc>
              <a:spcPct val="90000"/>
            </a:lnSpc>
            <a:spcBef>
              <a:spcPct val="0"/>
            </a:spcBef>
            <a:spcAft>
              <a:spcPct val="20000"/>
            </a:spcAft>
            <a:buSzPts val="1000"/>
            <a:buFont typeface="Courier New" panose="02070309020205020404" pitchFamily="49" charset="0"/>
            <a:buChar char="o"/>
          </a:pPr>
          <a:r>
            <a:rPr lang="es-ES" sz="2400" kern="1200"/>
            <a:t>Útil cuando el usuario debe elegir entre varias opciones mutuamente excluyentes.</a:t>
          </a:r>
        </a:p>
        <a:p>
          <a:pPr marL="228600" lvl="1" indent="-228600" algn="l" defTabSz="1066800">
            <a:lnSpc>
              <a:spcPct val="90000"/>
            </a:lnSpc>
            <a:spcBef>
              <a:spcPct val="0"/>
            </a:spcBef>
            <a:spcAft>
              <a:spcPct val="20000"/>
            </a:spcAft>
            <a:buSzPts val="1000"/>
            <a:buFont typeface="Courier New" panose="02070309020205020404" pitchFamily="49" charset="0"/>
            <a:buChar char="o"/>
          </a:pPr>
          <a:r>
            <a:rPr lang="es-ES" sz="2400" kern="1200"/>
            <a:t>Similar a JCheckBox, pero con comportamiento exclusivo dentro del grupo.</a:t>
          </a:r>
        </a:p>
      </dsp:txBody>
      <dsp:txXfrm>
        <a:off x="0" y="918614"/>
        <a:ext cx="10906125" cy="2245950"/>
      </dsp:txXfrm>
    </dsp:sp>
    <dsp:sp modelId="{9F22A212-2067-4C82-8E7F-6CABD4356D9B}">
      <dsp:nvSpPr>
        <dsp:cNvPr id="0" name=""/>
        <dsp:cNvSpPr/>
      </dsp:nvSpPr>
      <dsp:spPr>
        <a:xfrm>
          <a:off x="0" y="3164565"/>
          <a:ext cx="10906125"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SzPts val="1000"/>
            <a:buFont typeface="Symbol" panose="05050102010706020507" pitchFamily="18" charset="2"/>
            <a:buNone/>
          </a:pPr>
          <a:r>
            <a:rPr lang="es-ES" sz="3100" b="1" kern="1200"/>
            <a:t>Campo de Aplicación:</a:t>
          </a:r>
          <a:endParaRPr lang="es-ES" sz="3100" kern="1200"/>
        </a:p>
      </dsp:txBody>
      <dsp:txXfrm>
        <a:off x="36296" y="3200861"/>
        <a:ext cx="10833533" cy="670943"/>
      </dsp:txXfrm>
    </dsp:sp>
    <dsp:sp modelId="{10467821-CFBF-488D-9C60-1E5AE2B0F23C}">
      <dsp:nvSpPr>
        <dsp:cNvPr id="0" name=""/>
        <dsp:cNvSpPr/>
      </dsp:nvSpPr>
      <dsp:spPr>
        <a:xfrm>
          <a:off x="0" y="3908100"/>
          <a:ext cx="10906125" cy="150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269" tIns="39370" rIns="220472" bIns="39370" numCol="1" spcCol="1270" anchor="t" anchorCtr="0">
          <a:noAutofit/>
        </a:bodyPr>
        <a:lstStyle/>
        <a:p>
          <a:pPr marL="228600" lvl="1" indent="-228600" algn="l" defTabSz="1066800">
            <a:lnSpc>
              <a:spcPct val="90000"/>
            </a:lnSpc>
            <a:spcBef>
              <a:spcPct val="0"/>
            </a:spcBef>
            <a:spcAft>
              <a:spcPct val="20000"/>
            </a:spcAft>
            <a:buSzPts val="1000"/>
            <a:buFont typeface="Courier New" panose="02070309020205020404" pitchFamily="49" charset="0"/>
            <a:buChar char="o"/>
          </a:pPr>
          <a:r>
            <a:rPr lang="es-ES" sz="2400" kern="1200"/>
            <a:t>Formularios donde se requiere que el usuario seleccione solo una opción, como en preguntas de opción múltiple, selección de género, o preferencias exclusivas.</a:t>
          </a:r>
        </a:p>
        <a:p>
          <a:pPr marL="228600" lvl="1" indent="-228600" algn="l" defTabSz="1066800">
            <a:lnSpc>
              <a:spcPct val="90000"/>
            </a:lnSpc>
            <a:spcBef>
              <a:spcPct val="0"/>
            </a:spcBef>
            <a:spcAft>
              <a:spcPct val="20000"/>
            </a:spcAft>
            <a:buSzPts val="1000"/>
            <a:buFont typeface="Courier New" panose="02070309020205020404" pitchFamily="49" charset="0"/>
            <a:buChar char="o"/>
          </a:pPr>
          <a:r>
            <a:rPr lang="es-ES" sz="2400" kern="1200"/>
            <a:t>Configuraciones donde una sola opción debe ser activada entre varias disponibles.</a:t>
          </a:r>
        </a:p>
      </dsp:txBody>
      <dsp:txXfrm>
        <a:off x="0" y="3908100"/>
        <a:ext cx="10906125" cy="15079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CF0229-4908-4EC8-8C6C-003162B554AF}">
      <dsp:nvSpPr>
        <dsp:cNvPr id="0" name=""/>
        <dsp:cNvSpPr/>
      </dsp:nvSpPr>
      <dsp:spPr>
        <a:xfrm>
          <a:off x="53" y="28631"/>
          <a:ext cx="5074015" cy="720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SzPts val="1000"/>
            <a:buFont typeface="Symbol" panose="05050102010706020507" pitchFamily="18" charset="2"/>
            <a:buNone/>
          </a:pPr>
          <a:r>
            <a:rPr lang="es-ES" sz="2500" b="1" kern="1200"/>
            <a:t>Características:</a:t>
          </a:r>
          <a:endParaRPr lang="es-ES" sz="2500" kern="1200"/>
        </a:p>
      </dsp:txBody>
      <dsp:txXfrm>
        <a:off x="53" y="28631"/>
        <a:ext cx="5074015" cy="720000"/>
      </dsp:txXfrm>
    </dsp:sp>
    <dsp:sp modelId="{67995EDC-DBFC-417A-95F8-134A477DE8F0}">
      <dsp:nvSpPr>
        <dsp:cNvPr id="0" name=""/>
        <dsp:cNvSpPr/>
      </dsp:nvSpPr>
      <dsp:spPr>
        <a:xfrm>
          <a:off x="53" y="748631"/>
          <a:ext cx="5074015" cy="432337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SzPts val="1000"/>
            <a:buFont typeface="Courier New" panose="02070309020205020404" pitchFamily="49" charset="0"/>
            <a:buChar char="o"/>
          </a:pPr>
          <a:r>
            <a:rPr lang="es-ES" sz="2500" kern="1200"/>
            <a:t>JList es un componente que permite mostrar una lista de elementos a partir de la cual el usuario puede seleccionar uno o más ítems.</a:t>
          </a:r>
        </a:p>
        <a:p>
          <a:pPr marL="228600" lvl="1" indent="-228600" algn="l" defTabSz="1111250">
            <a:lnSpc>
              <a:spcPct val="90000"/>
            </a:lnSpc>
            <a:spcBef>
              <a:spcPct val="0"/>
            </a:spcBef>
            <a:spcAft>
              <a:spcPct val="15000"/>
            </a:spcAft>
            <a:buSzPts val="1000"/>
            <a:buFont typeface="Courier New" panose="02070309020205020404" pitchFamily="49" charset="0"/>
            <a:buChar char="o"/>
          </a:pPr>
          <a:r>
            <a:rPr lang="es-ES" sz="2500" kern="1200"/>
            <a:t>Soporta selección única, selección múltiple contigua o selección múltiple discontinua.</a:t>
          </a:r>
        </a:p>
        <a:p>
          <a:pPr marL="228600" lvl="1" indent="-228600" algn="l" defTabSz="1111250">
            <a:lnSpc>
              <a:spcPct val="90000"/>
            </a:lnSpc>
            <a:spcBef>
              <a:spcPct val="0"/>
            </a:spcBef>
            <a:spcAft>
              <a:spcPct val="15000"/>
            </a:spcAft>
            <a:buSzPts val="1000"/>
            <a:buFont typeface="Courier New" panose="02070309020205020404" pitchFamily="49" charset="0"/>
            <a:buChar char="o"/>
          </a:pPr>
          <a:r>
            <a:rPr lang="es-ES" sz="2500" kern="1200"/>
            <a:t>Los elementos en la lista pueden ser texto, íconos, o cualquier otro objeto representable.</a:t>
          </a:r>
        </a:p>
      </dsp:txBody>
      <dsp:txXfrm>
        <a:off x="53" y="748631"/>
        <a:ext cx="5074015" cy="4323375"/>
      </dsp:txXfrm>
    </dsp:sp>
    <dsp:sp modelId="{0A08BF77-8F89-431A-BAA8-493815CB14E3}">
      <dsp:nvSpPr>
        <dsp:cNvPr id="0" name=""/>
        <dsp:cNvSpPr/>
      </dsp:nvSpPr>
      <dsp:spPr>
        <a:xfrm>
          <a:off x="5784431" y="28631"/>
          <a:ext cx="5074015" cy="720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SzPts val="1000"/>
            <a:buFont typeface="Symbol" panose="05050102010706020507" pitchFamily="18" charset="2"/>
            <a:buNone/>
          </a:pPr>
          <a:r>
            <a:rPr lang="es-ES" sz="2500" b="1" kern="1200"/>
            <a:t>Campo de Aplicación:</a:t>
          </a:r>
          <a:endParaRPr lang="es-ES" sz="2500" kern="1200"/>
        </a:p>
      </dsp:txBody>
      <dsp:txXfrm>
        <a:off x="5784431" y="28631"/>
        <a:ext cx="5074015" cy="720000"/>
      </dsp:txXfrm>
    </dsp:sp>
    <dsp:sp modelId="{616FC7A2-3BC8-4D40-B66F-85D4501E9D17}">
      <dsp:nvSpPr>
        <dsp:cNvPr id="0" name=""/>
        <dsp:cNvSpPr/>
      </dsp:nvSpPr>
      <dsp:spPr>
        <a:xfrm>
          <a:off x="5784431" y="748631"/>
          <a:ext cx="5074015" cy="432337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SzPts val="1000"/>
            <a:buFont typeface="Courier New" panose="02070309020205020404" pitchFamily="49" charset="0"/>
            <a:buChar char="o"/>
          </a:pPr>
          <a:r>
            <a:rPr lang="es-ES" sz="2500" kern="1200"/>
            <a:t>Listas de opciones donde el usuario puede seleccionar ítems como categorías, etiquetas, o elementos de menú.</a:t>
          </a:r>
        </a:p>
        <a:p>
          <a:pPr marL="228600" lvl="1" indent="-228600" algn="l" defTabSz="1111250">
            <a:lnSpc>
              <a:spcPct val="90000"/>
            </a:lnSpc>
            <a:spcBef>
              <a:spcPct val="0"/>
            </a:spcBef>
            <a:spcAft>
              <a:spcPct val="15000"/>
            </a:spcAft>
            <a:buSzPts val="1000"/>
            <a:buFont typeface="Courier New" panose="02070309020205020404" pitchFamily="49" charset="0"/>
            <a:buChar char="o"/>
          </a:pPr>
          <a:r>
            <a:rPr lang="es-ES" sz="2500" kern="1200"/>
            <a:t>Selección de múltiples elementos para acciones en lote, como seleccionar archivos o elementos en un inventario.</a:t>
          </a:r>
        </a:p>
      </dsp:txBody>
      <dsp:txXfrm>
        <a:off x="5784431" y="748631"/>
        <a:ext cx="5074015" cy="43233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B122A-7906-4088-B0A0-0B14003EF91D}">
      <dsp:nvSpPr>
        <dsp:cNvPr id="0" name=""/>
        <dsp:cNvSpPr/>
      </dsp:nvSpPr>
      <dsp:spPr>
        <a:xfrm>
          <a:off x="1072339" y="0"/>
          <a:ext cx="1159544" cy="1159544"/>
        </a:xfrm>
        <a:prstGeom prst="ellipse">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4AC316-1F52-469F-AD6A-B4820D2347EB}">
      <dsp:nvSpPr>
        <dsp:cNvPr id="0" name=""/>
        <dsp:cNvSpPr/>
      </dsp:nvSpPr>
      <dsp:spPr>
        <a:xfrm>
          <a:off x="1188293" y="115954"/>
          <a:ext cx="927635" cy="927635"/>
        </a:xfrm>
        <a:prstGeom prst="chord">
          <a:avLst>
            <a:gd name="adj1" fmla="val 0"/>
            <a:gd name="adj2" fmla="val 1080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BAF1F7-6548-4908-B9D5-1436B1F398EC}">
      <dsp:nvSpPr>
        <dsp:cNvPr id="0" name=""/>
        <dsp:cNvSpPr/>
      </dsp:nvSpPr>
      <dsp:spPr>
        <a:xfrm>
          <a:off x="2473456" y="1159544"/>
          <a:ext cx="3430320" cy="4879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SzPts val="1000"/>
            <a:buFont typeface="Courier New" panose="02070309020205020404" pitchFamily="49" charset="0"/>
            <a:buNone/>
          </a:pPr>
          <a:r>
            <a:rPr lang="es-ES" sz="1400" kern="1200"/>
            <a:t>JMenuBar es un contenedor que organiza JMenu, que a su vez contiene JMenuItem (opciones de menú).</a:t>
          </a:r>
        </a:p>
        <a:p>
          <a:pPr marL="0" lvl="0" indent="0" algn="l" defTabSz="622300">
            <a:lnSpc>
              <a:spcPct val="90000"/>
            </a:lnSpc>
            <a:spcBef>
              <a:spcPct val="0"/>
            </a:spcBef>
            <a:spcAft>
              <a:spcPct val="35000"/>
            </a:spcAft>
            <a:buSzPts val="1000"/>
            <a:buFont typeface="Courier New" panose="02070309020205020404" pitchFamily="49" charset="0"/>
            <a:buNone/>
          </a:pPr>
          <a:r>
            <a:rPr lang="es-ES" sz="1400" kern="1200"/>
            <a:t>Menús desplegables que organizan acciones y opciones en categorías.</a:t>
          </a:r>
        </a:p>
        <a:p>
          <a:pPr marL="0" lvl="0" indent="0" algn="l" defTabSz="622300">
            <a:lnSpc>
              <a:spcPct val="90000"/>
            </a:lnSpc>
            <a:spcBef>
              <a:spcPct val="0"/>
            </a:spcBef>
            <a:spcAft>
              <a:spcPct val="35000"/>
            </a:spcAft>
            <a:buSzPts val="1000"/>
            <a:buFont typeface="Courier New" panose="02070309020205020404" pitchFamily="49" charset="0"/>
            <a:buNone/>
          </a:pPr>
          <a:r>
            <a:rPr lang="es-ES" sz="1400" kern="1200"/>
            <a:t>Soportan submenús, íconos junto a las opciones de menú, y teclas de acceso rápido.</a:t>
          </a:r>
        </a:p>
      </dsp:txBody>
      <dsp:txXfrm>
        <a:off x="2473456" y="1159544"/>
        <a:ext cx="3430320" cy="4879751"/>
      </dsp:txXfrm>
    </dsp:sp>
    <dsp:sp modelId="{54B06433-F571-436D-8974-08B62645880D}">
      <dsp:nvSpPr>
        <dsp:cNvPr id="0" name=""/>
        <dsp:cNvSpPr/>
      </dsp:nvSpPr>
      <dsp:spPr>
        <a:xfrm>
          <a:off x="2473456" y="0"/>
          <a:ext cx="3430320" cy="1159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SzPts val="1000"/>
            <a:buFont typeface="Symbol" panose="05050102010706020507" pitchFamily="18" charset="2"/>
            <a:buNone/>
          </a:pPr>
          <a:r>
            <a:rPr lang="es-ES" sz="1800" b="1" kern="1200"/>
            <a:t>Características:</a:t>
          </a:r>
          <a:endParaRPr lang="es-ES" sz="1800" kern="1200"/>
        </a:p>
      </dsp:txBody>
      <dsp:txXfrm>
        <a:off x="2473456" y="0"/>
        <a:ext cx="3430320" cy="1159544"/>
      </dsp:txXfrm>
    </dsp:sp>
    <dsp:sp modelId="{6C048820-E495-45FC-9A6B-062B35630CDB}">
      <dsp:nvSpPr>
        <dsp:cNvPr id="0" name=""/>
        <dsp:cNvSpPr/>
      </dsp:nvSpPr>
      <dsp:spPr>
        <a:xfrm>
          <a:off x="6145348" y="0"/>
          <a:ext cx="1159544" cy="1159544"/>
        </a:xfrm>
        <a:prstGeom prst="ellipse">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876CEC-FE89-4FBB-A1B5-CA3F467BA134}">
      <dsp:nvSpPr>
        <dsp:cNvPr id="0" name=""/>
        <dsp:cNvSpPr/>
      </dsp:nvSpPr>
      <dsp:spPr>
        <a:xfrm>
          <a:off x="6261302" y="115954"/>
          <a:ext cx="927635" cy="927635"/>
        </a:xfrm>
        <a:prstGeom prst="chord">
          <a:avLst>
            <a:gd name="adj1" fmla="val 16200000"/>
            <a:gd name="adj2" fmla="val 1620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F3EF74-C2D4-437E-8C5E-AC82004687BC}">
      <dsp:nvSpPr>
        <dsp:cNvPr id="0" name=""/>
        <dsp:cNvSpPr/>
      </dsp:nvSpPr>
      <dsp:spPr>
        <a:xfrm>
          <a:off x="7546465" y="1159544"/>
          <a:ext cx="3430320" cy="4879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Área de Diseño</a:t>
          </a:r>
          <a:r>
            <a:rPr lang="es-ES" sz="1400" kern="1200"/>
            <a:t>: Espacio visual para arrastrar y soltar componentes, permitiendo un diseño WYSIWYG con sincronización entre vista de diseño y código fuente.</a:t>
          </a:r>
        </a:p>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Paleta de Componentes</a:t>
          </a:r>
          <a:r>
            <a:rPr lang="es-ES" sz="1400" kern="1200"/>
            <a:t>: Panel que agrupa y categoriza elementos de la interfaz, permitiendo arrastrarlos al área de diseño y facilitando su selección.</a:t>
          </a:r>
        </a:p>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Editor de Propiedades</a:t>
          </a:r>
          <a:r>
            <a:rPr lang="es-ES" sz="1400" kern="1200"/>
            <a:t>: Panel que muestra y permite modificar propiedades de los componentes, incluyendo texto, color, tamaño, y configuración de eventos.</a:t>
          </a:r>
        </a:p>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Vista de Estructura (Outline View)</a:t>
          </a:r>
          <a:r>
            <a:rPr lang="es-ES" sz="1400" kern="1200"/>
            <a:t>: Muestra la jerarquía de componentes en un árbol, facilitando la navegación, selección y reorganización de elementos.</a:t>
          </a:r>
        </a:p>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Código Fuente y Sincronización</a:t>
          </a:r>
          <a:r>
            <a:rPr lang="es-ES" sz="1400" kern="1200"/>
            <a:t>: Integra la vista visual con el código Java, sincronizando cambios en tiempo real y permitiendo modificaciones manuales.</a:t>
          </a:r>
        </a:p>
        <a:p>
          <a:pPr marL="0" lvl="0" indent="0" algn="l" defTabSz="622300">
            <a:lnSpc>
              <a:spcPct val="90000"/>
            </a:lnSpc>
            <a:spcBef>
              <a:spcPct val="0"/>
            </a:spcBef>
            <a:spcAft>
              <a:spcPct val="35000"/>
            </a:spcAft>
            <a:buSzPts val="1000"/>
            <a:buFont typeface="Symbol" panose="05050102010706020507" pitchFamily="18" charset="2"/>
            <a:buNone/>
          </a:pPr>
          <a:r>
            <a:rPr lang="es-ES" sz="1400" kern="1200"/>
            <a:t>·  </a:t>
          </a:r>
          <a:r>
            <a:rPr lang="es-ES" sz="1400" b="1" kern="1200"/>
            <a:t>Herramientas de Disposición (Layout Tools)</a:t>
          </a:r>
          <a:r>
            <a:rPr lang="es-ES" sz="1400" kern="1200"/>
            <a:t>: Herramientas para organizar y posicionar componentes con soporte para varios gestores de diseño y vista previa dinámica.</a:t>
          </a:r>
        </a:p>
      </dsp:txBody>
      <dsp:txXfrm>
        <a:off x="7546465" y="1159544"/>
        <a:ext cx="3430320" cy="4879751"/>
      </dsp:txXfrm>
    </dsp:sp>
    <dsp:sp modelId="{F63D0216-F648-40AE-9037-658440043C36}">
      <dsp:nvSpPr>
        <dsp:cNvPr id="0" name=""/>
        <dsp:cNvSpPr/>
      </dsp:nvSpPr>
      <dsp:spPr>
        <a:xfrm>
          <a:off x="7546465" y="0"/>
          <a:ext cx="3430320" cy="1159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SzPts val="1000"/>
            <a:buFont typeface="Symbol" panose="05050102010706020507" pitchFamily="18" charset="2"/>
            <a:buNone/>
          </a:pPr>
          <a:r>
            <a:rPr lang="es-ES" sz="1800" b="1" kern="1200"/>
            <a:t>Campo de Aplicación:</a:t>
          </a:r>
          <a:endParaRPr lang="es-ES" sz="1800" kern="1200"/>
        </a:p>
      </dsp:txBody>
      <dsp:txXfrm>
        <a:off x="7546465" y="0"/>
        <a:ext cx="3430320" cy="11595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A45621-2A2D-4E90-9AA7-AB241699A7F5}">
      <dsp:nvSpPr>
        <dsp:cNvPr id="0" name=""/>
        <dsp:cNvSpPr/>
      </dsp:nvSpPr>
      <dsp:spPr>
        <a:xfrm>
          <a:off x="0" y="5674"/>
          <a:ext cx="10515600"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SzPts val="1000"/>
            <a:buFont typeface="Symbol" panose="05050102010706020507" pitchFamily="18" charset="2"/>
            <a:buNone/>
          </a:pPr>
          <a:r>
            <a:rPr lang="es-ES" sz="2700" b="1" kern="1200"/>
            <a:t>Características:</a:t>
          </a:r>
          <a:endParaRPr lang="es-ES" sz="2700" kern="1200"/>
        </a:p>
      </dsp:txBody>
      <dsp:txXfrm>
        <a:off x="31613" y="37287"/>
        <a:ext cx="10452374" cy="584369"/>
      </dsp:txXfrm>
    </dsp:sp>
    <dsp:sp modelId="{F0235714-05D0-4BD5-80A5-47DB928841B1}">
      <dsp:nvSpPr>
        <dsp:cNvPr id="0" name=""/>
        <dsp:cNvSpPr/>
      </dsp:nvSpPr>
      <dsp:spPr>
        <a:xfrm>
          <a:off x="0" y="653269"/>
          <a:ext cx="10515600" cy="2012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4290" rIns="192024" bIns="34290" numCol="1" spcCol="1270" anchor="t" anchorCtr="0">
          <a:noAutofit/>
        </a:bodyPr>
        <a:lstStyle/>
        <a:p>
          <a:pPr marL="228600" lvl="1" indent="-228600" algn="l" defTabSz="933450">
            <a:lnSpc>
              <a:spcPct val="90000"/>
            </a:lnSpc>
            <a:spcBef>
              <a:spcPct val="0"/>
            </a:spcBef>
            <a:spcAft>
              <a:spcPct val="20000"/>
            </a:spcAft>
            <a:buSzPts val="1000"/>
            <a:buFont typeface="Courier New" panose="02070309020205020404" pitchFamily="49" charset="0"/>
            <a:buChar char="o"/>
          </a:pPr>
          <a:r>
            <a:rPr lang="es-ES" sz="2100" kern="1200"/>
            <a:t>JProgressBar es un componente que visualiza el progreso de una tarea en ejecución, como la carga de un archivo o la finalización de un proceso.</a:t>
          </a:r>
        </a:p>
        <a:p>
          <a:pPr marL="228600" lvl="1" indent="-228600" algn="l" defTabSz="933450">
            <a:lnSpc>
              <a:spcPct val="90000"/>
            </a:lnSpc>
            <a:spcBef>
              <a:spcPct val="0"/>
            </a:spcBef>
            <a:spcAft>
              <a:spcPct val="20000"/>
            </a:spcAft>
            <a:buSzPts val="1000"/>
            <a:buFont typeface="Courier New" panose="02070309020205020404" pitchFamily="49" charset="0"/>
            <a:buChar char="o"/>
          </a:pPr>
          <a:r>
            <a:rPr lang="es-ES" sz="2100" kern="1200"/>
            <a:t>Puede ser determinístico (con valor de progreso definido) o indeterminado (cuando no se conoce el progreso exacto).</a:t>
          </a:r>
        </a:p>
        <a:p>
          <a:pPr marL="228600" lvl="1" indent="-228600" algn="l" defTabSz="933450">
            <a:lnSpc>
              <a:spcPct val="90000"/>
            </a:lnSpc>
            <a:spcBef>
              <a:spcPct val="0"/>
            </a:spcBef>
            <a:spcAft>
              <a:spcPct val="20000"/>
            </a:spcAft>
            <a:buSzPts val="1000"/>
            <a:buFont typeface="Courier New" panose="02070309020205020404" pitchFamily="49" charset="0"/>
            <a:buChar char="o"/>
          </a:pPr>
          <a:r>
            <a:rPr lang="es-ES" sz="2100" kern="1200"/>
            <a:t>Se puede personalizar en términos de orientación (horizontal o vertical), color, y texto de progreso.</a:t>
          </a:r>
        </a:p>
      </dsp:txBody>
      <dsp:txXfrm>
        <a:off x="0" y="653269"/>
        <a:ext cx="10515600" cy="2012039"/>
      </dsp:txXfrm>
    </dsp:sp>
    <dsp:sp modelId="{F641CA39-3326-45B4-9E42-DD0C47B41AF3}">
      <dsp:nvSpPr>
        <dsp:cNvPr id="0" name=""/>
        <dsp:cNvSpPr/>
      </dsp:nvSpPr>
      <dsp:spPr>
        <a:xfrm>
          <a:off x="0" y="2665309"/>
          <a:ext cx="10515600"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SzPts val="1000"/>
            <a:buFont typeface="Symbol" panose="05050102010706020507" pitchFamily="18" charset="2"/>
            <a:buNone/>
          </a:pPr>
          <a:r>
            <a:rPr lang="es-ES" sz="2700" b="1" kern="1200"/>
            <a:t>Campo de Aplicación:</a:t>
          </a:r>
          <a:endParaRPr lang="es-ES" sz="2700" kern="1200"/>
        </a:p>
      </dsp:txBody>
      <dsp:txXfrm>
        <a:off x="31613" y="2696922"/>
        <a:ext cx="10452374" cy="584369"/>
      </dsp:txXfrm>
    </dsp:sp>
    <dsp:sp modelId="{B7A4A771-22A5-4DDE-9CEC-AA6D3FF74E81}">
      <dsp:nvSpPr>
        <dsp:cNvPr id="0" name=""/>
        <dsp:cNvSpPr/>
      </dsp:nvSpPr>
      <dsp:spPr>
        <a:xfrm>
          <a:off x="0" y="3312904"/>
          <a:ext cx="10515600" cy="103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4290" rIns="192024" bIns="34290" numCol="1" spcCol="1270" anchor="t" anchorCtr="0">
          <a:noAutofit/>
        </a:bodyPr>
        <a:lstStyle/>
        <a:p>
          <a:pPr marL="228600" lvl="1" indent="-228600" algn="l" defTabSz="933450">
            <a:lnSpc>
              <a:spcPct val="90000"/>
            </a:lnSpc>
            <a:spcBef>
              <a:spcPct val="0"/>
            </a:spcBef>
            <a:spcAft>
              <a:spcPct val="20000"/>
            </a:spcAft>
            <a:buSzPts val="1000"/>
            <a:buFont typeface="Courier New" panose="02070309020205020404" pitchFamily="49" charset="0"/>
            <a:buChar char="o"/>
          </a:pPr>
          <a:r>
            <a:rPr lang="es-ES" sz="2100" kern="1200"/>
            <a:t>Indicadores de carga o progreso en aplicaciones donde se ejecutan tareas que toman tiempo, como descargas, instalación de software, o procesamiento de datos.</a:t>
          </a:r>
        </a:p>
        <a:p>
          <a:pPr marL="228600" lvl="1" indent="-228600" algn="l" defTabSz="933450">
            <a:lnSpc>
              <a:spcPct val="90000"/>
            </a:lnSpc>
            <a:spcBef>
              <a:spcPct val="0"/>
            </a:spcBef>
            <a:spcAft>
              <a:spcPct val="20000"/>
            </a:spcAft>
            <a:buSzPts val="1000"/>
            <a:buFont typeface="Courier New" panose="02070309020205020404" pitchFamily="49" charset="0"/>
            <a:buChar char="o"/>
          </a:pPr>
          <a:r>
            <a:rPr lang="es-ES" sz="2100" kern="1200"/>
            <a:t>Visualización del estado de avance en procesos en segundo plano.</a:t>
          </a:r>
        </a:p>
      </dsp:txBody>
      <dsp:txXfrm>
        <a:off x="0" y="3312904"/>
        <a:ext cx="10515600" cy="10339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84C85-EF4B-43F9-AD85-CC085A8A6A9F}">
      <dsp:nvSpPr>
        <dsp:cNvPr id="0" name=""/>
        <dsp:cNvSpPr/>
      </dsp:nvSpPr>
      <dsp:spPr>
        <a:xfrm>
          <a:off x="1450278" y="173"/>
          <a:ext cx="3875674" cy="2325404"/>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000"/>
            <a:buFont typeface="Symbol" panose="05050102010706020507" pitchFamily="18" charset="2"/>
            <a:buNone/>
          </a:pPr>
          <a:r>
            <a:rPr lang="es-ES" sz="2200" b="1" kern="1200"/>
            <a:t>JPanel</a:t>
          </a:r>
          <a:r>
            <a:rPr lang="es-ES" sz="2200" kern="1200"/>
            <a: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Administrador por Defecto:</a:t>
          </a:r>
          <a:r>
            <a:rPr lang="es-ES" sz="1700" kern="1200"/>
            <a:t> FlowLayout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Descripción:</a:t>
          </a:r>
          <a:r>
            <a:rPr lang="es-ES" sz="1700" kern="1200"/>
            <a:t> Los componentes añadidos a un JPanel se alinean de forma horizontal por defecto, fluyendo de izquierda a derecha.</a:t>
          </a:r>
        </a:p>
      </dsp:txBody>
      <dsp:txXfrm>
        <a:off x="1450278" y="173"/>
        <a:ext cx="3875674" cy="2325404"/>
      </dsp:txXfrm>
    </dsp:sp>
    <dsp:sp modelId="{F578172A-8402-40DE-BD7F-2E2CA7B85AC5}">
      <dsp:nvSpPr>
        <dsp:cNvPr id="0" name=""/>
        <dsp:cNvSpPr/>
      </dsp:nvSpPr>
      <dsp:spPr>
        <a:xfrm>
          <a:off x="5713520" y="173"/>
          <a:ext cx="3875674" cy="2325404"/>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000"/>
            <a:buFont typeface="Symbol" panose="05050102010706020507" pitchFamily="18" charset="2"/>
            <a:buNone/>
          </a:pPr>
          <a:r>
            <a:rPr lang="es-ES" sz="2200" b="1" kern="1200"/>
            <a:t>JFrame</a:t>
          </a:r>
          <a:r>
            <a:rPr lang="es-ES" sz="2200" kern="1200"/>
            <a: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Administrador por Defecto:</a:t>
          </a:r>
          <a:r>
            <a:rPr lang="es-ES" sz="1700" kern="1200"/>
            <a:t> BorderLayout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Descripción:</a:t>
          </a:r>
          <a:r>
            <a:rPr lang="es-ES" sz="1700" kern="1200"/>
            <a:t> La ventana principal (JFrame) utiliza BorderLayout, lo que permite organizar componentes en las regiones NORTH, SOUTH, EAST, WEST y CENTER.</a:t>
          </a:r>
        </a:p>
      </dsp:txBody>
      <dsp:txXfrm>
        <a:off x="5713520" y="173"/>
        <a:ext cx="3875674" cy="2325404"/>
      </dsp:txXfrm>
    </dsp:sp>
    <dsp:sp modelId="{B53CE777-B387-460D-AA45-D0AD68D33AFC}">
      <dsp:nvSpPr>
        <dsp:cNvPr id="0" name=""/>
        <dsp:cNvSpPr/>
      </dsp:nvSpPr>
      <dsp:spPr>
        <a:xfrm>
          <a:off x="1450278" y="2713145"/>
          <a:ext cx="3875674" cy="2325404"/>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000"/>
            <a:buFont typeface="Symbol" panose="05050102010706020507" pitchFamily="18" charset="2"/>
            <a:buNone/>
          </a:pPr>
          <a:r>
            <a:rPr lang="es-ES" sz="2200" b="1" kern="1200"/>
            <a:t>JScrollPane:</a:t>
          </a:r>
          <a:endParaRPr lang="es-ES" sz="2200" kern="1200"/>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Administrador por Defecto:</a:t>
          </a:r>
          <a:r>
            <a:rPr lang="es-ES" sz="1700" kern="1200"/>
            <a:t> ScrollPaneLayout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Descripción:</a:t>
          </a:r>
          <a:r>
            <a:rPr lang="es-ES" sz="1700" kern="1200"/>
            <a:t> Los componentes añadidos a un JScrollPane son gestionados para proporcionar barras de desplazamiento si el contenido excede el área visible.</a:t>
          </a:r>
        </a:p>
      </dsp:txBody>
      <dsp:txXfrm>
        <a:off x="1450278" y="2713145"/>
        <a:ext cx="3875674" cy="2325404"/>
      </dsp:txXfrm>
    </dsp:sp>
    <dsp:sp modelId="{F4E24D1C-BACA-4CE3-8BC1-501DCCBE5A2F}">
      <dsp:nvSpPr>
        <dsp:cNvPr id="0" name=""/>
        <dsp:cNvSpPr/>
      </dsp:nvSpPr>
      <dsp:spPr>
        <a:xfrm>
          <a:off x="5713520" y="2713145"/>
          <a:ext cx="3875674" cy="2325404"/>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000"/>
            <a:buFont typeface="Symbol" panose="05050102010706020507" pitchFamily="18" charset="2"/>
            <a:buNone/>
          </a:pPr>
          <a:r>
            <a:rPr lang="es-ES" sz="2200" b="1" kern="1200"/>
            <a:t>JDialog:</a:t>
          </a:r>
          <a:endParaRPr lang="es-ES" sz="2200" kern="1200"/>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Administrador por Defecto</a:t>
          </a:r>
          <a:r>
            <a:rPr lang="es-ES" sz="1700" kern="1200"/>
            <a:t>: BorderLayout</a:t>
          </a:r>
        </a:p>
        <a:p>
          <a:pPr marL="171450" lvl="1" indent="-171450" algn="l" defTabSz="755650">
            <a:lnSpc>
              <a:spcPct val="90000"/>
            </a:lnSpc>
            <a:spcBef>
              <a:spcPct val="0"/>
            </a:spcBef>
            <a:spcAft>
              <a:spcPct val="15000"/>
            </a:spcAft>
            <a:buSzPts val="1000"/>
            <a:buFont typeface="Courier New" panose="02070309020205020404" pitchFamily="49" charset="0"/>
            <a:buChar char="o"/>
          </a:pPr>
          <a:r>
            <a:rPr lang="es-ES" sz="1700" b="1" kern="1200"/>
            <a:t>Descripción:</a:t>
          </a:r>
          <a:r>
            <a:rPr lang="es-ES" sz="1700" kern="1200"/>
            <a:t> Similar a JFrame, JDialog utiliza BorderLayout, facilitando la organización de la interfaz de diálogo en regiones.</a:t>
          </a:r>
        </a:p>
      </dsp:txBody>
      <dsp:txXfrm>
        <a:off x="5713520" y="2713145"/>
        <a:ext cx="3875674" cy="232540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7742B-C31F-45E1-B01A-A96FBEAF0101}">
      <dsp:nvSpPr>
        <dsp:cNvPr id="0" name=""/>
        <dsp:cNvSpPr/>
      </dsp:nvSpPr>
      <dsp:spPr>
        <a:xfrm>
          <a:off x="709296" y="31"/>
          <a:ext cx="4195836" cy="251750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SzPts val="1000"/>
            <a:buFont typeface="Symbol" panose="05050102010706020507" pitchFamily="18" charset="2"/>
            <a:buNone/>
          </a:pPr>
          <a:r>
            <a:rPr lang="es-ES" sz="2400" kern="1200"/>
            <a:t>Evento:</a:t>
          </a:r>
        </a:p>
        <a:p>
          <a:pPr marL="171450" lvl="1" indent="-171450" algn="l" defTabSz="844550">
            <a:lnSpc>
              <a:spcPct val="90000"/>
            </a:lnSpc>
            <a:spcBef>
              <a:spcPct val="0"/>
            </a:spcBef>
            <a:spcAft>
              <a:spcPct val="15000"/>
            </a:spcAft>
            <a:buSzPts val="1000"/>
            <a:buFont typeface="Courier New" panose="02070309020205020404" pitchFamily="49" charset="0"/>
            <a:buChar char="o"/>
          </a:pPr>
          <a:r>
            <a:rPr lang="es-ES" sz="1900" kern="1200"/>
            <a:t>Un evento es cualquier acción o suceso que ocurre en la interfaz de usuario y que puede ser detectado por el programa. Ejemplos de eventos incluyen clics de botón, pulsaciones de teclas, movimientos del ratón, y cambios en un componente.</a:t>
          </a:r>
        </a:p>
      </dsp:txBody>
      <dsp:txXfrm>
        <a:off x="709296" y="31"/>
        <a:ext cx="4195836" cy="2517501"/>
      </dsp:txXfrm>
    </dsp:sp>
    <dsp:sp modelId="{8F30B5C6-0FFD-443D-ACFB-E4536CF2F8A4}">
      <dsp:nvSpPr>
        <dsp:cNvPr id="0" name=""/>
        <dsp:cNvSpPr/>
      </dsp:nvSpPr>
      <dsp:spPr>
        <a:xfrm>
          <a:off x="5324716" y="31"/>
          <a:ext cx="4195836" cy="2517501"/>
        </a:xfrm>
        <a:prstGeom prst="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SzPts val="1000"/>
            <a:buFont typeface="Symbol" panose="05050102010706020507" pitchFamily="18" charset="2"/>
            <a:buNone/>
          </a:pPr>
          <a:r>
            <a:rPr lang="es-ES" sz="2400" kern="1200"/>
            <a:t>Fuente del Evento:</a:t>
          </a:r>
        </a:p>
        <a:p>
          <a:pPr marL="171450" lvl="1" indent="-171450" algn="l" defTabSz="844550">
            <a:lnSpc>
              <a:spcPct val="90000"/>
            </a:lnSpc>
            <a:spcBef>
              <a:spcPct val="0"/>
            </a:spcBef>
            <a:spcAft>
              <a:spcPct val="15000"/>
            </a:spcAft>
            <a:buSzPts val="1000"/>
            <a:buFont typeface="Courier New" panose="02070309020205020404" pitchFamily="49" charset="0"/>
            <a:buChar char="o"/>
          </a:pPr>
          <a:r>
            <a:rPr lang="es-ES" sz="1900" kern="1200"/>
            <a:t>La fuente del evento es el componente que genera el evento. Por ejemplo, un botón (JButton) puede ser la fuente de un evento de clic.</a:t>
          </a:r>
        </a:p>
      </dsp:txBody>
      <dsp:txXfrm>
        <a:off x="5324716" y="31"/>
        <a:ext cx="4195836" cy="2517501"/>
      </dsp:txXfrm>
    </dsp:sp>
    <dsp:sp modelId="{8FC2EDF8-3512-47BC-AC0D-487CA473924E}">
      <dsp:nvSpPr>
        <dsp:cNvPr id="0" name=""/>
        <dsp:cNvSpPr/>
      </dsp:nvSpPr>
      <dsp:spPr>
        <a:xfrm>
          <a:off x="709296" y="2937116"/>
          <a:ext cx="4195836" cy="2517501"/>
        </a:xfrm>
        <a:prstGeom prst="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SzPts val="1000"/>
            <a:buFont typeface="Symbol" panose="05050102010706020507" pitchFamily="18" charset="2"/>
            <a:buNone/>
          </a:pPr>
          <a:r>
            <a:rPr lang="es-ES" sz="2400" kern="1200"/>
            <a:t>Listener (Escuchador):</a:t>
          </a:r>
        </a:p>
        <a:p>
          <a:pPr marL="171450" lvl="1" indent="-171450" algn="l" defTabSz="844550">
            <a:lnSpc>
              <a:spcPct val="90000"/>
            </a:lnSpc>
            <a:spcBef>
              <a:spcPct val="0"/>
            </a:spcBef>
            <a:spcAft>
              <a:spcPct val="15000"/>
            </a:spcAft>
            <a:buSzPts val="1000"/>
            <a:buFont typeface="Courier New" panose="02070309020205020404" pitchFamily="49" charset="0"/>
            <a:buChar char="o"/>
          </a:pPr>
          <a:r>
            <a:rPr lang="es-ES" sz="1900" kern="1200"/>
            <a:t>Un listener es un objeto que "escucha" un tipo de evento y responde a él ejecutando un bloque de código cuando el evento ocurre. Los listeners se asocian con componentes para manejar eventos específicos.</a:t>
          </a:r>
        </a:p>
      </dsp:txBody>
      <dsp:txXfrm>
        <a:off x="709296" y="2937116"/>
        <a:ext cx="4195836" cy="2517501"/>
      </dsp:txXfrm>
    </dsp:sp>
    <dsp:sp modelId="{061BEA74-DB0F-4C2F-A3D5-1F44C9D2C059}">
      <dsp:nvSpPr>
        <dsp:cNvPr id="0" name=""/>
        <dsp:cNvSpPr/>
      </dsp:nvSpPr>
      <dsp:spPr>
        <a:xfrm>
          <a:off x="5324716" y="2937116"/>
          <a:ext cx="4195836" cy="2517501"/>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SzPts val="1000"/>
            <a:buFont typeface="Symbol" panose="05050102010706020507" pitchFamily="18" charset="2"/>
            <a:buNone/>
          </a:pPr>
          <a:r>
            <a:rPr lang="es-ES" sz="2400" kern="1200"/>
            <a:t>Manejador de Eventos (Event Handler):</a:t>
          </a:r>
        </a:p>
        <a:p>
          <a:pPr marL="171450" lvl="1" indent="-171450" algn="l" defTabSz="844550">
            <a:lnSpc>
              <a:spcPct val="90000"/>
            </a:lnSpc>
            <a:spcBef>
              <a:spcPct val="0"/>
            </a:spcBef>
            <a:spcAft>
              <a:spcPct val="15000"/>
            </a:spcAft>
            <a:buSzPts val="1000"/>
            <a:buFont typeface="Courier New" panose="02070309020205020404" pitchFamily="49" charset="0"/>
            <a:buChar char="o"/>
          </a:pPr>
          <a:r>
            <a:rPr lang="es-ES" sz="1900" kern="1200"/>
            <a:t>Es el bloque de código que se ejecuta cuando un listener detecta un evento. Este código define la acción que debe realizarse en respuesta al evento.</a:t>
          </a:r>
        </a:p>
      </dsp:txBody>
      <dsp:txXfrm>
        <a:off x="5324716" y="2937116"/>
        <a:ext cx="4195836" cy="25175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0A204-0071-4B04-A7C9-ED1A679A040B}">
      <dsp:nvSpPr>
        <dsp:cNvPr id="0" name=""/>
        <dsp:cNvSpPr/>
      </dsp:nvSpPr>
      <dsp:spPr>
        <a:xfrm>
          <a:off x="0" y="128438"/>
          <a:ext cx="3396257" cy="203775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s-ES" sz="1500" b="1" i="0" kern="1200" err="1"/>
            <a:t>JavaFX</a:t>
          </a:r>
          <a:r>
            <a:rPr lang="es-ES" sz="1500" b="1" i="0" kern="1200"/>
            <a:t> </a:t>
          </a:r>
          <a:r>
            <a:rPr lang="es-ES" sz="1500" b="1" i="0" kern="1200" err="1"/>
            <a:t>Scene</a:t>
          </a:r>
          <a:r>
            <a:rPr lang="es-ES" sz="1500" b="1" i="0" kern="1200"/>
            <a:t> </a:t>
          </a:r>
          <a:r>
            <a:rPr lang="es-ES" sz="1500" b="1" i="0" kern="1200" err="1"/>
            <a:t>Builder</a:t>
          </a:r>
          <a:r>
            <a:rPr lang="es-ES" sz="1500" b="1" i="0" kern="1200"/>
            <a:t>:</a:t>
          </a:r>
          <a:r>
            <a:rPr lang="es-ES" sz="1500" b="0" i="0" kern="1200"/>
            <a:t> </a:t>
          </a:r>
        </a:p>
        <a:p>
          <a:pPr marL="0" lvl="0" indent="0" algn="ctr" defTabSz="666750">
            <a:lnSpc>
              <a:spcPct val="90000"/>
            </a:lnSpc>
            <a:spcBef>
              <a:spcPct val="0"/>
            </a:spcBef>
            <a:spcAft>
              <a:spcPct val="35000"/>
            </a:spcAft>
            <a:buFont typeface="+mj-lt"/>
            <a:buNone/>
          </a:pPr>
          <a:r>
            <a:rPr lang="es-ES" sz="1500" b="0" i="0" kern="1200" err="1"/>
            <a:t>JavaFX</a:t>
          </a:r>
          <a:r>
            <a:rPr lang="es-ES" sz="1500" b="0" i="0" kern="1200"/>
            <a:t> es una plataforma moderna para construir aplicaciones de escritorio en Java. Puedes usar </a:t>
          </a:r>
          <a:r>
            <a:rPr lang="es-ES" sz="1500" b="0" i="0" kern="1200" err="1"/>
            <a:t>JavaFX</a:t>
          </a:r>
          <a:r>
            <a:rPr lang="es-ES" sz="1500" b="0" i="0" kern="1200"/>
            <a:t> </a:t>
          </a:r>
          <a:r>
            <a:rPr lang="es-ES" sz="1500" b="0" i="0" kern="1200" err="1"/>
            <a:t>Scene</a:t>
          </a:r>
          <a:r>
            <a:rPr lang="es-ES" sz="1500" b="0" i="0" kern="1200"/>
            <a:t> </a:t>
          </a:r>
          <a:r>
            <a:rPr lang="es-ES" sz="1500" b="0" i="0" kern="1200" err="1"/>
            <a:t>Builder</a:t>
          </a:r>
          <a:r>
            <a:rPr lang="es-ES" sz="1500" b="0" i="0" kern="1200"/>
            <a:t> para diseñar interfaces gráficas de usuario de manera visual. Este es un programa independiente, pero puedes integrarlo fácilmente con Eclipse.</a:t>
          </a:r>
          <a:endParaRPr lang="es-ES" sz="1500" kern="1200"/>
        </a:p>
      </dsp:txBody>
      <dsp:txXfrm>
        <a:off x="0" y="128438"/>
        <a:ext cx="3396257" cy="2037754"/>
      </dsp:txXfrm>
    </dsp:sp>
    <dsp:sp modelId="{42C9AF7B-882D-49F2-98CE-06EAE3BCBE59}">
      <dsp:nvSpPr>
        <dsp:cNvPr id="0" name=""/>
        <dsp:cNvSpPr/>
      </dsp:nvSpPr>
      <dsp:spPr>
        <a:xfrm>
          <a:off x="3735883" y="128438"/>
          <a:ext cx="3396257" cy="203775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s-ES" sz="1500" b="1" i="0" kern="1200"/>
            <a:t>SWT (Standard Widget </a:t>
          </a:r>
          <a:r>
            <a:rPr lang="es-ES" sz="1500" b="1" i="0" kern="1200" err="1"/>
            <a:t>Toolkit</a:t>
          </a:r>
          <a:r>
            <a:rPr lang="es-ES" sz="1500" b="1" i="0" kern="1200"/>
            <a:t>) con </a:t>
          </a:r>
          <a:r>
            <a:rPr lang="es-ES" sz="1500" b="1" i="0" kern="1200" err="1"/>
            <a:t>JFace</a:t>
          </a:r>
          <a:r>
            <a:rPr lang="es-ES" sz="1500" b="1" i="0" kern="1200"/>
            <a:t>:</a:t>
          </a:r>
          <a:r>
            <a:rPr lang="es-ES" sz="1500" b="0" i="0" kern="1200"/>
            <a:t> </a:t>
          </a:r>
        </a:p>
        <a:p>
          <a:pPr marL="0" lvl="0" indent="0" algn="ctr" defTabSz="666750">
            <a:lnSpc>
              <a:spcPct val="90000"/>
            </a:lnSpc>
            <a:spcBef>
              <a:spcPct val="0"/>
            </a:spcBef>
            <a:spcAft>
              <a:spcPct val="35000"/>
            </a:spcAft>
            <a:buFont typeface="+mj-lt"/>
            <a:buNone/>
          </a:pPr>
          <a:r>
            <a:rPr lang="es-ES" sz="1500" b="0" i="0" kern="1200"/>
            <a:t>SWT es un conjunto de bibliotecas para la creación de interfaces gráficas en Java y es utilizado por Eclipse. Puedes utilizar </a:t>
          </a:r>
          <a:r>
            <a:rPr lang="es-ES" sz="1500" b="0" i="0" kern="1200" err="1"/>
            <a:t>JFace</a:t>
          </a:r>
          <a:r>
            <a:rPr lang="es-ES" sz="1500" b="0" i="0" kern="1200"/>
            <a:t>, una capa de abstracción sobre SWT, para simplificar la creación de interfaces de usuario.</a:t>
          </a:r>
        </a:p>
      </dsp:txBody>
      <dsp:txXfrm>
        <a:off x="3735883" y="128438"/>
        <a:ext cx="3396257" cy="2037754"/>
      </dsp:txXfrm>
    </dsp:sp>
    <dsp:sp modelId="{48063EDD-B7AD-4DF6-B880-5CD2A692A347}">
      <dsp:nvSpPr>
        <dsp:cNvPr id="0" name=""/>
        <dsp:cNvSpPr/>
      </dsp:nvSpPr>
      <dsp:spPr>
        <a:xfrm>
          <a:off x="7471767" y="128438"/>
          <a:ext cx="3396257" cy="203775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s-ES" sz="1500" b="1" i="0" kern="1200"/>
            <a:t>Java Swing:</a:t>
          </a:r>
          <a:r>
            <a:rPr lang="es-ES" sz="1500" b="0" i="0" kern="1200"/>
            <a:t> </a:t>
          </a:r>
        </a:p>
        <a:p>
          <a:pPr marL="0" lvl="0" indent="0" algn="ctr" defTabSz="666750">
            <a:lnSpc>
              <a:spcPct val="90000"/>
            </a:lnSpc>
            <a:spcBef>
              <a:spcPct val="0"/>
            </a:spcBef>
            <a:spcAft>
              <a:spcPct val="35000"/>
            </a:spcAft>
            <a:buFont typeface="+mj-lt"/>
            <a:buNone/>
          </a:pPr>
          <a:r>
            <a:rPr lang="es-ES" sz="1500" b="0" i="0" kern="1200"/>
            <a:t>Aunque Swing es más antiguo, sigue siendo una opción viable para el desarrollo de interfaces gráficas en Java. Puedes utilizar NetBeans GUI </a:t>
          </a:r>
          <a:r>
            <a:rPr lang="es-ES" sz="1500" b="0" i="0" kern="1200" err="1"/>
            <a:t>Builder</a:t>
          </a:r>
          <a:r>
            <a:rPr lang="es-ES" sz="1500" b="0" i="0" kern="1200"/>
            <a:t> o IntelliJ IDEA para diseñar interfaces gráficas de usuario de manera visual.</a:t>
          </a:r>
        </a:p>
      </dsp:txBody>
      <dsp:txXfrm>
        <a:off x="7471767" y="128438"/>
        <a:ext cx="3396257" cy="2037754"/>
      </dsp:txXfrm>
    </dsp:sp>
    <dsp:sp modelId="{B4E06531-E5CA-49A9-ABDC-88BF61BAB0CB}">
      <dsp:nvSpPr>
        <dsp:cNvPr id="0" name=""/>
        <dsp:cNvSpPr/>
      </dsp:nvSpPr>
      <dsp:spPr>
        <a:xfrm>
          <a:off x="1867941" y="2505819"/>
          <a:ext cx="3396257" cy="203775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s-ES" sz="1500" b="1" i="0" kern="1200"/>
            <a:t>Eclipse e4:</a:t>
          </a:r>
          <a:r>
            <a:rPr lang="es-ES" sz="1500" b="0" i="0" kern="1200"/>
            <a:t> </a:t>
          </a:r>
        </a:p>
        <a:p>
          <a:pPr marL="0" lvl="0" indent="0" algn="ctr" defTabSz="666750">
            <a:lnSpc>
              <a:spcPct val="90000"/>
            </a:lnSpc>
            <a:spcBef>
              <a:spcPct val="0"/>
            </a:spcBef>
            <a:spcAft>
              <a:spcPct val="35000"/>
            </a:spcAft>
            <a:buFont typeface="+mj-lt"/>
            <a:buNone/>
          </a:pPr>
          <a:r>
            <a:rPr lang="es-ES" sz="1500" b="0" i="0" kern="1200"/>
            <a:t>Eclipse e4 es un </a:t>
          </a:r>
          <a:r>
            <a:rPr lang="es-ES" sz="1500" b="0" i="0" kern="1200" err="1"/>
            <a:t>framework</a:t>
          </a:r>
          <a:r>
            <a:rPr lang="es-ES" sz="1500" b="0" i="0" kern="1200"/>
            <a:t> más moderno para el desarrollo de aplicaciones RCP (</a:t>
          </a:r>
          <a:r>
            <a:rPr lang="es-ES" sz="1500" b="0" i="0" kern="1200" err="1"/>
            <a:t>Rich</a:t>
          </a:r>
          <a:r>
            <a:rPr lang="es-ES" sz="1500" b="0" i="0" kern="1200"/>
            <a:t> Client </a:t>
          </a:r>
          <a:r>
            <a:rPr lang="es-ES" sz="1500" b="0" i="0" kern="1200" err="1"/>
            <a:t>Platform</a:t>
          </a:r>
          <a:r>
            <a:rPr lang="es-ES" sz="1500" b="0" i="0" kern="1200"/>
            <a:t>) en Eclipse. Proporciona una arquitectura más moderna y flexible para la creación de interfaces de usuario.</a:t>
          </a:r>
        </a:p>
      </dsp:txBody>
      <dsp:txXfrm>
        <a:off x="1867941" y="2505819"/>
        <a:ext cx="3396257" cy="2037754"/>
      </dsp:txXfrm>
    </dsp:sp>
    <dsp:sp modelId="{199C7E8D-78D9-44A2-8CE2-977E66025C61}">
      <dsp:nvSpPr>
        <dsp:cNvPr id="0" name=""/>
        <dsp:cNvSpPr/>
      </dsp:nvSpPr>
      <dsp:spPr>
        <a:xfrm>
          <a:off x="5603825" y="2505819"/>
          <a:ext cx="3396257" cy="203775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s-ES" sz="1500" b="1" i="0" kern="1200" err="1"/>
            <a:t>JavaFX</a:t>
          </a:r>
          <a:r>
            <a:rPr lang="es-ES" sz="1500" b="1" i="0" kern="1200"/>
            <a:t> con </a:t>
          </a:r>
          <a:r>
            <a:rPr lang="es-ES" sz="1500" b="1" i="0" kern="1200" err="1"/>
            <a:t>Scene</a:t>
          </a:r>
          <a:r>
            <a:rPr lang="es-ES" sz="1500" b="1" i="0" kern="1200"/>
            <a:t> </a:t>
          </a:r>
          <a:r>
            <a:rPr lang="es-ES" sz="1500" b="1" i="0" kern="1200" err="1"/>
            <a:t>Builder</a:t>
          </a:r>
          <a:r>
            <a:rPr lang="es-ES" sz="1500" b="1" i="0" kern="1200"/>
            <a:t> en IntelliJ IDEA:</a:t>
          </a:r>
        </a:p>
        <a:p>
          <a:pPr marL="0" lvl="0" indent="0" algn="ctr" defTabSz="666750">
            <a:lnSpc>
              <a:spcPct val="90000"/>
            </a:lnSpc>
            <a:spcBef>
              <a:spcPct val="0"/>
            </a:spcBef>
            <a:spcAft>
              <a:spcPct val="35000"/>
            </a:spcAft>
            <a:buFont typeface="+mj-lt"/>
            <a:buNone/>
          </a:pPr>
          <a:r>
            <a:rPr lang="es-ES" sz="1500" b="0" i="0" kern="1200"/>
            <a:t> IntelliJ IDEA es otra popular IDE para Java y tiene un buen soporte para </a:t>
          </a:r>
          <a:r>
            <a:rPr lang="es-ES" sz="1500" b="0" i="0" kern="1200" err="1"/>
            <a:t>JavaFX</a:t>
          </a:r>
          <a:r>
            <a:rPr lang="es-ES" sz="1500" b="0" i="0" kern="1200"/>
            <a:t>. Puedes utilizar </a:t>
          </a:r>
          <a:r>
            <a:rPr lang="es-ES" sz="1500" b="0" i="0" kern="1200" err="1"/>
            <a:t>Scene</a:t>
          </a:r>
          <a:r>
            <a:rPr lang="es-ES" sz="1500" b="0" i="0" kern="1200"/>
            <a:t> </a:t>
          </a:r>
          <a:r>
            <a:rPr lang="es-ES" sz="1500" b="0" i="0" kern="1200" err="1"/>
            <a:t>Builder</a:t>
          </a:r>
          <a:r>
            <a:rPr lang="es-ES" sz="1500" b="0" i="0" kern="1200"/>
            <a:t> con IntelliJ IDEA para diseñar interfaces gráficas de usuario de forma visual.</a:t>
          </a:r>
        </a:p>
      </dsp:txBody>
      <dsp:txXfrm>
        <a:off x="5603825" y="2505819"/>
        <a:ext cx="3396257" cy="20377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CA84F3-D77E-4251-B34F-F150D7440A41}" type="datetimeFigureOut">
              <a:rPr lang="es-ES" smtClean="0"/>
              <a:t>18/10/2024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96476-4632-484B-9BA5-3E40BFBC9234}" type="slidenum">
              <a:rPr lang="es-ES" smtClean="0"/>
              <a:t>‹#›</a:t>
            </a:fld>
            <a:endParaRPr lang="es-ES"/>
          </a:p>
        </p:txBody>
      </p:sp>
    </p:spTree>
    <p:extLst>
      <p:ext uri="{BB962C8B-B14F-4D97-AF65-F5344CB8AC3E}">
        <p14:creationId xmlns:p14="http://schemas.microsoft.com/office/powerpoint/2010/main" val="403698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Ejercicios con dos contenedores.</a:t>
            </a:r>
          </a:p>
        </p:txBody>
      </p:sp>
      <p:sp>
        <p:nvSpPr>
          <p:cNvPr id="4" name="Marcador de número de diapositiva 3"/>
          <p:cNvSpPr>
            <a:spLocks noGrp="1"/>
          </p:cNvSpPr>
          <p:nvPr>
            <p:ph type="sldNum" sz="quarter" idx="5"/>
          </p:nvPr>
        </p:nvSpPr>
        <p:spPr/>
        <p:txBody>
          <a:bodyPr/>
          <a:lstStyle/>
          <a:p>
            <a:fld id="{CA796476-4632-484B-9BA5-3E40BFBC9234}" type="slidenum">
              <a:rPr lang="es-ES" smtClean="0"/>
              <a:t>7</a:t>
            </a:fld>
            <a:endParaRPr lang="es-ES"/>
          </a:p>
        </p:txBody>
      </p:sp>
    </p:spTree>
    <p:extLst>
      <p:ext uri="{BB962C8B-B14F-4D97-AF65-F5344CB8AC3E}">
        <p14:creationId xmlns:p14="http://schemas.microsoft.com/office/powerpoint/2010/main" val="1662412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Ejercicio, realizar este mismo ejercicio y después crear otro con tres contenedores. Tema a elegir.</a:t>
            </a:r>
          </a:p>
        </p:txBody>
      </p:sp>
      <p:sp>
        <p:nvSpPr>
          <p:cNvPr id="4" name="Marcador de número de diapositiva 3"/>
          <p:cNvSpPr>
            <a:spLocks noGrp="1"/>
          </p:cNvSpPr>
          <p:nvPr>
            <p:ph type="sldNum" sz="quarter" idx="5"/>
          </p:nvPr>
        </p:nvSpPr>
        <p:spPr/>
        <p:txBody>
          <a:bodyPr/>
          <a:lstStyle/>
          <a:p>
            <a:fld id="{CA796476-4632-484B-9BA5-3E40BFBC9234}" type="slidenum">
              <a:rPr lang="es-ES" smtClean="0"/>
              <a:t>8</a:t>
            </a:fld>
            <a:endParaRPr lang="es-ES"/>
          </a:p>
        </p:txBody>
      </p:sp>
    </p:spTree>
    <p:extLst>
      <p:ext uri="{BB962C8B-B14F-4D97-AF65-F5344CB8AC3E}">
        <p14:creationId xmlns:p14="http://schemas.microsoft.com/office/powerpoint/2010/main" val="2273714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Ejercicio copiado y luego otro ejercicio con 4 botones, y diferentes colores.</a:t>
            </a:r>
          </a:p>
        </p:txBody>
      </p:sp>
      <p:sp>
        <p:nvSpPr>
          <p:cNvPr id="4" name="Marcador de número de diapositiva 3"/>
          <p:cNvSpPr>
            <a:spLocks noGrp="1"/>
          </p:cNvSpPr>
          <p:nvPr>
            <p:ph type="sldNum" sz="quarter" idx="5"/>
          </p:nvPr>
        </p:nvSpPr>
        <p:spPr/>
        <p:txBody>
          <a:bodyPr/>
          <a:lstStyle/>
          <a:p>
            <a:fld id="{CA796476-4632-484B-9BA5-3E40BFBC9234}" type="slidenum">
              <a:rPr lang="es-ES" smtClean="0"/>
              <a:t>33</a:t>
            </a:fld>
            <a:endParaRPr lang="es-ES"/>
          </a:p>
        </p:txBody>
      </p:sp>
    </p:spTree>
    <p:extLst>
      <p:ext uri="{BB962C8B-B14F-4D97-AF65-F5344CB8AC3E}">
        <p14:creationId xmlns:p14="http://schemas.microsoft.com/office/powerpoint/2010/main" val="240801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mismo ejercicio básico con diferentes </a:t>
            </a:r>
            <a:r>
              <a:rPr lang="es-ES" err="1"/>
              <a:t>layout</a:t>
            </a:r>
            <a:r>
              <a:rPr lang="es-ES"/>
              <a:t> pero en </a:t>
            </a:r>
            <a:r>
              <a:rPr lang="es-ES" err="1"/>
              <a:t>codigo</a:t>
            </a:r>
            <a:endParaRPr lang="es-ES"/>
          </a:p>
        </p:txBody>
      </p:sp>
      <p:sp>
        <p:nvSpPr>
          <p:cNvPr id="4" name="Marcador de número de diapositiva 3"/>
          <p:cNvSpPr>
            <a:spLocks noGrp="1"/>
          </p:cNvSpPr>
          <p:nvPr>
            <p:ph type="sldNum" sz="quarter" idx="5"/>
          </p:nvPr>
        </p:nvSpPr>
        <p:spPr/>
        <p:txBody>
          <a:bodyPr/>
          <a:lstStyle/>
          <a:p>
            <a:fld id="{CA796476-4632-484B-9BA5-3E40BFBC9234}" type="slidenum">
              <a:rPr lang="es-ES" smtClean="0"/>
              <a:t>42</a:t>
            </a:fld>
            <a:endParaRPr lang="es-ES"/>
          </a:p>
        </p:txBody>
      </p:sp>
    </p:spTree>
    <p:extLst>
      <p:ext uri="{BB962C8B-B14F-4D97-AF65-F5344CB8AC3E}">
        <p14:creationId xmlns:p14="http://schemas.microsoft.com/office/powerpoint/2010/main" val="787727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Realizar dos ejercicios más con diferentes </a:t>
            </a:r>
          </a:p>
        </p:txBody>
      </p:sp>
      <p:sp>
        <p:nvSpPr>
          <p:cNvPr id="4" name="Marcador de número de diapositiva 3"/>
          <p:cNvSpPr>
            <a:spLocks noGrp="1"/>
          </p:cNvSpPr>
          <p:nvPr>
            <p:ph type="sldNum" sz="quarter" idx="5"/>
          </p:nvPr>
        </p:nvSpPr>
        <p:spPr/>
        <p:txBody>
          <a:bodyPr/>
          <a:lstStyle/>
          <a:p>
            <a:fld id="{CA796476-4632-484B-9BA5-3E40BFBC9234}" type="slidenum">
              <a:rPr lang="es-ES" smtClean="0"/>
              <a:t>62</a:t>
            </a:fld>
            <a:endParaRPr lang="es-ES"/>
          </a:p>
        </p:txBody>
      </p:sp>
    </p:spTree>
    <p:extLst>
      <p:ext uri="{BB962C8B-B14F-4D97-AF65-F5344CB8AC3E}">
        <p14:creationId xmlns:p14="http://schemas.microsoft.com/office/powerpoint/2010/main" val="1952208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30CEB9-7393-9607-082A-B42410ED700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58B1C90-6E70-1725-D39F-291AB922E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58131501-3416-9FA9-E117-CD730C019526}"/>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44CC3EA7-526B-1BF7-0B6A-EA46AFBDDE9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BD8A3D3-D709-CDCC-51CA-89D09D770F04}"/>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397269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7DCD1F-DCFA-C97A-2138-F404B24D9C4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50C8175-2B5E-C189-21CE-04DDAE5B7E5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FA10A75-0769-1908-4468-AECFCA3BD3D2}"/>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1BC4DD26-3D6B-1943-C5C5-4034827F1FC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E683370-D27C-8139-6B3B-961ACEE25E17}"/>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70553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ECB76B-DF29-A5E0-F5E6-0A7CC3FCA19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A2E87E-1451-E159-30CA-F0387AEA41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397FD7A-8199-2CF5-83E6-F3AEB537019A}"/>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F169093C-3988-A372-1D10-EA4E88459B8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4AFC48F-CD79-6BCB-EBFC-9743660E1212}"/>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3338333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4A12C4-C524-CAF2-C648-EE6CAC99523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C69CF3D-0FAF-BE5F-C1B6-5853AF2522B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712363A-505B-24A7-1BC0-1CB5E2BE1C3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EAD93B20-530F-845E-F5DB-34BF2731232C}"/>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6" name="Marcador de pie de página 5">
            <a:extLst>
              <a:ext uri="{FF2B5EF4-FFF2-40B4-BE49-F238E27FC236}">
                <a16:creationId xmlns:a16="http://schemas.microsoft.com/office/drawing/2014/main" id="{FA6BF1A0-D6CE-30A8-0017-CEC36570F22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18EBC0B-1C07-78D7-7E81-3FC6510912D2}"/>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67122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01DED-904D-BEE7-5737-703B186714D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F0EBE53-A7F5-6581-D3C8-9BF5DFE5DF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4179B13-2C45-46AC-BB33-9AE2F2A65EF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FD0E64E-ABAA-30AF-45E3-69E12A4F1C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232F48D-1E17-25D3-25D8-AD9479C396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54F7C94-B10D-16CD-77B5-E84F36738A36}"/>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8" name="Marcador de pie de página 7">
            <a:extLst>
              <a:ext uri="{FF2B5EF4-FFF2-40B4-BE49-F238E27FC236}">
                <a16:creationId xmlns:a16="http://schemas.microsoft.com/office/drawing/2014/main" id="{DB983F7D-E0A2-60B6-9C64-53A4B0DF730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456CAAA-2D67-D12C-BE92-9D4BC0B8859B}"/>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341915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739F81-35F3-3A8D-DC35-B6356D00437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81778A1-270E-BFAD-7A64-519C80518DB4}"/>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4" name="Marcador de pie de página 3">
            <a:extLst>
              <a:ext uri="{FF2B5EF4-FFF2-40B4-BE49-F238E27FC236}">
                <a16:creationId xmlns:a16="http://schemas.microsoft.com/office/drawing/2014/main" id="{AC15443B-1049-8E3D-A619-F90838F0E26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8EB9BDA-2805-6BA2-E383-55BFD15E6A2D}"/>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3148952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3E821DF-6CCE-C70A-56E5-61B299A1E687}"/>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3" name="Marcador de pie de página 2">
            <a:extLst>
              <a:ext uri="{FF2B5EF4-FFF2-40B4-BE49-F238E27FC236}">
                <a16:creationId xmlns:a16="http://schemas.microsoft.com/office/drawing/2014/main" id="{5F8A929B-DC4D-EA85-2A45-5C1B1C94D21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94A6560E-60F4-D3AD-76A4-820FAD62B924}"/>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6134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9C3D50-8D18-7A69-CBCD-A47E71D5C37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3167CA4-6703-FE74-F4EE-D99A0E6A94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DA05AF4C-B664-8B09-D4C9-16960BDAB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2DDD8DE-EAAB-171A-6BC0-1DE8CDF1D785}"/>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6" name="Marcador de pie de página 5">
            <a:extLst>
              <a:ext uri="{FF2B5EF4-FFF2-40B4-BE49-F238E27FC236}">
                <a16:creationId xmlns:a16="http://schemas.microsoft.com/office/drawing/2014/main" id="{91365B1C-54B1-0247-9133-8A75420DA5A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5ACA28A-A803-6DF7-1FAB-03CCAF7B4B87}"/>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951955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C520D8-77F2-37E8-12B6-C700A66D65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353FF62-0704-36B8-B2D9-EBF357F7BE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662BFBD3-F4B7-5406-B5EE-2DF8CCB966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67D3DD-0916-A96E-86FC-C71216588EF5}"/>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6" name="Marcador de pie de página 5">
            <a:extLst>
              <a:ext uri="{FF2B5EF4-FFF2-40B4-BE49-F238E27FC236}">
                <a16:creationId xmlns:a16="http://schemas.microsoft.com/office/drawing/2014/main" id="{68943F4D-4F2B-EB8A-8F11-A1CDA7A15FC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B65662-58B3-9FEB-6887-0BF01F8D69B2}"/>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1694658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1B5A2-5705-A73B-E79F-D1B51DA18C6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0D7B101-9382-B428-0B8F-DA5B9D7BED9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9C3A1E5-ADF4-8CCE-78D7-E92D6636A793}"/>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10F888C7-764C-6BE8-CB19-911CEAE2FC8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342F2B0-B368-2714-DF48-9DC33C2E7289}"/>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314299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35741EE-63A5-E19C-E4DE-7EA10D5ED18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3E86817-ED57-8E8C-E8C0-E12CAE19B4A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DB2B3DC-91C0-75F4-460B-98725ADC8CEA}"/>
              </a:ext>
            </a:extLst>
          </p:cNvPr>
          <p:cNvSpPr>
            <a:spLocks noGrp="1"/>
          </p:cNvSpPr>
          <p:nvPr>
            <p:ph type="dt" sz="half" idx="10"/>
          </p:nvPr>
        </p:nvSpPr>
        <p:spPr/>
        <p:txBody>
          <a:body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5AB07E75-F792-3CED-F50B-45B80DBC03F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B2BCFAC-C381-D3F8-3185-89BD1627E5F8}"/>
              </a:ext>
            </a:extLst>
          </p:cNvPr>
          <p:cNvSpPr>
            <a:spLocks noGrp="1"/>
          </p:cNvSpPr>
          <p:nvPr>
            <p:ph type="sldNum" sz="quarter" idx="12"/>
          </p:nvPr>
        </p:nvSpPr>
        <p:spPr/>
        <p:txBody>
          <a:bodyPr/>
          <a:lstStyle/>
          <a:p>
            <a:fld id="{846100AC-E19F-478A-AEF1-E948331D6808}" type="slidenum">
              <a:rPr lang="es-ES" smtClean="0"/>
              <a:t>‹#›</a:t>
            </a:fld>
            <a:endParaRPr lang="es-ES"/>
          </a:p>
        </p:txBody>
      </p:sp>
    </p:spTree>
    <p:extLst>
      <p:ext uri="{BB962C8B-B14F-4D97-AF65-F5344CB8AC3E}">
        <p14:creationId xmlns:p14="http://schemas.microsoft.com/office/powerpoint/2010/main" val="1337902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B207707-18F0-C0DE-FDD7-4DC4C544F4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2CE3BF0-0882-56F9-8CE4-BA6B6FA7CF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BE53E9E-98DB-6F5B-490E-401C4227F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D62246-CE8E-472C-BCC3-88A84B6B044E}" type="datetimeFigureOut">
              <a:rPr lang="es-ES" smtClean="0"/>
              <a:t>18/10/2024</a:t>
            </a:fld>
            <a:endParaRPr lang="es-ES"/>
          </a:p>
        </p:txBody>
      </p:sp>
      <p:sp>
        <p:nvSpPr>
          <p:cNvPr id="5" name="Marcador de pie de página 4">
            <a:extLst>
              <a:ext uri="{FF2B5EF4-FFF2-40B4-BE49-F238E27FC236}">
                <a16:creationId xmlns:a16="http://schemas.microsoft.com/office/drawing/2014/main" id="{6B85E5B7-6B59-8663-0477-5E81A1AE0A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BDAC8EF-34BB-692B-3B53-51A3319B3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6100AC-E19F-478A-AEF1-E948331D6808}" type="slidenum">
              <a:rPr lang="es-ES" smtClean="0"/>
              <a:t>‹#›</a:t>
            </a:fld>
            <a:endParaRPr lang="es-ES"/>
          </a:p>
        </p:txBody>
      </p:sp>
    </p:spTree>
    <p:extLst>
      <p:ext uri="{BB962C8B-B14F-4D97-AF65-F5344CB8AC3E}">
        <p14:creationId xmlns:p14="http://schemas.microsoft.com/office/powerpoint/2010/main" val="3057699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jpe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4">
            <a:extLst>
              <a:ext uri="{FF2B5EF4-FFF2-40B4-BE49-F238E27FC236}">
                <a16:creationId xmlns:a16="http://schemas.microsoft.com/office/drawing/2014/main" id="{EC0FAB4B-E89E-DD07-5AB8-6D44794B4FEA}"/>
              </a:ext>
            </a:extLst>
          </p:cNvPr>
          <p:cNvPicPr>
            <a:picLocks noChangeAspect="1"/>
          </p:cNvPicPr>
          <p:nvPr/>
        </p:nvPicPr>
        <p:blipFill rotWithShape="1">
          <a:blip r:embed="rId2"/>
          <a:srcRect t="29687"/>
          <a:stretch/>
        </p:blipFill>
        <p:spPr>
          <a:xfrm>
            <a:off x="20" y="10"/>
            <a:ext cx="12191981" cy="6857990"/>
          </a:xfrm>
          <a:prstGeom prst="rect">
            <a:avLst/>
          </a:prstGeom>
        </p:spPr>
      </p:pic>
      <p:sp>
        <p:nvSpPr>
          <p:cNvPr id="19"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317CB11-17FA-8764-9FD2-D01F73B095C7}"/>
              </a:ext>
            </a:extLst>
          </p:cNvPr>
          <p:cNvSpPr>
            <a:spLocks noGrp="1"/>
          </p:cNvSpPr>
          <p:nvPr>
            <p:ph type="ctrTitle"/>
          </p:nvPr>
        </p:nvSpPr>
        <p:spPr>
          <a:xfrm>
            <a:off x="404553" y="3091928"/>
            <a:ext cx="9078562" cy="2387600"/>
          </a:xfrm>
        </p:spPr>
        <p:txBody>
          <a:bodyPr>
            <a:normAutofit/>
          </a:bodyPr>
          <a:lstStyle/>
          <a:p>
            <a:pPr algn="l"/>
            <a:r>
              <a:rPr lang="es-ES" sz="4100">
                <a:solidFill>
                  <a:schemeClr val="bg1"/>
                </a:solidFill>
                <a:effectLst/>
                <a:latin typeface="Calibri" panose="020F0502020204030204" pitchFamily="34" charset="0"/>
                <a:ea typeface="Calibri" panose="020F0502020204030204" pitchFamily="34" charset="0"/>
              </a:rPr>
              <a:t>2. Confección de interfaces de usuario y creación de componentes visuales.</a:t>
            </a:r>
            <a:br>
              <a:rPr lang="es-ES" sz="4100">
                <a:solidFill>
                  <a:schemeClr val="bg1"/>
                </a:solidFill>
                <a:effectLst/>
                <a:latin typeface="Calibri" panose="020F0502020204030204" pitchFamily="34" charset="0"/>
                <a:ea typeface="Calibri" panose="020F0502020204030204" pitchFamily="34" charset="0"/>
              </a:rPr>
            </a:br>
            <a:endParaRPr lang="es-ES" sz="4100">
              <a:solidFill>
                <a:schemeClr val="bg1"/>
              </a:solidFill>
            </a:endParaRPr>
          </a:p>
        </p:txBody>
      </p:sp>
      <p:sp>
        <p:nvSpPr>
          <p:cNvPr id="20"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a:extLst>
              <a:ext uri="{FF2B5EF4-FFF2-40B4-BE49-F238E27FC236}">
                <a16:creationId xmlns:a16="http://schemas.microsoft.com/office/drawing/2014/main" id="{54BAED4C-C195-F327-C40C-211CAF43D55F}"/>
              </a:ext>
            </a:extLst>
          </p:cNvPr>
          <p:cNvSpPr>
            <a:spLocks noGrp="1"/>
          </p:cNvSpPr>
          <p:nvPr>
            <p:ph type="subTitle" idx="1"/>
          </p:nvPr>
        </p:nvSpPr>
        <p:spPr>
          <a:xfrm>
            <a:off x="404553" y="5624945"/>
            <a:ext cx="9078562" cy="592975"/>
          </a:xfrm>
        </p:spPr>
        <p:txBody>
          <a:bodyPr anchor="ctr">
            <a:normAutofit/>
          </a:bodyPr>
          <a:lstStyle/>
          <a:p>
            <a:pPr algn="l"/>
            <a:r>
              <a:rPr lang="es-ES">
                <a:solidFill>
                  <a:schemeClr val="bg1"/>
                </a:solidFill>
              </a:rPr>
              <a:t>Alberto Ruiz</a:t>
            </a:r>
          </a:p>
        </p:txBody>
      </p:sp>
      <p:pic>
        <p:nvPicPr>
          <p:cNvPr id="1026" name="Picture 2" descr="CENEC Málaga | Málaga">
            <a:extLst>
              <a:ext uri="{FF2B5EF4-FFF2-40B4-BE49-F238E27FC236}">
                <a16:creationId xmlns:a16="http://schemas.microsoft.com/office/drawing/2014/main" id="{0C08DA06-4845-308F-2ED2-5A2709B69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3741" y="5663045"/>
            <a:ext cx="1418260" cy="1418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753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5" name="Picture 2054">
            <a:extLst>
              <a:ext uri="{FF2B5EF4-FFF2-40B4-BE49-F238E27FC236}">
                <a16:creationId xmlns:a16="http://schemas.microsoft.com/office/drawing/2014/main" id="{44E657B0-A726-B7C1-054D-56B440A5169A}"/>
              </a:ext>
            </a:extLst>
          </p:cNvPr>
          <p:cNvPicPr>
            <a:picLocks noChangeAspect="1"/>
          </p:cNvPicPr>
          <p:nvPr/>
        </p:nvPicPr>
        <p:blipFill>
          <a:blip r:embed="rId2"/>
          <a:srcRect l="2942" r="2941" b="-1"/>
          <a:stretch/>
        </p:blipFill>
        <p:spPr>
          <a:xfrm>
            <a:off x="2522356" y="10"/>
            <a:ext cx="9669642" cy="6857990"/>
          </a:xfrm>
          <a:prstGeom prst="rect">
            <a:avLst/>
          </a:prstGeom>
        </p:spPr>
      </p:pic>
      <p:sp>
        <p:nvSpPr>
          <p:cNvPr id="2066" name="Rectangle 206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CENEC Málaga | Málaga">
            <a:extLst>
              <a:ext uri="{FF2B5EF4-FFF2-40B4-BE49-F238E27FC236}">
                <a16:creationId xmlns:a16="http://schemas.microsoft.com/office/drawing/2014/main" id="{EB291BB8-29B3-10C3-2368-110DBAF19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54" name="Marcador de contenido 2">
            <a:extLst>
              <a:ext uri="{FF2B5EF4-FFF2-40B4-BE49-F238E27FC236}">
                <a16:creationId xmlns:a16="http://schemas.microsoft.com/office/drawing/2014/main" id="{49520C65-B903-EAA7-DDB4-728E37418902}"/>
              </a:ext>
            </a:extLst>
          </p:cNvPr>
          <p:cNvGraphicFramePr>
            <a:graphicFrameLocks noGrp="1"/>
          </p:cNvGraphicFramePr>
          <p:nvPr>
            <p:ph idx="1"/>
            <p:extLst>
              <p:ext uri="{D42A27DB-BD31-4B8C-83A1-F6EECF244321}">
                <p14:modId xmlns:p14="http://schemas.microsoft.com/office/powerpoint/2010/main" val="3103103560"/>
              </p:ext>
            </p:extLst>
          </p:nvPr>
        </p:nvGraphicFramePr>
        <p:xfrm>
          <a:off x="838199" y="742950"/>
          <a:ext cx="5057775" cy="54340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34683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C625F1-CA64-7E12-996C-3977E1FD830E}"/>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err="1">
                <a:solidFill>
                  <a:schemeClr val="tx1"/>
                </a:solidFill>
                <a:latin typeface="+mj-lt"/>
                <a:ea typeface="+mj-ea"/>
                <a:cs typeface="+mj-cs"/>
              </a:rPr>
              <a:t>Contenedores</a:t>
            </a:r>
            <a:endParaRPr lang="en-US" sz="5200" kern="1200">
              <a:solidFill>
                <a:schemeClr val="tx1"/>
              </a:solidFill>
              <a:latin typeface="+mj-lt"/>
              <a:ea typeface="+mj-ea"/>
              <a:cs typeface="+mj-cs"/>
            </a:endParaRPr>
          </a:p>
        </p:txBody>
      </p:sp>
      <p:pic>
        <p:nvPicPr>
          <p:cNvPr id="7" name="Graphic 6" descr="Bloquear esquema">
            <a:extLst>
              <a:ext uri="{FF2B5EF4-FFF2-40B4-BE49-F238E27FC236}">
                <a16:creationId xmlns:a16="http://schemas.microsoft.com/office/drawing/2014/main" id="{F3322D83-17E5-7119-1FF4-C0AAC4F6E9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407454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6DB337-1AD3-AF86-D84C-70848C7D2EAE}"/>
              </a:ext>
            </a:extLst>
          </p:cNvPr>
          <p:cNvSpPr>
            <a:spLocks noGrp="1"/>
          </p:cNvSpPr>
          <p:nvPr>
            <p:ph type="title"/>
          </p:nvPr>
        </p:nvSpPr>
        <p:spPr>
          <a:xfrm>
            <a:off x="838200" y="107950"/>
            <a:ext cx="10515600" cy="587375"/>
          </a:xfrm>
        </p:spPr>
        <p:txBody>
          <a:bodyPr>
            <a:normAutofit fontScale="90000"/>
          </a:bodyPr>
          <a:lstStyle/>
          <a:p>
            <a:r>
              <a:rPr lang="es-ES"/>
              <a:t>Contenedores</a:t>
            </a:r>
          </a:p>
        </p:txBody>
      </p:sp>
      <p:sp>
        <p:nvSpPr>
          <p:cNvPr id="3" name="Marcador de contenido 2">
            <a:extLst>
              <a:ext uri="{FF2B5EF4-FFF2-40B4-BE49-F238E27FC236}">
                <a16:creationId xmlns:a16="http://schemas.microsoft.com/office/drawing/2014/main" id="{E5A0067D-B5EB-EA2A-63E7-16A98BF75E4C}"/>
              </a:ext>
            </a:extLst>
          </p:cNvPr>
          <p:cNvSpPr>
            <a:spLocks noGrp="1"/>
          </p:cNvSpPr>
          <p:nvPr>
            <p:ph idx="1"/>
          </p:nvPr>
        </p:nvSpPr>
        <p:spPr>
          <a:xfrm>
            <a:off x="571500" y="904875"/>
            <a:ext cx="10696575" cy="4776788"/>
          </a:xfrm>
        </p:spPr>
        <p:txBody>
          <a:bodyPr/>
          <a:lstStyle/>
          <a:p>
            <a:pPr algn="just">
              <a:lnSpc>
                <a:spcPct val="115000"/>
              </a:lnSpc>
              <a:spcAft>
                <a:spcPts val="800"/>
              </a:spcAft>
            </a:pPr>
            <a:r>
              <a:rPr lang="es-ES" sz="1800">
                <a:effectLst/>
                <a:latin typeface="Calibri" panose="020F0502020204030204" pitchFamily="34" charset="0"/>
                <a:ea typeface="Calibri" panose="020F0502020204030204" pitchFamily="34" charset="0"/>
              </a:rPr>
              <a:t>Los </a:t>
            </a:r>
            <a:r>
              <a:rPr lang="es-ES" sz="1800" b="1">
                <a:effectLst/>
                <a:latin typeface="Calibri" panose="020F0502020204030204" pitchFamily="34" charset="0"/>
                <a:ea typeface="Calibri" panose="020F0502020204030204" pitchFamily="34" charset="0"/>
              </a:rPr>
              <a:t>contenedores</a:t>
            </a:r>
            <a:r>
              <a:rPr lang="es-ES" sz="1800">
                <a:effectLst/>
                <a:latin typeface="Calibri" panose="020F0502020204030204" pitchFamily="34" charset="0"/>
                <a:ea typeface="Calibri" panose="020F0502020204030204" pitchFamily="34" charset="0"/>
              </a:rPr>
              <a:t> son componentes que heredan de la </a:t>
            </a:r>
            <a:r>
              <a:rPr lang="es-ES" sz="1800" b="1">
                <a:effectLst/>
                <a:latin typeface="Calibri" panose="020F0502020204030204" pitchFamily="34" charset="0"/>
                <a:ea typeface="Calibri" panose="020F0502020204030204" pitchFamily="34" charset="0"/>
              </a:rPr>
              <a:t>clase abstracta</a:t>
            </a:r>
            <a:r>
              <a:rPr lang="es-ES" sz="1800">
                <a:effectLst/>
                <a:latin typeface="Calibri" panose="020F0502020204030204" pitchFamily="34" charset="0"/>
                <a:ea typeface="Calibri" panose="020F0502020204030204" pitchFamily="34" charset="0"/>
              </a:rPr>
              <a:t> </a:t>
            </a:r>
            <a:r>
              <a:rPr lang="es-ES" sz="1800" b="1">
                <a:effectLst/>
                <a:latin typeface="Calibri" panose="020F0502020204030204" pitchFamily="34" charset="0"/>
                <a:ea typeface="Calibri" panose="020F0502020204030204" pitchFamily="34" charset="0"/>
              </a:rPr>
              <a:t>Container</a:t>
            </a:r>
            <a:r>
              <a:rPr lang="es-ES" sz="1800">
                <a:effectLst/>
                <a:latin typeface="Calibri" panose="020F0502020204030204" pitchFamily="34" charset="0"/>
                <a:ea typeface="Calibri" panose="020F0502020204030204" pitchFamily="34" charset="0"/>
              </a:rPr>
              <a:t> lo que le confiere la capacidad de poder contener otros componentes en su interior. Tiene la funcionalidad de poder agregar, quitar, obtener y organizar los componentes que alberguen en su interior. </a:t>
            </a:r>
          </a:p>
          <a:p>
            <a:pPr algn="just">
              <a:lnSpc>
                <a:spcPct val="115000"/>
              </a:lnSpc>
              <a:spcAft>
                <a:spcPts val="800"/>
              </a:spcAft>
            </a:pPr>
            <a:r>
              <a:rPr lang="es-ES" sz="1800">
                <a:effectLst/>
                <a:latin typeface="Calibri" panose="020F0502020204030204" pitchFamily="34" charset="0"/>
                <a:ea typeface="Calibri" panose="020F0502020204030204" pitchFamily="34" charset="0"/>
              </a:rPr>
              <a:t>Existen 3 tipos de </a:t>
            </a:r>
            <a:r>
              <a:rPr lang="es-ES" sz="1800" b="1">
                <a:effectLst/>
                <a:latin typeface="Calibri" panose="020F0502020204030204" pitchFamily="34" charset="0"/>
                <a:ea typeface="Calibri" panose="020F0502020204030204" pitchFamily="34" charset="0"/>
              </a:rPr>
              <a:t>contenedores principales</a:t>
            </a:r>
            <a:r>
              <a:rPr lang="es-ES" sz="1800">
                <a:effectLst/>
                <a:latin typeface="Calibri" panose="020F0502020204030204" pitchFamily="34" charset="0"/>
                <a:ea typeface="Calibri" panose="020F0502020204030204" pitchFamily="34" charset="0"/>
              </a:rPr>
              <a:t> que son</a:t>
            </a:r>
            <a:r>
              <a:rPr lang="es-ES" sz="1800" b="1">
                <a:effectLst/>
                <a:latin typeface="Calibri" panose="020F0502020204030204" pitchFamily="34" charset="0"/>
                <a:ea typeface="Calibri" panose="020F0502020204030204" pitchFamily="34" charset="0"/>
              </a:rPr>
              <a:t> componentes </a:t>
            </a:r>
            <a:r>
              <a:rPr lang="es-ES" sz="1800">
                <a:effectLst/>
                <a:latin typeface="Calibri" panose="020F0502020204030204" pitchFamily="34" charset="0"/>
                <a:ea typeface="Calibri" panose="020F0502020204030204" pitchFamily="34" charset="0"/>
              </a:rPr>
              <a:t>que pueden existir por sí mismos sin necesidad de que estén contenidos en un </a:t>
            </a:r>
            <a:r>
              <a:rPr lang="es-ES" sz="1800" b="1">
                <a:effectLst/>
                <a:latin typeface="Calibri" panose="020F0502020204030204" pitchFamily="34" charset="0"/>
                <a:ea typeface="Calibri" panose="020F0502020204030204" pitchFamily="34" charset="0"/>
              </a:rPr>
              <a:t>contenedor.</a:t>
            </a:r>
            <a:r>
              <a:rPr lang="es-ES" sz="1800">
                <a:effectLst/>
                <a:latin typeface="Calibri" panose="020F0502020204030204" pitchFamily="34" charset="0"/>
                <a:ea typeface="Calibri" panose="020F0502020204030204" pitchFamily="34" charset="0"/>
              </a:rPr>
              <a:t> Porque el resto de los componentes para ser visualizados necesitan estar dentro de un contenedor principal o por lo menos de un contenedor que esté contenido en uno principal ya sea de forma directa o indirecta. Por tanto, los contenedores principales son como un </a:t>
            </a:r>
            <a:r>
              <a:rPr lang="es-ES" sz="1800" b="1">
                <a:effectLst/>
                <a:latin typeface="Calibri" panose="020F0502020204030204" pitchFamily="34" charset="0"/>
                <a:ea typeface="Calibri" panose="020F0502020204030204" pitchFamily="34" charset="0"/>
              </a:rPr>
              <a:t>contenedor raíz</a:t>
            </a:r>
            <a:r>
              <a:rPr lang="es-ES" sz="1800">
                <a:effectLst/>
                <a:latin typeface="Calibri" panose="020F0502020204030204" pitchFamily="34" charset="0"/>
                <a:ea typeface="Calibri" panose="020F0502020204030204" pitchFamily="34" charset="0"/>
              </a:rPr>
              <a:t> donde todo empieza y ahora vamos a ver los 3 tipos que existen:</a:t>
            </a:r>
          </a:p>
          <a:p>
            <a:endParaRPr lang="es-ES"/>
          </a:p>
        </p:txBody>
      </p:sp>
      <p:pic>
        <p:nvPicPr>
          <p:cNvPr id="4" name="Picture 4" descr="CENEC Málaga | Málaga">
            <a:extLst>
              <a:ext uri="{FF2B5EF4-FFF2-40B4-BE49-F238E27FC236}">
                <a16:creationId xmlns:a16="http://schemas.microsoft.com/office/drawing/2014/main" id="{9EDDB633-2327-E4FA-E543-BB1D16F49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237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9B20C1-06F3-C74D-2C80-41C32B123F07}"/>
              </a:ext>
            </a:extLst>
          </p:cNvPr>
          <p:cNvSpPr>
            <a:spLocks noGrp="1"/>
          </p:cNvSpPr>
          <p:nvPr>
            <p:ph type="title"/>
          </p:nvPr>
        </p:nvSpPr>
        <p:spPr>
          <a:xfrm>
            <a:off x="838200" y="174626"/>
            <a:ext cx="10515600" cy="425450"/>
          </a:xfrm>
        </p:spPr>
        <p:txBody>
          <a:bodyPr>
            <a:normAutofit fontScale="90000"/>
          </a:bodyPr>
          <a:lstStyle/>
          <a:p>
            <a:r>
              <a:rPr lang="es-ES"/>
              <a:t>Tipos de contenedores</a:t>
            </a:r>
          </a:p>
        </p:txBody>
      </p:sp>
      <p:graphicFrame>
        <p:nvGraphicFramePr>
          <p:cNvPr id="4" name="Marcador de contenido 3">
            <a:extLst>
              <a:ext uri="{FF2B5EF4-FFF2-40B4-BE49-F238E27FC236}">
                <a16:creationId xmlns:a16="http://schemas.microsoft.com/office/drawing/2014/main" id="{5EABBDE8-0617-5501-8B46-C37F5AB564F1}"/>
              </a:ext>
            </a:extLst>
          </p:cNvPr>
          <p:cNvGraphicFramePr>
            <a:graphicFrameLocks noGrp="1"/>
          </p:cNvGraphicFramePr>
          <p:nvPr>
            <p:ph idx="1"/>
          </p:nvPr>
        </p:nvGraphicFramePr>
        <p:xfrm>
          <a:off x="457200" y="876300"/>
          <a:ext cx="11525250" cy="5619750"/>
        </p:xfrm>
        <a:graphic>
          <a:graphicData uri="http://schemas.openxmlformats.org/drawingml/2006/table">
            <a:tbl>
              <a:tblPr firstRow="1" firstCol="1" bandRow="1">
                <a:tableStyleId>{5C22544A-7EE6-4342-B048-85BDC9FD1C3A}</a:tableStyleId>
              </a:tblPr>
              <a:tblGrid>
                <a:gridCol w="2086718">
                  <a:extLst>
                    <a:ext uri="{9D8B030D-6E8A-4147-A177-3AD203B41FA5}">
                      <a16:colId xmlns:a16="http://schemas.microsoft.com/office/drawing/2014/main" val="2783505019"/>
                    </a:ext>
                  </a:extLst>
                </a:gridCol>
                <a:gridCol w="9438532">
                  <a:extLst>
                    <a:ext uri="{9D8B030D-6E8A-4147-A177-3AD203B41FA5}">
                      <a16:colId xmlns:a16="http://schemas.microsoft.com/office/drawing/2014/main" val="3586998669"/>
                    </a:ext>
                  </a:extLst>
                </a:gridCol>
              </a:tblGrid>
              <a:tr h="418863">
                <a:tc>
                  <a:txBody>
                    <a:bodyPr/>
                    <a:lstStyle/>
                    <a:p>
                      <a:pPr algn="ctr">
                        <a:lnSpc>
                          <a:spcPct val="107000"/>
                        </a:lnSpc>
                        <a:spcAft>
                          <a:spcPts val="800"/>
                        </a:spcAft>
                      </a:pPr>
                      <a:r>
                        <a:rPr lang="es-ES" sz="2000">
                          <a:effectLst/>
                        </a:rPr>
                        <a:t>Contenedor</a:t>
                      </a:r>
                      <a:endParaRPr lang="es-ES" sz="20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s-ES" sz="2000">
                          <a:effectLst/>
                        </a:rPr>
                        <a:t>Descripción</a:t>
                      </a:r>
                      <a:endParaRPr lang="es-ES" sz="20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608541111"/>
                  </a:ext>
                </a:extLst>
              </a:tr>
              <a:tr h="1733629">
                <a:tc>
                  <a:txBody>
                    <a:bodyPr/>
                    <a:lstStyle/>
                    <a:p>
                      <a:pPr algn="ctr">
                        <a:lnSpc>
                          <a:spcPct val="107000"/>
                        </a:lnSpc>
                        <a:spcAft>
                          <a:spcPts val="800"/>
                        </a:spcAft>
                      </a:pPr>
                      <a:r>
                        <a:rPr lang="es-ES" sz="2000">
                          <a:effectLst/>
                        </a:rPr>
                        <a:t>JFrame</a:t>
                      </a:r>
                      <a:endParaRPr lang="es-ES" sz="20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s-ES" sz="2000">
                          <a:effectLst/>
                        </a:rPr>
                        <a:t>El contenedor principal más utilizado para crear ventanas con títulos, marcos y botones de control para minimizar, maximizar y cerrar. Permite organizar componentes con un layout.</a:t>
                      </a:r>
                      <a:endParaRPr lang="es-ES" sz="20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676276733"/>
                  </a:ext>
                </a:extLst>
              </a:tr>
              <a:tr h="1733629">
                <a:tc>
                  <a:txBody>
                    <a:bodyPr/>
                    <a:lstStyle/>
                    <a:p>
                      <a:pPr algn="ctr">
                        <a:lnSpc>
                          <a:spcPct val="107000"/>
                        </a:lnSpc>
                        <a:spcAft>
                          <a:spcPts val="800"/>
                        </a:spcAft>
                      </a:pPr>
                      <a:r>
                        <a:rPr lang="es-ES" sz="2000">
                          <a:effectLst/>
                        </a:rPr>
                        <a:t>JDialog</a:t>
                      </a:r>
                      <a:endParaRPr lang="es-ES" sz="20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s-ES" sz="2000">
                          <a:effectLst/>
                        </a:rPr>
                        <a:t>Ventana de diálogo que aparece como una ventana secundaria independiente y bloquea la interacción con otras ventanas hasta que el usuario la cierra. Tiene un aspecto similar a un JFrame.</a:t>
                      </a:r>
                      <a:endParaRPr lang="es-ES" sz="20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601492717"/>
                  </a:ext>
                </a:extLst>
              </a:tr>
              <a:tr h="1733629">
                <a:tc>
                  <a:txBody>
                    <a:bodyPr/>
                    <a:lstStyle/>
                    <a:p>
                      <a:pPr algn="ctr">
                        <a:lnSpc>
                          <a:spcPct val="107000"/>
                        </a:lnSpc>
                        <a:spcAft>
                          <a:spcPts val="800"/>
                        </a:spcAft>
                      </a:pPr>
                      <a:r>
                        <a:rPr lang="es-ES" sz="2000" err="1">
                          <a:effectLst/>
                        </a:rPr>
                        <a:t>JApplet</a:t>
                      </a:r>
                      <a:endParaRPr lang="es-ES" sz="20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s-ES" sz="2000">
                          <a:effectLst/>
                        </a:rPr>
                        <a:t>Un contenedor especial para crear applets, que son programas Java diseñados para ejecutarse en un navegador web. Los componentes visuales pueden tener un aspecto similar al de una página web.</a:t>
                      </a:r>
                      <a:endParaRPr lang="es-ES" sz="20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4222204753"/>
                  </a:ext>
                </a:extLst>
              </a:tr>
            </a:tbl>
          </a:graphicData>
        </a:graphic>
      </p:graphicFrame>
      <p:pic>
        <p:nvPicPr>
          <p:cNvPr id="5" name="Picture 4" descr="CENEC Málaga | Málaga">
            <a:extLst>
              <a:ext uri="{FF2B5EF4-FFF2-40B4-BE49-F238E27FC236}">
                <a16:creationId xmlns:a16="http://schemas.microsoft.com/office/drawing/2014/main" id="{E0CC0EB2-FCA2-41A6-A3A3-E565E27AF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41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FD095-1584-68A4-E895-36454B58FEB3}"/>
              </a:ext>
            </a:extLst>
          </p:cNvPr>
          <p:cNvSpPr>
            <a:spLocks noGrp="1"/>
          </p:cNvSpPr>
          <p:nvPr>
            <p:ph type="title"/>
          </p:nvPr>
        </p:nvSpPr>
        <p:spPr/>
        <p:txBody>
          <a:bodyPr/>
          <a:lstStyle/>
          <a:p>
            <a:r>
              <a:rPr lang="es-ES"/>
              <a:t>Ejemplo</a:t>
            </a:r>
          </a:p>
        </p:txBody>
      </p:sp>
      <p:sp>
        <p:nvSpPr>
          <p:cNvPr id="3" name="Marcador de contenido 2">
            <a:extLst>
              <a:ext uri="{FF2B5EF4-FFF2-40B4-BE49-F238E27FC236}">
                <a16:creationId xmlns:a16="http://schemas.microsoft.com/office/drawing/2014/main" id="{B8C7B321-0079-42DA-1B81-E5517C22B833}"/>
              </a:ext>
            </a:extLst>
          </p:cNvPr>
          <p:cNvSpPr>
            <a:spLocks noGrp="1"/>
          </p:cNvSpPr>
          <p:nvPr>
            <p:ph idx="1"/>
          </p:nvPr>
        </p:nvSpPr>
        <p:spPr/>
        <p:txBody>
          <a:bodyPr/>
          <a:lstStyle/>
          <a:p>
            <a:endParaRPr lang="es-ES"/>
          </a:p>
        </p:txBody>
      </p:sp>
      <p:pic>
        <p:nvPicPr>
          <p:cNvPr id="4" name="image28.png">
            <a:extLst>
              <a:ext uri="{FF2B5EF4-FFF2-40B4-BE49-F238E27FC236}">
                <a16:creationId xmlns:a16="http://schemas.microsoft.com/office/drawing/2014/main" id="{3C771E8B-F389-E0C3-2BC5-C81549C6EC1B}"/>
              </a:ext>
            </a:extLst>
          </p:cNvPr>
          <p:cNvPicPr/>
          <p:nvPr/>
        </p:nvPicPr>
        <p:blipFill>
          <a:blip r:embed="rId2"/>
          <a:srcRect/>
          <a:stretch>
            <a:fillRect/>
          </a:stretch>
        </p:blipFill>
        <p:spPr>
          <a:xfrm>
            <a:off x="1866900" y="1690688"/>
            <a:ext cx="7972425" cy="3975100"/>
          </a:xfrm>
          <a:prstGeom prst="rect">
            <a:avLst/>
          </a:prstGeom>
          <a:ln/>
        </p:spPr>
      </p:pic>
      <p:pic>
        <p:nvPicPr>
          <p:cNvPr id="5" name="Picture 4" descr="CENEC Málaga | Málaga">
            <a:extLst>
              <a:ext uri="{FF2B5EF4-FFF2-40B4-BE49-F238E27FC236}">
                <a16:creationId xmlns:a16="http://schemas.microsoft.com/office/drawing/2014/main" id="{2BE21162-2CF5-BA1A-CFB2-D4A8824C1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21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CAA770-2CB9-3D2C-FA08-FD98D9F3F4B7}"/>
              </a:ext>
            </a:extLst>
          </p:cNvPr>
          <p:cNvSpPr>
            <a:spLocks noGrp="1"/>
          </p:cNvSpPr>
          <p:nvPr>
            <p:ph type="title"/>
          </p:nvPr>
        </p:nvSpPr>
        <p:spPr>
          <a:xfrm>
            <a:off x="838200" y="0"/>
            <a:ext cx="10515600" cy="511175"/>
          </a:xfrm>
        </p:spPr>
        <p:txBody>
          <a:bodyPr>
            <a:normAutofit fontScale="90000"/>
          </a:bodyPr>
          <a:lstStyle/>
          <a:p>
            <a:r>
              <a:rPr lang="es-ES"/>
              <a:t>Contenedores secundarios</a:t>
            </a:r>
          </a:p>
        </p:txBody>
      </p:sp>
      <p:graphicFrame>
        <p:nvGraphicFramePr>
          <p:cNvPr id="4" name="Marcador de contenido 3">
            <a:extLst>
              <a:ext uri="{FF2B5EF4-FFF2-40B4-BE49-F238E27FC236}">
                <a16:creationId xmlns:a16="http://schemas.microsoft.com/office/drawing/2014/main" id="{1688C76D-B363-50E6-3D47-FC95D8A39161}"/>
              </a:ext>
            </a:extLst>
          </p:cNvPr>
          <p:cNvGraphicFramePr>
            <a:graphicFrameLocks noGrp="1"/>
          </p:cNvGraphicFramePr>
          <p:nvPr>
            <p:ph idx="1"/>
          </p:nvPr>
        </p:nvGraphicFramePr>
        <p:xfrm>
          <a:off x="228599" y="590550"/>
          <a:ext cx="11858625" cy="6086475"/>
        </p:xfrm>
        <a:graphic>
          <a:graphicData uri="http://schemas.openxmlformats.org/drawingml/2006/table">
            <a:tbl>
              <a:tblPr firstRow="1" firstCol="1" bandRow="1">
                <a:tableStyleId>{5C22544A-7EE6-4342-B048-85BDC9FD1C3A}</a:tableStyleId>
              </a:tblPr>
              <a:tblGrid>
                <a:gridCol w="2311401">
                  <a:extLst>
                    <a:ext uri="{9D8B030D-6E8A-4147-A177-3AD203B41FA5}">
                      <a16:colId xmlns:a16="http://schemas.microsoft.com/office/drawing/2014/main" val="2908051410"/>
                    </a:ext>
                  </a:extLst>
                </a:gridCol>
                <a:gridCol w="9547224">
                  <a:extLst>
                    <a:ext uri="{9D8B030D-6E8A-4147-A177-3AD203B41FA5}">
                      <a16:colId xmlns:a16="http://schemas.microsoft.com/office/drawing/2014/main" val="345203529"/>
                    </a:ext>
                  </a:extLst>
                </a:gridCol>
              </a:tblGrid>
              <a:tr h="288741">
                <a:tc>
                  <a:txBody>
                    <a:bodyPr/>
                    <a:lstStyle/>
                    <a:p>
                      <a:pPr algn="ctr">
                        <a:lnSpc>
                          <a:spcPct val="107000"/>
                        </a:lnSpc>
                        <a:spcAft>
                          <a:spcPts val="800"/>
                        </a:spcAft>
                      </a:pPr>
                      <a:r>
                        <a:rPr lang="es-ES" sz="1800">
                          <a:effectLst/>
                        </a:rPr>
                        <a:t>Contenedor</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gn="ctr">
                        <a:lnSpc>
                          <a:spcPct val="107000"/>
                        </a:lnSpc>
                        <a:spcAft>
                          <a:spcPts val="800"/>
                        </a:spcAft>
                      </a:pPr>
                      <a:r>
                        <a:rPr lang="es-ES" sz="1800">
                          <a:effectLst/>
                        </a:rPr>
                        <a:t>Descripción</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1151908047"/>
                  </a:ext>
                </a:extLst>
              </a:tr>
              <a:tr h="927162">
                <a:tc>
                  <a:txBody>
                    <a:bodyPr/>
                    <a:lstStyle/>
                    <a:p>
                      <a:pPr>
                        <a:lnSpc>
                          <a:spcPct val="107000"/>
                        </a:lnSpc>
                        <a:spcAft>
                          <a:spcPts val="800"/>
                        </a:spcAft>
                      </a:pPr>
                      <a:r>
                        <a:rPr lang="es-ES" sz="1800">
                          <a:effectLst/>
                        </a:rPr>
                        <a:t>JPanel</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Contenedor simple y versátil para organizar componentes dentro de un panel. Puedes ocultar, mover o agrupar componentes en paneles. Es el contenedor más usado.</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2993433349"/>
                  </a:ext>
                </a:extLst>
              </a:tr>
              <a:tr h="927162">
                <a:tc>
                  <a:txBody>
                    <a:bodyPr/>
                    <a:lstStyle/>
                    <a:p>
                      <a:pPr>
                        <a:lnSpc>
                          <a:spcPct val="107000"/>
                        </a:lnSpc>
                        <a:spcAft>
                          <a:spcPts val="800"/>
                        </a:spcAft>
                      </a:pPr>
                      <a:r>
                        <a:rPr lang="es-ES" sz="1800">
                          <a:effectLst/>
                        </a:rPr>
                        <a:t>JScrollPane</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Contenedor que agrega barras de desplazamiento horizontal y vertical a un componente interno, como un panel o un área de texto.</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4026761554"/>
                  </a:ext>
                </a:extLst>
              </a:tr>
              <a:tr h="927162">
                <a:tc>
                  <a:txBody>
                    <a:bodyPr/>
                    <a:lstStyle/>
                    <a:p>
                      <a:pPr>
                        <a:lnSpc>
                          <a:spcPct val="107000"/>
                        </a:lnSpc>
                        <a:spcAft>
                          <a:spcPts val="800"/>
                        </a:spcAft>
                      </a:pPr>
                      <a:r>
                        <a:rPr lang="es-ES" sz="1800">
                          <a:effectLst/>
                        </a:rPr>
                        <a:t>JSplitPane</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Divide el contenido en dos secciones que se pueden ajustar horizontal o verticalmente. Permite al usuario cambiar el tamaño relativo de las secciones.</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617568734"/>
                  </a:ext>
                </a:extLst>
              </a:tr>
              <a:tr h="927162">
                <a:tc>
                  <a:txBody>
                    <a:bodyPr/>
                    <a:lstStyle/>
                    <a:p>
                      <a:pPr>
                        <a:lnSpc>
                          <a:spcPct val="107000"/>
                        </a:lnSpc>
                        <a:spcAft>
                          <a:spcPts val="800"/>
                        </a:spcAft>
                      </a:pPr>
                      <a:r>
                        <a:rPr lang="es-ES" sz="1800">
                          <a:effectLst/>
                        </a:rPr>
                        <a:t>JTabbedPane</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Crea pestañas en una ventana, donde cada pestaña contiene un contenedor independiente con sus componentes. Útil para organizar información en pestañas.</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942305969"/>
                  </a:ext>
                </a:extLst>
              </a:tr>
              <a:tr h="1161924">
                <a:tc>
                  <a:txBody>
                    <a:bodyPr/>
                    <a:lstStyle/>
                    <a:p>
                      <a:pPr>
                        <a:lnSpc>
                          <a:spcPct val="107000"/>
                        </a:lnSpc>
                        <a:spcAft>
                          <a:spcPts val="800"/>
                        </a:spcAft>
                      </a:pPr>
                      <a:r>
                        <a:rPr lang="es-ES" sz="1800">
                          <a:effectLst/>
                        </a:rPr>
                        <a:t>JDesktop</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Contenedor para ventanas internas (JInternalFrame), lo que permite crear ventanas dentro de una ventana principal. Las ventanas internas no pueden salir de los límites de la ventana principal.</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2500908844"/>
                  </a:ext>
                </a:extLst>
              </a:tr>
              <a:tr h="927162">
                <a:tc>
                  <a:txBody>
                    <a:bodyPr/>
                    <a:lstStyle/>
                    <a:p>
                      <a:pPr>
                        <a:lnSpc>
                          <a:spcPct val="107000"/>
                        </a:lnSpc>
                        <a:spcAft>
                          <a:spcPts val="800"/>
                        </a:spcAft>
                      </a:pPr>
                      <a:r>
                        <a:rPr lang="es-ES" sz="1800">
                          <a:effectLst/>
                        </a:rPr>
                        <a:t>JToolBar</a:t>
                      </a:r>
                      <a:endParaRPr lang="es-ES" sz="1800">
                        <a:effectLst/>
                        <a:latin typeface="Calibri" panose="020F0502020204030204" pitchFamily="34" charset="0"/>
                        <a:ea typeface="Calibri" panose="020F0502020204030204" pitchFamily="34" charset="0"/>
                      </a:endParaRPr>
                    </a:p>
                  </a:txBody>
                  <a:tcPr marL="64866" marR="64866" marT="0" marB="0"/>
                </a:tc>
                <a:tc>
                  <a:txBody>
                    <a:bodyPr/>
                    <a:lstStyle/>
                    <a:p>
                      <a:pPr>
                        <a:lnSpc>
                          <a:spcPct val="107000"/>
                        </a:lnSpc>
                        <a:spcAft>
                          <a:spcPts val="800"/>
                        </a:spcAft>
                      </a:pPr>
                      <a:r>
                        <a:rPr lang="es-ES" sz="1800">
                          <a:effectLst/>
                        </a:rPr>
                        <a:t>Contenedor para crear una barra de herramientas en la interfaz de usuario. Puedes personalizar y reorganizar las herramientas en la barra.</a:t>
                      </a:r>
                      <a:endParaRPr lang="es-ES" sz="1800">
                        <a:effectLst/>
                        <a:latin typeface="Calibri" panose="020F0502020204030204" pitchFamily="34" charset="0"/>
                        <a:ea typeface="Calibri" panose="020F0502020204030204" pitchFamily="34" charset="0"/>
                      </a:endParaRPr>
                    </a:p>
                  </a:txBody>
                  <a:tcPr marL="64866" marR="64866" marT="0" marB="0"/>
                </a:tc>
                <a:extLst>
                  <a:ext uri="{0D108BD9-81ED-4DB2-BD59-A6C34878D82A}">
                    <a16:rowId xmlns:a16="http://schemas.microsoft.com/office/drawing/2014/main" val="2675410015"/>
                  </a:ext>
                </a:extLst>
              </a:tr>
            </a:tbl>
          </a:graphicData>
        </a:graphic>
      </p:graphicFrame>
      <p:pic>
        <p:nvPicPr>
          <p:cNvPr id="5" name="Picture 4" descr="CENEC Málaga | Málaga">
            <a:extLst>
              <a:ext uri="{FF2B5EF4-FFF2-40B4-BE49-F238E27FC236}">
                <a16:creationId xmlns:a16="http://schemas.microsoft.com/office/drawing/2014/main" id="{BCCB96DC-4FAE-F437-3B96-80EC959B7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474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39DF7-F86A-1F0D-D302-074C30D5AB97}"/>
              </a:ext>
            </a:extLst>
          </p:cNvPr>
          <p:cNvSpPr>
            <a:spLocks noGrp="1"/>
          </p:cNvSpPr>
          <p:nvPr>
            <p:ph type="title"/>
          </p:nvPr>
        </p:nvSpPr>
        <p:spPr>
          <a:xfrm>
            <a:off x="752475" y="107950"/>
            <a:ext cx="10515600" cy="492125"/>
          </a:xfrm>
        </p:spPr>
        <p:txBody>
          <a:bodyPr>
            <a:normAutofit fontScale="90000"/>
          </a:bodyPr>
          <a:lstStyle/>
          <a:p>
            <a:r>
              <a:rPr lang="es-ES"/>
              <a:t>Ejemplo: dos contenedores</a:t>
            </a:r>
          </a:p>
        </p:txBody>
      </p:sp>
      <p:sp>
        <p:nvSpPr>
          <p:cNvPr id="4" name="CuadroTexto 3">
            <a:extLst>
              <a:ext uri="{FF2B5EF4-FFF2-40B4-BE49-F238E27FC236}">
                <a16:creationId xmlns:a16="http://schemas.microsoft.com/office/drawing/2014/main" id="{2B1A5AF4-02C7-9925-6AF9-DBD66F2DF07A}"/>
              </a:ext>
            </a:extLst>
          </p:cNvPr>
          <p:cNvSpPr txBox="1"/>
          <p:nvPr/>
        </p:nvSpPr>
        <p:spPr>
          <a:xfrm>
            <a:off x="752475" y="658852"/>
            <a:ext cx="8186536" cy="369332"/>
          </a:xfrm>
          <a:prstGeom prst="rect">
            <a:avLst/>
          </a:prstGeom>
          <a:noFill/>
        </p:spPr>
        <p:txBody>
          <a:bodyPr wrap="none" rtlCol="0">
            <a:spAutoFit/>
          </a:bodyPr>
          <a:lstStyle/>
          <a:p>
            <a:r>
              <a:rPr lang="es-ES"/>
              <a:t>Podemos crear dos contenedores y añadir componentes en ellos, veamos un ejemplo</a:t>
            </a:r>
          </a:p>
        </p:txBody>
      </p:sp>
      <p:sp>
        <p:nvSpPr>
          <p:cNvPr id="8" name="CuadroTexto 7">
            <a:extLst>
              <a:ext uri="{FF2B5EF4-FFF2-40B4-BE49-F238E27FC236}">
                <a16:creationId xmlns:a16="http://schemas.microsoft.com/office/drawing/2014/main" id="{84499270-D322-8ACE-9134-4D2596187D2E}"/>
              </a:ext>
            </a:extLst>
          </p:cNvPr>
          <p:cNvSpPr txBox="1"/>
          <p:nvPr/>
        </p:nvSpPr>
        <p:spPr>
          <a:xfrm>
            <a:off x="523875" y="1298535"/>
            <a:ext cx="6096000" cy="1938992"/>
          </a:xfrm>
          <a:prstGeom prst="rect">
            <a:avLst/>
          </a:prstGeom>
          <a:noFill/>
        </p:spPr>
        <p:txBody>
          <a:bodyPr wrap="square">
            <a:spAutoFit/>
          </a:bodyPr>
          <a:lstStyle/>
          <a:p>
            <a:pPr marL="0" marR="0">
              <a:spcBef>
                <a:spcPts val="0"/>
              </a:spcBef>
              <a:spcAft>
                <a:spcPts val="0"/>
              </a:spcAft>
            </a:pP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private</a:t>
            </a: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JLabel</a:t>
            </a: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etiquetaMensaje</a:t>
            </a:r>
            <a:r>
              <a:rPr lang="es-ES" sz="1200" b="1">
                <a:solidFill>
                  <a:srgbClr val="000000"/>
                </a:solidFill>
                <a:effectLst/>
                <a:latin typeface="Consolas" panose="020B0609020204030204" pitchFamily="49" charset="0"/>
              </a:rPr>
              <a:t>;</a:t>
            </a:r>
          </a:p>
          <a:p>
            <a:pPr marL="0" marR="0">
              <a:spcBef>
                <a:spcPts val="0"/>
              </a:spcBef>
              <a:spcAft>
                <a:spcPts val="0"/>
              </a:spcAft>
            </a:pPr>
            <a:endParaRPr lang="es-ES" sz="1200" b="1">
              <a:solidFill>
                <a:srgbClr val="000000"/>
              </a:solidFill>
              <a:effectLst/>
              <a:latin typeface="Consolas" panose="020B0609020204030204" pitchFamily="49" charset="0"/>
            </a:endParaRPr>
          </a:p>
          <a:p>
            <a:pPr marL="0" marR="0">
              <a:spcBef>
                <a:spcPts val="0"/>
              </a:spcBef>
              <a:spcAft>
                <a:spcPts val="0"/>
              </a:spcAft>
            </a:pP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public</a:t>
            </a:r>
            <a:r>
              <a:rPr lang="es-ES" sz="1200" b="1">
                <a:solidFill>
                  <a:srgbClr val="000000"/>
                </a:solidFill>
                <a:effectLst/>
                <a:latin typeface="Consolas" panose="020B0609020204030204" pitchFamily="49" charset="0"/>
              </a:rPr>
              <a:t> Ventana6VariosJpane() {</a:t>
            </a:r>
          </a:p>
          <a:p>
            <a:pPr marL="0" marR="0">
              <a:spcBef>
                <a:spcPts val="0"/>
              </a:spcBef>
              <a:spcAft>
                <a:spcPts val="0"/>
              </a:spcAft>
            </a:pP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setTitle</a:t>
            </a:r>
            <a:r>
              <a:rPr lang="es-ES" sz="1200" b="1">
                <a:solidFill>
                  <a:srgbClr val="000000"/>
                </a:solidFill>
                <a:effectLst/>
                <a:latin typeface="Consolas" panose="020B0609020204030204" pitchFamily="49" charset="0"/>
              </a:rPr>
              <a:t>("Ejemplo con Dos Contenedores"); //ponemos titulo a la ventana</a:t>
            </a:r>
          </a:p>
          <a:p>
            <a:pPr marL="0" marR="0">
              <a:spcBef>
                <a:spcPts val="0"/>
              </a:spcBef>
              <a:spcAft>
                <a:spcPts val="0"/>
              </a:spcAft>
            </a:pPr>
            <a:r>
              <a:rPr lang="es-ES" sz="1200" b="1">
                <a:solidFill>
                  <a:srgbClr val="000000"/>
                </a:solidFill>
                <a:effectLst/>
                <a:latin typeface="Consolas" panose="020B0609020204030204" pitchFamily="49" charset="0"/>
              </a:rPr>
              <a:t>        </a:t>
            </a:r>
            <a:r>
              <a:rPr lang="es-ES" sz="1200" b="1" err="1">
                <a:solidFill>
                  <a:srgbClr val="000000"/>
                </a:solidFill>
                <a:effectLst/>
                <a:latin typeface="Consolas" panose="020B0609020204030204" pitchFamily="49" charset="0"/>
              </a:rPr>
              <a:t>setDefaultCloseOperation</a:t>
            </a:r>
            <a:r>
              <a:rPr lang="es-ES" sz="1200" b="1">
                <a:solidFill>
                  <a:srgbClr val="000000"/>
                </a:solidFill>
                <a:effectLst/>
                <a:latin typeface="Consolas" panose="020B0609020204030204" pitchFamily="49" charset="0"/>
              </a:rPr>
              <a:t>(</a:t>
            </a:r>
            <a:r>
              <a:rPr lang="es-ES" sz="1200" b="1" err="1">
                <a:solidFill>
                  <a:srgbClr val="000000"/>
                </a:solidFill>
                <a:effectLst/>
                <a:latin typeface="Consolas" panose="020B0609020204030204" pitchFamily="49" charset="0"/>
              </a:rPr>
              <a:t>JFrame.EXIT_ON_CLOSE</a:t>
            </a:r>
            <a:r>
              <a:rPr lang="es-ES" sz="1200" b="1">
                <a:solidFill>
                  <a:srgbClr val="000000"/>
                </a:solidFill>
                <a:effectLst/>
                <a:latin typeface="Consolas" panose="020B0609020204030204" pitchFamily="49" charset="0"/>
              </a:rPr>
              <a:t>); //al cerrar la ventana, cerramos la </a:t>
            </a:r>
            <a:r>
              <a:rPr lang="es-ES" sz="1200" b="1" err="1">
                <a:solidFill>
                  <a:srgbClr val="000000"/>
                </a:solidFill>
                <a:effectLst/>
                <a:latin typeface="Consolas" panose="020B0609020204030204" pitchFamily="49" charset="0"/>
              </a:rPr>
              <a:t>aplicacion</a:t>
            </a:r>
            <a:endParaRPr lang="es-ES" sz="1200" b="1">
              <a:solidFill>
                <a:srgbClr val="000000"/>
              </a:solidFill>
              <a:effectLst/>
              <a:latin typeface="Consolas" panose="020B0609020204030204" pitchFamily="49" charset="0"/>
            </a:endParaRPr>
          </a:p>
          <a:p>
            <a:pPr marL="0" marR="0">
              <a:spcBef>
                <a:spcPts val="0"/>
              </a:spcBef>
              <a:spcAft>
                <a:spcPts val="0"/>
              </a:spcAft>
            </a:pPr>
            <a:r>
              <a:rPr lang="es-ES" sz="1200" b="1">
                <a:solidFill>
                  <a:srgbClr val="000000"/>
                </a:solidFill>
                <a:effectLst/>
                <a:latin typeface="Consolas" panose="020B0609020204030204" pitchFamily="49" charset="0"/>
              </a:rPr>
              <a:t>//creamos dos paneles</a:t>
            </a:r>
          </a:p>
          <a:p>
            <a:pPr marL="0" marR="0">
              <a:spcBef>
                <a:spcPts val="0"/>
              </a:spcBef>
              <a:spcAft>
                <a:spcPts val="0"/>
              </a:spcAft>
            </a:pPr>
            <a:r>
              <a:rPr lang="es-ES" sz="1200" err="1">
                <a:solidFill>
                  <a:srgbClr val="000000"/>
                </a:solidFill>
                <a:effectLst/>
                <a:latin typeface="Consolas" panose="020B0609020204030204" pitchFamily="49" charset="0"/>
              </a:rPr>
              <a:t>JPanel</a:t>
            </a:r>
            <a:r>
              <a:rPr lang="es-ES" sz="1200">
                <a:solidFill>
                  <a:srgbClr val="000000"/>
                </a:solidFill>
                <a:effectLst/>
                <a:latin typeface="Consolas" panose="020B0609020204030204" pitchFamily="49" charset="0"/>
              </a:rPr>
              <a:t> </a:t>
            </a:r>
            <a:r>
              <a:rPr lang="es-ES" sz="1200" err="1">
                <a:solidFill>
                  <a:srgbClr val="6A3E3E"/>
                </a:solidFill>
                <a:effectLst/>
                <a:latin typeface="Consolas" panose="020B0609020204030204" pitchFamily="49" charset="0"/>
              </a:rPr>
              <a:t>panelBotones</a:t>
            </a:r>
            <a:r>
              <a:rPr lang="es-ES" sz="1200">
                <a:solidFill>
                  <a:srgbClr val="000000"/>
                </a:solidFill>
                <a:effectLst/>
                <a:latin typeface="Consolas" panose="020B0609020204030204" pitchFamily="49" charset="0"/>
              </a:rPr>
              <a:t> = </a:t>
            </a:r>
            <a:r>
              <a:rPr lang="es-ES" sz="1200" b="1">
                <a:solidFill>
                  <a:srgbClr val="7F0055"/>
                </a:solidFill>
                <a:effectLst/>
                <a:latin typeface="Consolas" panose="020B0609020204030204" pitchFamily="49" charset="0"/>
              </a:rPr>
              <a:t>new</a:t>
            </a:r>
            <a:r>
              <a:rPr lang="es-ES" sz="1200">
                <a:solidFill>
                  <a:srgbClr val="000000"/>
                </a:solidFill>
                <a:effectLst/>
                <a:latin typeface="Consolas" panose="020B0609020204030204" pitchFamily="49" charset="0"/>
              </a:rPr>
              <a:t> </a:t>
            </a:r>
            <a:r>
              <a:rPr lang="es-ES" sz="1200" err="1">
                <a:solidFill>
                  <a:srgbClr val="000000"/>
                </a:solidFill>
                <a:effectLst/>
                <a:latin typeface="Consolas" panose="020B0609020204030204" pitchFamily="49" charset="0"/>
              </a:rPr>
              <a:t>JPanel</a:t>
            </a:r>
            <a:r>
              <a:rPr lang="es-ES" sz="1200">
                <a:solidFill>
                  <a:srgbClr val="000000"/>
                </a:solidFill>
                <a:effectLst/>
                <a:latin typeface="Consolas" panose="020B0609020204030204" pitchFamily="49" charset="0"/>
              </a:rPr>
              <a:t>();</a:t>
            </a:r>
          </a:p>
          <a:p>
            <a:pPr marL="0" marR="0">
              <a:spcBef>
                <a:spcPts val="0"/>
              </a:spcBef>
              <a:spcAft>
                <a:spcPts val="0"/>
              </a:spcAft>
            </a:pPr>
            <a:r>
              <a:rPr lang="es-ES" sz="1200" err="1">
                <a:solidFill>
                  <a:srgbClr val="000000"/>
                </a:solidFill>
                <a:effectLst/>
                <a:latin typeface="Consolas" panose="020B0609020204030204" pitchFamily="49" charset="0"/>
              </a:rPr>
              <a:t>JPanel</a:t>
            </a:r>
            <a:r>
              <a:rPr lang="es-ES" sz="1200">
                <a:solidFill>
                  <a:srgbClr val="000000"/>
                </a:solidFill>
                <a:effectLst/>
                <a:latin typeface="Consolas" panose="020B0609020204030204" pitchFamily="49" charset="0"/>
              </a:rPr>
              <a:t> </a:t>
            </a:r>
            <a:r>
              <a:rPr lang="es-ES" sz="1200" err="1">
                <a:solidFill>
                  <a:srgbClr val="6A3E3E"/>
                </a:solidFill>
                <a:effectLst/>
                <a:latin typeface="Consolas" panose="020B0609020204030204" pitchFamily="49" charset="0"/>
              </a:rPr>
              <a:t>panelMensaje</a:t>
            </a:r>
            <a:r>
              <a:rPr lang="es-ES" sz="1200">
                <a:solidFill>
                  <a:srgbClr val="000000"/>
                </a:solidFill>
                <a:effectLst/>
                <a:latin typeface="Consolas" panose="020B0609020204030204" pitchFamily="49" charset="0"/>
              </a:rPr>
              <a:t> = </a:t>
            </a:r>
            <a:r>
              <a:rPr lang="es-ES" sz="1200" b="1">
                <a:solidFill>
                  <a:srgbClr val="7F0055"/>
                </a:solidFill>
                <a:effectLst/>
                <a:latin typeface="Consolas" panose="020B0609020204030204" pitchFamily="49" charset="0"/>
              </a:rPr>
              <a:t>new</a:t>
            </a:r>
            <a:r>
              <a:rPr lang="es-ES" sz="1200">
                <a:solidFill>
                  <a:srgbClr val="000000"/>
                </a:solidFill>
                <a:effectLst/>
                <a:latin typeface="Consolas" panose="020B0609020204030204" pitchFamily="49" charset="0"/>
              </a:rPr>
              <a:t> </a:t>
            </a:r>
            <a:r>
              <a:rPr lang="es-ES" sz="1200" err="1">
                <a:solidFill>
                  <a:srgbClr val="000000"/>
                </a:solidFill>
                <a:effectLst/>
                <a:latin typeface="Consolas" panose="020B0609020204030204" pitchFamily="49" charset="0"/>
              </a:rPr>
              <a:t>JPanel</a:t>
            </a:r>
            <a:r>
              <a:rPr lang="es-ES" sz="1200">
                <a:solidFill>
                  <a:srgbClr val="000000"/>
                </a:solidFill>
                <a:effectLst/>
                <a:latin typeface="Consolas" panose="020B0609020204030204" pitchFamily="49" charset="0"/>
              </a:rPr>
              <a:t>();</a:t>
            </a:r>
          </a:p>
        </p:txBody>
      </p:sp>
      <p:sp>
        <p:nvSpPr>
          <p:cNvPr id="11" name="CuadroTexto 10">
            <a:extLst>
              <a:ext uri="{FF2B5EF4-FFF2-40B4-BE49-F238E27FC236}">
                <a16:creationId xmlns:a16="http://schemas.microsoft.com/office/drawing/2014/main" id="{513A8DB2-62D0-B9BC-FB6F-D6D0385C43FB}"/>
              </a:ext>
            </a:extLst>
          </p:cNvPr>
          <p:cNvSpPr txBox="1"/>
          <p:nvPr/>
        </p:nvSpPr>
        <p:spPr>
          <a:xfrm>
            <a:off x="523875" y="3395285"/>
            <a:ext cx="6096000" cy="461665"/>
          </a:xfrm>
          <a:prstGeom prst="rect">
            <a:avLst/>
          </a:prstGeom>
          <a:noFill/>
        </p:spPr>
        <p:txBody>
          <a:bodyPr wrap="square">
            <a:spAutoFit/>
          </a:bodyPr>
          <a:lstStyle/>
          <a:p>
            <a:r>
              <a:rPr lang="es-ES" sz="1200" b="1">
                <a:solidFill>
                  <a:srgbClr val="0000C0"/>
                </a:solidFill>
                <a:effectLst/>
                <a:latin typeface="Consolas" panose="020B0609020204030204" pitchFamily="49" charset="0"/>
              </a:rPr>
              <a:t>//creamos las etiquetas</a:t>
            </a:r>
          </a:p>
          <a:p>
            <a:r>
              <a:rPr lang="es-ES" sz="1200" err="1">
                <a:solidFill>
                  <a:srgbClr val="0000C0"/>
                </a:solidFill>
                <a:effectLst/>
                <a:latin typeface="Consolas" panose="020B0609020204030204" pitchFamily="49" charset="0"/>
              </a:rPr>
              <a:t>etiquetaMensaje</a:t>
            </a:r>
            <a:r>
              <a:rPr lang="es-ES" sz="1200">
                <a:solidFill>
                  <a:srgbClr val="000000"/>
                </a:solidFill>
                <a:effectLst/>
                <a:latin typeface="Consolas" panose="020B0609020204030204" pitchFamily="49" charset="0"/>
              </a:rPr>
              <a:t> = </a:t>
            </a:r>
            <a:r>
              <a:rPr lang="es-ES" sz="1200" b="1">
                <a:solidFill>
                  <a:srgbClr val="7F0055"/>
                </a:solidFill>
                <a:effectLst/>
                <a:latin typeface="Consolas" panose="020B0609020204030204" pitchFamily="49" charset="0"/>
              </a:rPr>
              <a:t>new</a:t>
            </a:r>
            <a:r>
              <a:rPr lang="es-ES" sz="1200">
                <a:solidFill>
                  <a:srgbClr val="000000"/>
                </a:solidFill>
                <a:effectLst/>
                <a:latin typeface="Consolas" panose="020B0609020204030204" pitchFamily="49" charset="0"/>
              </a:rPr>
              <a:t> </a:t>
            </a:r>
            <a:r>
              <a:rPr lang="es-ES" sz="1200" err="1">
                <a:solidFill>
                  <a:srgbClr val="000000"/>
                </a:solidFill>
                <a:effectLst/>
                <a:latin typeface="Consolas" panose="020B0609020204030204" pitchFamily="49" charset="0"/>
              </a:rPr>
              <a:t>JLabel</a:t>
            </a:r>
            <a:r>
              <a:rPr lang="es-ES" sz="1200">
                <a:solidFill>
                  <a:srgbClr val="000000"/>
                </a:solidFill>
                <a:effectLst/>
                <a:latin typeface="Consolas" panose="020B0609020204030204" pitchFamily="49" charset="0"/>
              </a:rPr>
              <a:t>(</a:t>
            </a:r>
            <a:r>
              <a:rPr lang="es-ES" sz="1200">
                <a:solidFill>
                  <a:srgbClr val="2A00FF"/>
                </a:solidFill>
                <a:effectLst/>
                <a:latin typeface="Consolas" panose="020B0609020204030204" pitchFamily="49" charset="0"/>
              </a:rPr>
              <a:t>"Mensaje: "</a:t>
            </a:r>
            <a:r>
              <a:rPr lang="es-ES" sz="1200">
                <a:solidFill>
                  <a:srgbClr val="000000"/>
                </a:solidFill>
                <a:effectLst/>
                <a:latin typeface="Consolas" panose="020B0609020204030204" pitchFamily="49" charset="0"/>
              </a:rPr>
              <a:t>);</a:t>
            </a:r>
            <a:endParaRPr lang="es-ES" sz="1200"/>
          </a:p>
        </p:txBody>
      </p:sp>
      <p:sp>
        <p:nvSpPr>
          <p:cNvPr id="13" name="CuadroTexto 12">
            <a:extLst>
              <a:ext uri="{FF2B5EF4-FFF2-40B4-BE49-F238E27FC236}">
                <a16:creationId xmlns:a16="http://schemas.microsoft.com/office/drawing/2014/main" id="{5DF52F6D-4298-0F15-1D22-8788D508C940}"/>
              </a:ext>
            </a:extLst>
          </p:cNvPr>
          <p:cNvSpPr txBox="1"/>
          <p:nvPr/>
        </p:nvSpPr>
        <p:spPr>
          <a:xfrm>
            <a:off x="523875" y="3856950"/>
            <a:ext cx="6553200" cy="2893100"/>
          </a:xfrm>
          <a:prstGeom prst="rect">
            <a:avLst/>
          </a:prstGeom>
          <a:noFill/>
        </p:spPr>
        <p:txBody>
          <a:bodyPr wrap="square">
            <a:spAutoFit/>
          </a:bodyPr>
          <a:lstStyle/>
          <a:p>
            <a:pPr marL="0" marR="0">
              <a:spcBef>
                <a:spcPts val="0"/>
              </a:spcBef>
              <a:spcAft>
                <a:spcPts val="0"/>
              </a:spcAft>
            </a:pPr>
            <a:r>
              <a:rPr lang="es-ES" sz="1400" b="1">
                <a:solidFill>
                  <a:srgbClr val="7F0055"/>
                </a:solidFill>
                <a:effectLst/>
                <a:latin typeface="Consolas" panose="020B0609020204030204" pitchFamily="49" charset="0"/>
              </a:rPr>
              <a:t>//creamos un bucle para los botones y el </a:t>
            </a:r>
            <a:r>
              <a:rPr lang="es-ES" sz="1400" b="1" err="1">
                <a:solidFill>
                  <a:srgbClr val="7F0055"/>
                </a:solidFill>
                <a:effectLst/>
                <a:latin typeface="Consolas" panose="020B0609020204030204" pitchFamily="49" charset="0"/>
              </a:rPr>
              <a:t>ActiobListener</a:t>
            </a:r>
            <a:r>
              <a:rPr lang="es-ES" sz="1400" b="1">
                <a:solidFill>
                  <a:srgbClr val="7F0055"/>
                </a:solidFill>
                <a:effectLst/>
                <a:latin typeface="Consolas" panose="020B0609020204030204" pitchFamily="49" charset="0"/>
              </a:rPr>
              <a:t> así como que al </a:t>
            </a:r>
            <a:r>
              <a:rPr lang="es-ES" sz="1400" b="1" err="1">
                <a:solidFill>
                  <a:srgbClr val="7F0055"/>
                </a:solidFill>
                <a:effectLst/>
                <a:latin typeface="Consolas" panose="020B0609020204030204" pitchFamily="49" charset="0"/>
              </a:rPr>
              <a:t>puslsar</a:t>
            </a:r>
            <a:r>
              <a:rPr lang="es-ES" sz="1400" b="1">
                <a:solidFill>
                  <a:srgbClr val="7F0055"/>
                </a:solidFill>
                <a:effectLst/>
                <a:latin typeface="Consolas" panose="020B0609020204030204" pitchFamily="49" charset="0"/>
              </a:rPr>
              <a:t> cambie el mensaje del </a:t>
            </a:r>
            <a:r>
              <a:rPr lang="es-ES" sz="1400" b="1" err="1">
                <a:solidFill>
                  <a:srgbClr val="7F0055"/>
                </a:solidFill>
                <a:effectLst/>
                <a:latin typeface="Consolas" panose="020B0609020204030204" pitchFamily="49" charset="0"/>
              </a:rPr>
              <a:t>boton</a:t>
            </a:r>
            <a:endParaRPr lang="es-ES" sz="1400" b="1">
              <a:solidFill>
                <a:srgbClr val="7F0055"/>
              </a:solidFill>
              <a:effectLst/>
              <a:latin typeface="Consolas" panose="020B0609020204030204" pitchFamily="49" charset="0"/>
            </a:endParaRPr>
          </a:p>
          <a:p>
            <a:pPr marL="0" marR="0">
              <a:spcBef>
                <a:spcPts val="0"/>
              </a:spcBef>
              <a:spcAft>
                <a:spcPts val="0"/>
              </a:spcAft>
            </a:pPr>
            <a:r>
              <a:rPr lang="es-ES" sz="1400" b="1" err="1">
                <a:solidFill>
                  <a:srgbClr val="7F0055"/>
                </a:solidFill>
                <a:effectLst/>
                <a:latin typeface="Consolas" panose="020B0609020204030204" pitchFamily="49" charset="0"/>
              </a:rPr>
              <a:t>for</a:t>
            </a:r>
            <a:r>
              <a:rPr lang="es-ES" sz="1400">
                <a:solidFill>
                  <a:srgbClr val="000000"/>
                </a:solidFill>
                <a:effectLst/>
                <a:latin typeface="Consolas" panose="020B0609020204030204" pitchFamily="49" charset="0"/>
              </a:rPr>
              <a:t> (</a:t>
            </a:r>
            <a:r>
              <a:rPr lang="es-ES" sz="1100" b="1" err="1">
                <a:solidFill>
                  <a:srgbClr val="7F0055"/>
                </a:solidFill>
                <a:effectLst/>
                <a:latin typeface="Consolas" panose="020B0609020204030204" pitchFamily="49" charset="0"/>
              </a:rPr>
              <a:t>int</a:t>
            </a:r>
            <a:r>
              <a:rPr lang="es-ES" sz="1400">
                <a:solidFill>
                  <a:srgbClr val="000000"/>
                </a:solidFill>
                <a:effectLst/>
                <a:latin typeface="Consolas" panose="020B0609020204030204" pitchFamily="49" charset="0"/>
              </a:rPr>
              <a:t> </a:t>
            </a:r>
            <a:r>
              <a:rPr lang="es-ES" sz="1400">
                <a:solidFill>
                  <a:srgbClr val="6A3E3E"/>
                </a:solidFill>
                <a:effectLst/>
                <a:latin typeface="Consolas" panose="020B0609020204030204" pitchFamily="49" charset="0"/>
              </a:rPr>
              <a:t>i</a:t>
            </a:r>
            <a:r>
              <a:rPr lang="es-ES" sz="1400">
                <a:solidFill>
                  <a:srgbClr val="000000"/>
                </a:solidFill>
                <a:effectLst/>
                <a:latin typeface="Consolas" panose="020B0609020204030204" pitchFamily="49" charset="0"/>
              </a:rPr>
              <a:t> = 1; </a:t>
            </a:r>
            <a:r>
              <a:rPr lang="es-ES" sz="1400">
                <a:solidFill>
                  <a:srgbClr val="6A3E3E"/>
                </a:solidFill>
                <a:effectLst/>
                <a:latin typeface="Consolas" panose="020B0609020204030204" pitchFamily="49" charset="0"/>
              </a:rPr>
              <a:t>i</a:t>
            </a:r>
            <a:r>
              <a:rPr lang="es-ES" sz="1400">
                <a:solidFill>
                  <a:srgbClr val="000000"/>
                </a:solidFill>
                <a:effectLst/>
                <a:latin typeface="Consolas" panose="020B0609020204030204" pitchFamily="49" charset="0"/>
              </a:rPr>
              <a:t> &lt;= 3; </a:t>
            </a:r>
            <a:r>
              <a:rPr lang="es-ES" sz="1400">
                <a:solidFill>
                  <a:srgbClr val="6A3E3E"/>
                </a:solidFill>
                <a:effectLst/>
                <a:latin typeface="Consolas" panose="020B0609020204030204" pitchFamily="49" charset="0"/>
              </a:rPr>
              <a:t>i</a:t>
            </a:r>
            <a:r>
              <a:rPr lang="es-ES" sz="1400">
                <a:solidFill>
                  <a:srgbClr val="000000"/>
                </a:solidFill>
                <a:effectLst/>
                <a:latin typeface="Consolas" panose="020B0609020204030204" pitchFamily="49" charset="0"/>
              </a:rPr>
              <a:t>++) {</a:t>
            </a:r>
          </a:p>
          <a:p>
            <a:pPr marL="0" marR="0">
              <a:spcBef>
                <a:spcPts val="0"/>
              </a:spcBef>
              <a:spcAft>
                <a:spcPts val="0"/>
              </a:spcAft>
            </a:pPr>
            <a:r>
              <a:rPr lang="es-ES" sz="1400" err="1">
                <a:solidFill>
                  <a:srgbClr val="000000"/>
                </a:solidFill>
                <a:effectLst/>
                <a:latin typeface="Consolas" panose="020B0609020204030204" pitchFamily="49" charset="0"/>
              </a:rPr>
              <a:t>JButton</a:t>
            </a:r>
            <a:r>
              <a:rPr lang="es-ES" sz="1400">
                <a:solidFill>
                  <a:srgbClr val="000000"/>
                </a:solidFill>
                <a:effectLst/>
                <a:latin typeface="Consolas" panose="020B0609020204030204" pitchFamily="49" charset="0"/>
              </a:rPr>
              <a:t> </a:t>
            </a:r>
            <a:r>
              <a:rPr lang="es-ES" sz="1400" err="1">
                <a:solidFill>
                  <a:srgbClr val="6A3E3E"/>
                </a:solidFill>
                <a:effectLst/>
                <a:latin typeface="Consolas" panose="020B0609020204030204" pitchFamily="49" charset="0"/>
              </a:rPr>
              <a:t>boton</a:t>
            </a:r>
            <a:r>
              <a:rPr lang="es-ES" sz="1400">
                <a:solidFill>
                  <a:srgbClr val="000000"/>
                </a:solidFill>
                <a:effectLst/>
                <a:latin typeface="Consolas" panose="020B0609020204030204" pitchFamily="49" charset="0"/>
              </a:rPr>
              <a:t> = </a:t>
            </a:r>
            <a:r>
              <a:rPr lang="es-ES" sz="1400" b="1">
                <a:solidFill>
                  <a:srgbClr val="7F0055"/>
                </a:solidFill>
                <a:effectLst/>
                <a:latin typeface="Consolas" panose="020B0609020204030204" pitchFamily="49" charset="0"/>
              </a:rPr>
              <a:t>new</a:t>
            </a:r>
            <a:r>
              <a:rPr lang="es-ES" sz="1400">
                <a:solidFill>
                  <a:srgbClr val="000000"/>
                </a:solidFill>
                <a:effectLst/>
                <a:latin typeface="Consolas" panose="020B0609020204030204" pitchFamily="49" charset="0"/>
              </a:rPr>
              <a:t> </a:t>
            </a:r>
            <a:r>
              <a:rPr lang="es-ES" sz="1400" err="1">
                <a:solidFill>
                  <a:srgbClr val="000000"/>
                </a:solidFill>
                <a:effectLst/>
                <a:latin typeface="Consolas" panose="020B0609020204030204" pitchFamily="49" charset="0"/>
              </a:rPr>
              <a:t>JButton</a:t>
            </a:r>
            <a:r>
              <a:rPr lang="es-ES" sz="1400">
                <a:solidFill>
                  <a:srgbClr val="000000"/>
                </a:solidFill>
                <a:effectLst/>
                <a:latin typeface="Consolas" panose="020B0609020204030204" pitchFamily="49" charset="0"/>
              </a:rPr>
              <a:t>(</a:t>
            </a:r>
            <a:r>
              <a:rPr lang="es-ES" sz="1400">
                <a:solidFill>
                  <a:srgbClr val="2A00FF"/>
                </a:solidFill>
                <a:effectLst/>
                <a:latin typeface="Consolas" panose="020B0609020204030204" pitchFamily="49" charset="0"/>
              </a:rPr>
              <a:t>"</a:t>
            </a:r>
            <a:r>
              <a:rPr lang="es-ES" sz="1400" err="1">
                <a:solidFill>
                  <a:srgbClr val="2A00FF"/>
                </a:solidFill>
                <a:effectLst/>
                <a:latin typeface="Consolas" panose="020B0609020204030204" pitchFamily="49" charset="0"/>
              </a:rPr>
              <a:t>Boton</a:t>
            </a:r>
            <a:r>
              <a:rPr lang="es-ES" sz="1400">
                <a:solidFill>
                  <a:srgbClr val="2A00FF"/>
                </a:solidFill>
                <a:effectLst/>
                <a:latin typeface="Consolas" panose="020B0609020204030204" pitchFamily="49" charset="0"/>
              </a:rPr>
              <a:t> "</a:t>
            </a:r>
            <a:r>
              <a:rPr lang="es-ES" sz="1400">
                <a:solidFill>
                  <a:srgbClr val="000000"/>
                </a:solidFill>
                <a:effectLst/>
                <a:latin typeface="Consolas" panose="020B0609020204030204" pitchFamily="49" charset="0"/>
              </a:rPr>
              <a:t> + </a:t>
            </a:r>
            <a:r>
              <a:rPr lang="es-ES" sz="1400">
                <a:solidFill>
                  <a:srgbClr val="6A3E3E"/>
                </a:solidFill>
                <a:effectLst/>
                <a:latin typeface="Consolas" panose="020B0609020204030204" pitchFamily="49" charset="0"/>
              </a:rPr>
              <a:t>i</a:t>
            </a:r>
            <a:r>
              <a:rPr lang="es-ES" sz="1400">
                <a:solidFill>
                  <a:srgbClr val="000000"/>
                </a:solidFill>
                <a:effectLst/>
                <a:latin typeface="Consolas" panose="020B0609020204030204" pitchFamily="49" charset="0"/>
              </a:rPr>
              <a:t>);</a:t>
            </a:r>
          </a:p>
          <a:p>
            <a:pPr marL="0" marR="0">
              <a:spcBef>
                <a:spcPts val="0"/>
              </a:spcBef>
              <a:spcAft>
                <a:spcPts val="0"/>
              </a:spcAft>
            </a:pPr>
            <a:r>
              <a:rPr lang="es-ES" sz="1400">
                <a:solidFill>
                  <a:srgbClr val="3F7F5F"/>
                </a:solidFill>
                <a:effectLst/>
                <a:latin typeface="Consolas" panose="020B0609020204030204" pitchFamily="49" charset="0"/>
              </a:rPr>
              <a:t>//le añadimos el </a:t>
            </a:r>
            <a:r>
              <a:rPr lang="es-ES" sz="1400" err="1">
                <a:solidFill>
                  <a:srgbClr val="3F7F5F"/>
                </a:solidFill>
                <a:effectLst/>
                <a:latin typeface="Consolas" panose="020B0609020204030204" pitchFamily="49" charset="0"/>
              </a:rPr>
              <a:t>listener</a:t>
            </a:r>
            <a:r>
              <a:rPr lang="es-ES" sz="1400">
                <a:solidFill>
                  <a:srgbClr val="3F7F5F"/>
                </a:solidFill>
                <a:effectLst/>
                <a:latin typeface="Consolas" panose="020B0609020204030204" pitchFamily="49" charset="0"/>
              </a:rPr>
              <a:t>, para cada </a:t>
            </a:r>
            <a:r>
              <a:rPr lang="es-ES" sz="1400" err="1">
                <a:solidFill>
                  <a:srgbClr val="3F7F5F"/>
                </a:solidFill>
                <a:effectLst/>
                <a:latin typeface="Consolas" panose="020B0609020204030204" pitchFamily="49" charset="0"/>
              </a:rPr>
              <a:t>boton</a:t>
            </a:r>
            <a:endParaRPr lang="es-ES" sz="1400">
              <a:solidFill>
                <a:srgbClr val="000000"/>
              </a:solidFill>
              <a:effectLst/>
              <a:latin typeface="Consolas" panose="020B0609020204030204" pitchFamily="49" charset="0"/>
            </a:endParaRPr>
          </a:p>
          <a:p>
            <a:pPr marL="0" marR="0">
              <a:spcBef>
                <a:spcPts val="0"/>
              </a:spcBef>
              <a:spcAft>
                <a:spcPts val="0"/>
              </a:spcAft>
            </a:pPr>
            <a:r>
              <a:rPr lang="es-ES" sz="1400" err="1">
                <a:solidFill>
                  <a:srgbClr val="6A3E3E"/>
                </a:solidFill>
                <a:effectLst/>
                <a:latin typeface="Consolas" panose="020B0609020204030204" pitchFamily="49" charset="0"/>
              </a:rPr>
              <a:t>boton</a:t>
            </a:r>
            <a:r>
              <a:rPr lang="es-ES" sz="1400" err="1">
                <a:solidFill>
                  <a:srgbClr val="000000"/>
                </a:solidFill>
                <a:effectLst/>
                <a:latin typeface="Consolas" panose="020B0609020204030204" pitchFamily="49" charset="0"/>
              </a:rPr>
              <a:t>.addActionListener</a:t>
            </a:r>
            <a:r>
              <a:rPr lang="es-ES" sz="1400">
                <a:solidFill>
                  <a:srgbClr val="000000"/>
                </a:solidFill>
                <a:effectLst/>
                <a:latin typeface="Consolas" panose="020B0609020204030204" pitchFamily="49" charset="0"/>
              </a:rPr>
              <a:t>(</a:t>
            </a:r>
            <a:r>
              <a:rPr lang="es-ES" sz="1400" b="1">
                <a:solidFill>
                  <a:srgbClr val="7F0055"/>
                </a:solidFill>
                <a:effectLst/>
                <a:latin typeface="Consolas" panose="020B0609020204030204" pitchFamily="49" charset="0"/>
              </a:rPr>
              <a:t>new</a:t>
            </a:r>
            <a:r>
              <a:rPr lang="es-ES" sz="1400">
                <a:solidFill>
                  <a:srgbClr val="000000"/>
                </a:solidFill>
                <a:effectLst/>
                <a:latin typeface="Consolas" panose="020B0609020204030204" pitchFamily="49" charset="0"/>
              </a:rPr>
              <a:t> </a:t>
            </a:r>
            <a:r>
              <a:rPr lang="es-ES" sz="1400" err="1">
                <a:solidFill>
                  <a:srgbClr val="000000"/>
                </a:solidFill>
                <a:effectLst/>
                <a:latin typeface="Consolas" panose="020B0609020204030204" pitchFamily="49" charset="0"/>
              </a:rPr>
              <a:t>ActionListener</a:t>
            </a:r>
            <a:r>
              <a:rPr lang="es-ES" sz="1400">
                <a:solidFill>
                  <a:srgbClr val="000000"/>
                </a:solidFill>
                <a:effectLst/>
                <a:latin typeface="Consolas" panose="020B0609020204030204" pitchFamily="49" charset="0"/>
              </a:rPr>
              <a:t>() {</a:t>
            </a:r>
          </a:p>
          <a:p>
            <a:pPr marL="0" marR="0">
              <a:spcBef>
                <a:spcPts val="0"/>
              </a:spcBef>
              <a:spcAft>
                <a:spcPts val="0"/>
              </a:spcAft>
            </a:pPr>
            <a:r>
              <a:rPr lang="es-ES" sz="1400" b="1" err="1">
                <a:solidFill>
                  <a:srgbClr val="7F0055"/>
                </a:solidFill>
                <a:effectLst/>
                <a:latin typeface="Consolas" panose="020B0609020204030204" pitchFamily="49" charset="0"/>
              </a:rPr>
              <a:t>public</a:t>
            </a:r>
            <a:r>
              <a:rPr lang="es-ES" sz="1400">
                <a:solidFill>
                  <a:srgbClr val="000000"/>
                </a:solidFill>
                <a:effectLst/>
                <a:latin typeface="Consolas" panose="020B0609020204030204" pitchFamily="49" charset="0"/>
              </a:rPr>
              <a:t> </a:t>
            </a:r>
            <a:r>
              <a:rPr lang="es-ES" sz="1400" b="1" err="1">
                <a:solidFill>
                  <a:srgbClr val="7F0055"/>
                </a:solidFill>
                <a:effectLst/>
                <a:latin typeface="Consolas" panose="020B0609020204030204" pitchFamily="49" charset="0"/>
              </a:rPr>
              <a:t>void</a:t>
            </a:r>
            <a:r>
              <a:rPr lang="es-ES" sz="1400">
                <a:solidFill>
                  <a:srgbClr val="000000"/>
                </a:solidFill>
                <a:effectLst/>
                <a:latin typeface="Consolas" panose="020B0609020204030204" pitchFamily="49" charset="0"/>
              </a:rPr>
              <a:t> </a:t>
            </a:r>
            <a:r>
              <a:rPr lang="es-ES" sz="1400" err="1">
                <a:solidFill>
                  <a:srgbClr val="000000"/>
                </a:solidFill>
                <a:effectLst/>
                <a:latin typeface="Consolas" panose="020B0609020204030204" pitchFamily="49" charset="0"/>
              </a:rPr>
              <a:t>actionPerformed</a:t>
            </a:r>
            <a:r>
              <a:rPr lang="es-ES" sz="1400">
                <a:solidFill>
                  <a:srgbClr val="000000"/>
                </a:solidFill>
                <a:effectLst/>
                <a:latin typeface="Consolas" panose="020B0609020204030204" pitchFamily="49" charset="0"/>
              </a:rPr>
              <a:t>(</a:t>
            </a:r>
            <a:r>
              <a:rPr lang="es-ES" sz="1400" err="1">
                <a:solidFill>
                  <a:srgbClr val="000000"/>
                </a:solidFill>
                <a:effectLst/>
                <a:latin typeface="Consolas" panose="020B0609020204030204" pitchFamily="49" charset="0"/>
              </a:rPr>
              <a:t>ActionEvent</a:t>
            </a:r>
            <a:r>
              <a:rPr lang="es-ES" sz="1400">
                <a:solidFill>
                  <a:srgbClr val="000000"/>
                </a:solidFill>
                <a:effectLst/>
                <a:latin typeface="Consolas" panose="020B0609020204030204" pitchFamily="49" charset="0"/>
              </a:rPr>
              <a:t> </a:t>
            </a:r>
            <a:r>
              <a:rPr lang="es-ES" sz="1400">
                <a:solidFill>
                  <a:srgbClr val="6A3E3E"/>
                </a:solidFill>
                <a:effectLst/>
                <a:latin typeface="Consolas" panose="020B0609020204030204" pitchFamily="49" charset="0"/>
              </a:rPr>
              <a:t>e</a:t>
            </a:r>
            <a:r>
              <a:rPr lang="es-ES" sz="1400">
                <a:solidFill>
                  <a:srgbClr val="000000"/>
                </a:solidFill>
                <a:effectLst/>
                <a:latin typeface="Consolas" panose="020B0609020204030204" pitchFamily="49" charset="0"/>
              </a:rPr>
              <a:t>) {</a:t>
            </a:r>
          </a:p>
          <a:p>
            <a:pPr marL="0" marR="0">
              <a:spcBef>
                <a:spcPts val="0"/>
              </a:spcBef>
              <a:spcAft>
                <a:spcPts val="0"/>
              </a:spcAft>
            </a:pPr>
            <a:r>
              <a:rPr lang="es-ES" sz="1400">
                <a:solidFill>
                  <a:srgbClr val="3F7F5F"/>
                </a:solidFill>
                <a:effectLst/>
                <a:latin typeface="Consolas" panose="020B0609020204030204" pitchFamily="49" charset="0"/>
              </a:rPr>
              <a:t>//extraemos el nombre del </a:t>
            </a:r>
            <a:r>
              <a:rPr lang="es-ES" sz="1400" err="1">
                <a:solidFill>
                  <a:srgbClr val="3F7F5F"/>
                </a:solidFill>
                <a:effectLst/>
                <a:latin typeface="Consolas" panose="020B0609020204030204" pitchFamily="49" charset="0"/>
              </a:rPr>
              <a:t>boton</a:t>
            </a:r>
            <a:endParaRPr lang="es-ES" sz="1400">
              <a:solidFill>
                <a:srgbClr val="000000"/>
              </a:solidFill>
              <a:effectLst/>
              <a:latin typeface="Consolas" panose="020B0609020204030204" pitchFamily="49" charset="0"/>
            </a:endParaRPr>
          </a:p>
          <a:p>
            <a:pPr marL="0" marR="0">
              <a:spcBef>
                <a:spcPts val="0"/>
              </a:spcBef>
              <a:spcAft>
                <a:spcPts val="0"/>
              </a:spcAft>
            </a:pPr>
            <a:r>
              <a:rPr lang="es-ES" sz="1400" err="1">
                <a:solidFill>
                  <a:srgbClr val="000000"/>
                </a:solidFill>
                <a:effectLst/>
                <a:latin typeface="Consolas" panose="020B0609020204030204" pitchFamily="49" charset="0"/>
              </a:rPr>
              <a:t>String</a:t>
            </a:r>
            <a:r>
              <a:rPr lang="es-ES" sz="1400">
                <a:solidFill>
                  <a:srgbClr val="000000"/>
                </a:solidFill>
                <a:effectLst/>
                <a:latin typeface="Consolas" panose="020B0609020204030204" pitchFamily="49" charset="0"/>
              </a:rPr>
              <a:t> </a:t>
            </a:r>
            <a:r>
              <a:rPr lang="es-ES" sz="1400" err="1">
                <a:solidFill>
                  <a:srgbClr val="6A3E3E"/>
                </a:solidFill>
                <a:effectLst/>
                <a:latin typeface="Consolas" panose="020B0609020204030204" pitchFamily="49" charset="0"/>
              </a:rPr>
              <a:t>textoBoton</a:t>
            </a:r>
            <a:r>
              <a:rPr lang="es-ES" sz="1400">
                <a:solidFill>
                  <a:srgbClr val="000000"/>
                </a:solidFill>
                <a:effectLst/>
                <a:latin typeface="Consolas" panose="020B0609020204030204" pitchFamily="49" charset="0"/>
              </a:rPr>
              <a:t> = ((</a:t>
            </a:r>
            <a:r>
              <a:rPr lang="es-ES" sz="1400" err="1">
                <a:solidFill>
                  <a:srgbClr val="000000"/>
                </a:solidFill>
                <a:effectLst/>
                <a:latin typeface="Consolas" panose="020B0609020204030204" pitchFamily="49" charset="0"/>
              </a:rPr>
              <a:t>JButton</a:t>
            </a:r>
            <a:r>
              <a:rPr lang="es-ES" sz="1400">
                <a:solidFill>
                  <a:srgbClr val="000000"/>
                </a:solidFill>
                <a:effectLst/>
                <a:latin typeface="Consolas" panose="020B0609020204030204" pitchFamily="49" charset="0"/>
              </a:rPr>
              <a:t>) </a:t>
            </a:r>
            <a:r>
              <a:rPr lang="es-ES" sz="1400" err="1">
                <a:solidFill>
                  <a:srgbClr val="6A3E3E"/>
                </a:solidFill>
                <a:effectLst/>
                <a:latin typeface="Consolas" panose="020B0609020204030204" pitchFamily="49" charset="0"/>
              </a:rPr>
              <a:t>e</a:t>
            </a:r>
            <a:r>
              <a:rPr lang="es-ES" sz="1400" err="1">
                <a:solidFill>
                  <a:srgbClr val="000000"/>
                </a:solidFill>
                <a:effectLst/>
                <a:latin typeface="Consolas" panose="020B0609020204030204" pitchFamily="49" charset="0"/>
              </a:rPr>
              <a:t>.getSource</a:t>
            </a:r>
            <a:r>
              <a:rPr lang="es-ES" sz="1400">
                <a:solidFill>
                  <a:srgbClr val="000000"/>
                </a:solidFill>
                <a:effectLst/>
                <a:latin typeface="Consolas" panose="020B0609020204030204" pitchFamily="49" charset="0"/>
              </a:rPr>
              <a:t>()).</a:t>
            </a:r>
            <a:r>
              <a:rPr lang="es-ES" sz="1400" err="1">
                <a:solidFill>
                  <a:srgbClr val="000000"/>
                </a:solidFill>
                <a:effectLst/>
                <a:latin typeface="Consolas" panose="020B0609020204030204" pitchFamily="49" charset="0"/>
              </a:rPr>
              <a:t>getText</a:t>
            </a:r>
            <a:r>
              <a:rPr lang="es-ES" sz="1400">
                <a:solidFill>
                  <a:srgbClr val="000000"/>
                </a:solidFill>
                <a:effectLst/>
                <a:latin typeface="Consolas" panose="020B0609020204030204" pitchFamily="49" charset="0"/>
              </a:rPr>
              <a:t>();</a:t>
            </a:r>
          </a:p>
          <a:p>
            <a:pPr marL="0" marR="0">
              <a:spcBef>
                <a:spcPts val="0"/>
              </a:spcBef>
              <a:spcAft>
                <a:spcPts val="0"/>
              </a:spcAft>
            </a:pPr>
            <a:r>
              <a:rPr lang="es-ES" sz="1400" err="1">
                <a:solidFill>
                  <a:srgbClr val="0000C0"/>
                </a:solidFill>
                <a:effectLst/>
                <a:latin typeface="Consolas" panose="020B0609020204030204" pitchFamily="49" charset="0"/>
              </a:rPr>
              <a:t>etiquetaMensaje</a:t>
            </a:r>
            <a:r>
              <a:rPr lang="es-ES" sz="1400" err="1">
                <a:solidFill>
                  <a:srgbClr val="000000"/>
                </a:solidFill>
                <a:effectLst/>
                <a:latin typeface="Consolas" panose="020B0609020204030204" pitchFamily="49" charset="0"/>
              </a:rPr>
              <a:t>.setText</a:t>
            </a:r>
            <a:r>
              <a:rPr lang="es-ES" sz="1400">
                <a:solidFill>
                  <a:srgbClr val="000000"/>
                </a:solidFill>
                <a:effectLst/>
                <a:latin typeface="Consolas" panose="020B0609020204030204" pitchFamily="49" charset="0"/>
              </a:rPr>
              <a:t>(</a:t>
            </a:r>
            <a:r>
              <a:rPr lang="es-ES" sz="1400">
                <a:solidFill>
                  <a:srgbClr val="2A00FF"/>
                </a:solidFill>
                <a:effectLst/>
                <a:latin typeface="Consolas" panose="020B0609020204030204" pitchFamily="49" charset="0"/>
              </a:rPr>
              <a:t>"Mensaje: "</a:t>
            </a:r>
            <a:r>
              <a:rPr lang="es-ES" sz="1400">
                <a:solidFill>
                  <a:srgbClr val="000000"/>
                </a:solidFill>
                <a:effectLst/>
                <a:latin typeface="Consolas" panose="020B0609020204030204" pitchFamily="49" charset="0"/>
              </a:rPr>
              <a:t> + </a:t>
            </a:r>
            <a:r>
              <a:rPr lang="es-ES" sz="1400" err="1">
                <a:solidFill>
                  <a:srgbClr val="6A3E3E"/>
                </a:solidFill>
                <a:effectLst/>
                <a:latin typeface="Consolas" panose="020B0609020204030204" pitchFamily="49" charset="0"/>
              </a:rPr>
              <a:t>textoBoton</a:t>
            </a:r>
            <a:r>
              <a:rPr lang="es-ES" sz="1400">
                <a:solidFill>
                  <a:srgbClr val="000000"/>
                </a:solidFill>
                <a:effectLst/>
                <a:latin typeface="Consolas" panose="020B0609020204030204" pitchFamily="49" charset="0"/>
              </a:rPr>
              <a:t>); //definimos el contenido de la etiqueta </a:t>
            </a:r>
            <a:r>
              <a:rPr lang="es-ES" sz="1400" err="1">
                <a:solidFill>
                  <a:srgbClr val="000000"/>
                </a:solidFill>
                <a:effectLst/>
                <a:latin typeface="Consolas" panose="020B0609020204030204" pitchFamily="49" charset="0"/>
              </a:rPr>
              <a:t>label</a:t>
            </a:r>
            <a:r>
              <a:rPr lang="es-ES" sz="1400">
                <a:solidFill>
                  <a:srgbClr val="000000"/>
                </a:solidFill>
                <a:effectLst/>
                <a:latin typeface="Consolas" panose="020B0609020204030204" pitchFamily="49" charset="0"/>
              </a:rPr>
              <a:t> cuando pulsemos en cada </a:t>
            </a:r>
            <a:r>
              <a:rPr lang="es-ES" sz="1400" err="1">
                <a:solidFill>
                  <a:srgbClr val="000000"/>
                </a:solidFill>
                <a:effectLst/>
                <a:latin typeface="Consolas" panose="020B0609020204030204" pitchFamily="49" charset="0"/>
              </a:rPr>
              <a:t>boton</a:t>
            </a:r>
            <a:endParaRPr lang="es-ES" sz="1400">
              <a:solidFill>
                <a:srgbClr val="000000"/>
              </a:solidFill>
              <a:effectLst/>
              <a:latin typeface="Consolas" panose="020B0609020204030204" pitchFamily="49" charset="0"/>
            </a:endParaRPr>
          </a:p>
          <a:p>
            <a:pPr marL="0" marR="0">
              <a:spcBef>
                <a:spcPts val="0"/>
              </a:spcBef>
              <a:spcAft>
                <a:spcPts val="0"/>
              </a:spcAft>
            </a:pPr>
            <a:r>
              <a:rPr lang="es-ES" sz="1400">
                <a:solidFill>
                  <a:srgbClr val="000000"/>
                </a:solidFill>
                <a:effectLst/>
                <a:latin typeface="Consolas" panose="020B0609020204030204" pitchFamily="49" charset="0"/>
              </a:rPr>
              <a:t>}</a:t>
            </a:r>
          </a:p>
          <a:p>
            <a:pPr marL="0" marR="0">
              <a:spcBef>
                <a:spcPts val="0"/>
              </a:spcBef>
              <a:spcAft>
                <a:spcPts val="0"/>
              </a:spcAft>
            </a:pPr>
            <a:r>
              <a:rPr lang="es-ES" sz="1400">
                <a:solidFill>
                  <a:srgbClr val="000000"/>
                </a:solidFill>
                <a:effectLst/>
                <a:latin typeface="Consolas" panose="020B0609020204030204" pitchFamily="49" charset="0"/>
              </a:rPr>
              <a:t>});</a:t>
            </a:r>
          </a:p>
        </p:txBody>
      </p:sp>
      <p:pic>
        <p:nvPicPr>
          <p:cNvPr id="15" name="Imagen 14">
            <a:extLst>
              <a:ext uri="{FF2B5EF4-FFF2-40B4-BE49-F238E27FC236}">
                <a16:creationId xmlns:a16="http://schemas.microsoft.com/office/drawing/2014/main" id="{E7F30C9D-33AC-A879-B26F-465A463DEA9D}"/>
              </a:ext>
            </a:extLst>
          </p:cNvPr>
          <p:cNvPicPr>
            <a:picLocks noChangeAspect="1"/>
          </p:cNvPicPr>
          <p:nvPr/>
        </p:nvPicPr>
        <p:blipFill>
          <a:blip r:embed="rId3"/>
          <a:stretch>
            <a:fillRect/>
          </a:stretch>
        </p:blipFill>
        <p:spPr>
          <a:xfrm>
            <a:off x="7204075" y="2253377"/>
            <a:ext cx="4861996" cy="1697840"/>
          </a:xfrm>
          <a:prstGeom prst="rect">
            <a:avLst/>
          </a:prstGeom>
        </p:spPr>
      </p:pic>
      <p:pic>
        <p:nvPicPr>
          <p:cNvPr id="3" name="Picture 4" descr="CENEC Málaga | Málaga">
            <a:extLst>
              <a:ext uri="{FF2B5EF4-FFF2-40B4-BE49-F238E27FC236}">
                <a16:creationId xmlns:a16="http://schemas.microsoft.com/office/drawing/2014/main" id="{68DD7911-8C93-3205-CF5B-54DA7DB417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667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A1C86-C26E-A7BB-64BB-8229C99B3683}"/>
              </a:ext>
            </a:extLst>
          </p:cNvPr>
          <p:cNvSpPr>
            <a:spLocks noGrp="1"/>
          </p:cNvSpPr>
          <p:nvPr>
            <p:ph type="title"/>
          </p:nvPr>
        </p:nvSpPr>
        <p:spPr>
          <a:xfrm>
            <a:off x="838200" y="88900"/>
            <a:ext cx="10515600" cy="454025"/>
          </a:xfrm>
        </p:spPr>
        <p:txBody>
          <a:bodyPr>
            <a:noAutofit/>
          </a:bodyPr>
          <a:lstStyle/>
          <a:p>
            <a:r>
              <a:rPr lang="es-ES" sz="3200"/>
              <a:t>Ejemplo: dos contenedores</a:t>
            </a:r>
          </a:p>
        </p:txBody>
      </p:sp>
      <p:sp>
        <p:nvSpPr>
          <p:cNvPr id="3" name="Marcador de contenido 2">
            <a:extLst>
              <a:ext uri="{FF2B5EF4-FFF2-40B4-BE49-F238E27FC236}">
                <a16:creationId xmlns:a16="http://schemas.microsoft.com/office/drawing/2014/main" id="{990FAFBA-629A-8580-2D99-F225E71374CB}"/>
              </a:ext>
            </a:extLst>
          </p:cNvPr>
          <p:cNvSpPr>
            <a:spLocks noGrp="1"/>
          </p:cNvSpPr>
          <p:nvPr>
            <p:ph idx="1"/>
          </p:nvPr>
        </p:nvSpPr>
        <p:spPr>
          <a:xfrm>
            <a:off x="76201" y="542925"/>
            <a:ext cx="11896724" cy="4351338"/>
          </a:xfrm>
        </p:spPr>
        <p:txBody>
          <a:bodyPr>
            <a:normAutofit lnSpcReduction="10000"/>
          </a:bodyPr>
          <a:lstStyle/>
          <a:p>
            <a:pPr marL="0" marR="0" indent="0">
              <a:spcBef>
                <a:spcPts val="0"/>
              </a:spcBef>
              <a:spcAft>
                <a:spcPts val="0"/>
              </a:spcAft>
              <a:buNone/>
            </a:pPr>
            <a:r>
              <a:rPr lang="es-ES" sz="1800">
                <a:solidFill>
                  <a:srgbClr val="3F7F5F"/>
                </a:solidFill>
                <a:effectLst/>
                <a:latin typeface="Consolas" panose="020B0609020204030204" pitchFamily="49" charset="0"/>
              </a:rPr>
              <a:t>//añadimos el </a:t>
            </a:r>
            <a:r>
              <a:rPr lang="es-ES" sz="1800" err="1">
                <a:solidFill>
                  <a:srgbClr val="3F7F5F"/>
                </a:solidFill>
                <a:effectLst/>
                <a:latin typeface="Consolas" panose="020B0609020204030204" pitchFamily="49" charset="0"/>
              </a:rPr>
              <a:t>layout</a:t>
            </a:r>
            <a:r>
              <a:rPr lang="es-ES" sz="1800">
                <a:solidFill>
                  <a:srgbClr val="3F7F5F"/>
                </a:solidFill>
                <a:effectLst/>
                <a:latin typeface="Consolas" panose="020B0609020204030204" pitchFamily="49" charset="0"/>
              </a:rPr>
              <a:t>, en este caso, </a:t>
            </a:r>
            <a:r>
              <a:rPr lang="es-ES" sz="1800" err="1">
                <a:solidFill>
                  <a:srgbClr val="3F7F5F"/>
                </a:solidFill>
                <a:effectLst/>
                <a:latin typeface="Consolas" panose="020B0609020204030204" pitchFamily="49" charset="0"/>
              </a:rPr>
              <a:t>borderLayout</a:t>
            </a:r>
            <a:r>
              <a:rPr lang="es-ES" sz="1800">
                <a:solidFill>
                  <a:srgbClr val="3F7F5F"/>
                </a:solidFill>
                <a:effectLst/>
                <a:latin typeface="Consolas" panose="020B0609020204030204" pitchFamily="49" charset="0"/>
              </a:rPr>
              <a:t> en </a:t>
            </a:r>
            <a:r>
              <a:rPr lang="es-ES" sz="1800" err="1">
                <a:solidFill>
                  <a:srgbClr val="3F7F5F"/>
                </a:solidFill>
                <a:effectLst/>
                <a:latin typeface="Consolas" panose="020B0609020204030204" pitchFamily="49" charset="0"/>
              </a:rPr>
              <a:t>east</a:t>
            </a:r>
            <a:r>
              <a:rPr lang="es-ES" sz="1800">
                <a:solidFill>
                  <a:srgbClr val="3F7F5F"/>
                </a:solidFill>
                <a:effectLst/>
                <a:latin typeface="Consolas" panose="020B0609020204030204" pitchFamily="49" charset="0"/>
              </a:rPr>
              <a:t>, </a:t>
            </a:r>
            <a:r>
              <a:rPr lang="es-ES" sz="1800" err="1">
                <a:solidFill>
                  <a:srgbClr val="3F7F5F"/>
                </a:solidFill>
                <a:effectLst/>
                <a:latin typeface="Consolas" panose="020B0609020204030204" pitchFamily="49" charset="0"/>
              </a:rPr>
              <a:t>west</a:t>
            </a:r>
            <a:r>
              <a:rPr lang="es-ES" sz="1800">
                <a:solidFill>
                  <a:srgbClr val="3F7F5F"/>
                </a:solidFill>
                <a:effectLst/>
                <a:latin typeface="Consolas" panose="020B0609020204030204" pitchFamily="49" charset="0"/>
              </a:rPr>
              <a:t>, </a:t>
            </a:r>
            <a:r>
              <a:rPr lang="es-ES" sz="1800" err="1">
                <a:solidFill>
                  <a:srgbClr val="3F7F5F"/>
                </a:solidFill>
                <a:effectLst/>
                <a:latin typeface="Consolas" panose="020B0609020204030204" pitchFamily="49" charset="0"/>
              </a:rPr>
              <a:t>north</a:t>
            </a:r>
            <a:r>
              <a:rPr lang="es-ES" sz="1800">
                <a:solidFill>
                  <a:srgbClr val="3F7F5F"/>
                </a:solidFill>
                <a:effectLst/>
                <a:latin typeface="Consolas" panose="020B0609020204030204" pitchFamily="49" charset="0"/>
              </a:rPr>
              <a:t>, </a:t>
            </a:r>
            <a:r>
              <a:rPr lang="es-ES" sz="1800" err="1">
                <a:solidFill>
                  <a:srgbClr val="3F7F5F"/>
                </a:solidFill>
                <a:effectLst/>
                <a:latin typeface="Consolas" panose="020B0609020204030204" pitchFamily="49" charset="0"/>
              </a:rPr>
              <a:t>south</a:t>
            </a:r>
            <a:r>
              <a:rPr lang="es-ES" sz="1800">
                <a:solidFill>
                  <a:srgbClr val="3F7F5F"/>
                </a:solidFill>
                <a:effectLst/>
                <a:latin typeface="Consolas" panose="020B0609020204030204" pitchFamily="49" charset="0"/>
              </a:rPr>
              <a:t> y center Y AÑADIMOS</a:t>
            </a: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a:solidFill>
                  <a:srgbClr val="3F7F5F"/>
                </a:solidFill>
                <a:effectLst/>
                <a:latin typeface="Consolas" panose="020B0609020204030204" pitchFamily="49" charset="0"/>
              </a:rPr>
              <a:t>//TANTO LOS BOTONES COMO EL PANELMENSAJE, ASI COMO EL MENSAJE DEL BOTON PULSADO, 1,2,3</a:t>
            </a: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err="1">
                <a:solidFill>
                  <a:srgbClr val="000000"/>
                </a:solidFill>
                <a:effectLst/>
                <a:latin typeface="Consolas" panose="020B0609020204030204" pitchFamily="49" charset="0"/>
              </a:rPr>
              <a:t>setLayout</a:t>
            </a:r>
            <a:r>
              <a:rPr lang="es-ES" sz="1800">
                <a:solidFill>
                  <a:srgbClr val="000000"/>
                </a:solidFill>
                <a:effectLst/>
                <a:latin typeface="Consolas" panose="020B0609020204030204" pitchFamily="49" charset="0"/>
              </a:rPr>
              <a:t>(</a:t>
            </a:r>
            <a:r>
              <a:rPr lang="es-ES" sz="1800" b="1">
                <a:solidFill>
                  <a:srgbClr val="7F0055"/>
                </a:solidFill>
                <a:effectLst/>
                <a:latin typeface="Consolas" panose="020B0609020204030204" pitchFamily="49" charset="0"/>
              </a:rPr>
              <a:t>new</a:t>
            </a:r>
            <a:r>
              <a:rPr lang="es-ES" sz="1800">
                <a:solidFill>
                  <a:srgbClr val="000000"/>
                </a:solidFill>
                <a:effectLst/>
                <a:latin typeface="Consolas" panose="020B0609020204030204" pitchFamily="49" charset="0"/>
              </a:rPr>
              <a:t> </a:t>
            </a:r>
            <a:r>
              <a:rPr lang="es-ES" sz="1800" err="1">
                <a:solidFill>
                  <a:srgbClr val="000000"/>
                </a:solidFill>
                <a:effectLst/>
                <a:latin typeface="Consolas" panose="020B0609020204030204" pitchFamily="49" charset="0"/>
              </a:rPr>
              <a:t>BorderLayout</a:t>
            </a:r>
            <a:r>
              <a:rPr lang="es-ES" sz="1800">
                <a:solidFill>
                  <a:srgbClr val="000000"/>
                </a:solidFill>
                <a:effectLst/>
                <a:latin typeface="Consolas" panose="020B0609020204030204" pitchFamily="49" charset="0"/>
              </a:rPr>
              <a:t>());</a:t>
            </a:r>
          </a:p>
          <a:p>
            <a:pPr marL="0" marR="0" indent="0">
              <a:spcBef>
                <a:spcPts val="0"/>
              </a:spcBef>
              <a:spcAft>
                <a:spcPts val="0"/>
              </a:spcAft>
              <a:buNone/>
            </a:pPr>
            <a:r>
              <a:rPr lang="es-ES" sz="1800" err="1">
                <a:solidFill>
                  <a:srgbClr val="000000"/>
                </a:solidFill>
                <a:effectLst/>
                <a:latin typeface="Consolas" panose="020B0609020204030204" pitchFamily="49" charset="0"/>
              </a:rPr>
              <a:t>add</a:t>
            </a:r>
            <a:r>
              <a:rPr lang="es-ES" sz="1800">
                <a:solidFill>
                  <a:srgbClr val="000000"/>
                </a:solidFill>
                <a:effectLst/>
                <a:latin typeface="Consolas" panose="020B0609020204030204" pitchFamily="49" charset="0"/>
              </a:rPr>
              <a:t>(</a:t>
            </a:r>
            <a:r>
              <a:rPr lang="es-ES" sz="1800" err="1">
                <a:solidFill>
                  <a:srgbClr val="6A3E3E"/>
                </a:solidFill>
                <a:effectLst/>
                <a:latin typeface="Consolas" panose="020B0609020204030204" pitchFamily="49" charset="0"/>
              </a:rPr>
              <a:t>panelBotones</a:t>
            </a:r>
            <a:r>
              <a:rPr lang="es-ES" sz="1800">
                <a:solidFill>
                  <a:srgbClr val="000000"/>
                </a:solidFill>
                <a:effectLst/>
                <a:latin typeface="Consolas" panose="020B0609020204030204" pitchFamily="49" charset="0"/>
              </a:rPr>
              <a:t>, </a:t>
            </a:r>
            <a:r>
              <a:rPr lang="es-ES" sz="1800" err="1">
                <a:solidFill>
                  <a:srgbClr val="000000"/>
                </a:solidFill>
                <a:effectLst/>
                <a:latin typeface="Consolas" panose="020B0609020204030204" pitchFamily="49" charset="0"/>
              </a:rPr>
              <a:t>BorderLayout.</a:t>
            </a:r>
            <a:r>
              <a:rPr lang="es-ES" sz="1800" b="1" i="1" err="1">
                <a:solidFill>
                  <a:srgbClr val="0000C0"/>
                </a:solidFill>
                <a:effectLst/>
                <a:latin typeface="Consolas" panose="020B0609020204030204" pitchFamily="49" charset="0"/>
              </a:rPr>
              <a:t>SOUTH</a:t>
            </a:r>
            <a:r>
              <a:rPr lang="es-ES" sz="1800">
                <a:solidFill>
                  <a:srgbClr val="000000"/>
                </a:solidFill>
                <a:effectLst/>
                <a:latin typeface="Consolas" panose="020B0609020204030204" pitchFamily="49" charset="0"/>
              </a:rPr>
              <a:t>);</a:t>
            </a:r>
          </a:p>
          <a:p>
            <a:pPr marL="0" marR="0" indent="0">
              <a:spcBef>
                <a:spcPts val="0"/>
              </a:spcBef>
              <a:spcAft>
                <a:spcPts val="0"/>
              </a:spcAft>
              <a:buNone/>
            </a:pPr>
            <a:r>
              <a:rPr lang="es-ES" sz="1800" err="1">
                <a:solidFill>
                  <a:srgbClr val="000000"/>
                </a:solidFill>
                <a:effectLst/>
                <a:latin typeface="Consolas" panose="020B0609020204030204" pitchFamily="49" charset="0"/>
              </a:rPr>
              <a:t>add</a:t>
            </a:r>
            <a:r>
              <a:rPr lang="es-ES" sz="1800">
                <a:solidFill>
                  <a:srgbClr val="000000"/>
                </a:solidFill>
                <a:effectLst/>
                <a:latin typeface="Consolas" panose="020B0609020204030204" pitchFamily="49" charset="0"/>
              </a:rPr>
              <a:t>(</a:t>
            </a:r>
            <a:r>
              <a:rPr lang="es-ES" sz="1800" err="1">
                <a:solidFill>
                  <a:srgbClr val="6A3E3E"/>
                </a:solidFill>
                <a:effectLst/>
                <a:latin typeface="Consolas" panose="020B0609020204030204" pitchFamily="49" charset="0"/>
              </a:rPr>
              <a:t>panelMensaje</a:t>
            </a:r>
            <a:r>
              <a:rPr lang="es-ES" sz="1800">
                <a:solidFill>
                  <a:srgbClr val="000000"/>
                </a:solidFill>
                <a:effectLst/>
                <a:latin typeface="Consolas" panose="020B0609020204030204" pitchFamily="49" charset="0"/>
              </a:rPr>
              <a:t>, </a:t>
            </a:r>
            <a:r>
              <a:rPr lang="es-ES" sz="1800" err="1">
                <a:solidFill>
                  <a:srgbClr val="000000"/>
                </a:solidFill>
                <a:effectLst/>
                <a:latin typeface="Consolas" panose="020B0609020204030204" pitchFamily="49" charset="0"/>
              </a:rPr>
              <a:t>BorderLayout.</a:t>
            </a:r>
            <a:r>
              <a:rPr lang="es-ES" sz="1800" b="1" i="1" err="1">
                <a:solidFill>
                  <a:srgbClr val="0000C0"/>
                </a:solidFill>
                <a:effectLst/>
                <a:latin typeface="Consolas" panose="020B0609020204030204" pitchFamily="49" charset="0"/>
              </a:rPr>
              <a:t>CENTER</a:t>
            </a:r>
            <a:r>
              <a:rPr lang="es-ES" sz="1800">
                <a:solidFill>
                  <a:srgbClr val="000000"/>
                </a:solidFill>
                <a:effectLst/>
                <a:latin typeface="Consolas" panose="020B0609020204030204" pitchFamily="49" charset="0"/>
              </a:rPr>
              <a:t>);</a:t>
            </a:r>
          </a:p>
          <a:p>
            <a:pPr marL="0" marR="0" indent="0">
              <a:spcBef>
                <a:spcPts val="0"/>
              </a:spcBef>
              <a:spcAft>
                <a:spcPts val="0"/>
              </a:spcAft>
              <a:buNone/>
            </a:pPr>
            <a:r>
              <a:rPr lang="es-ES" sz="1800" err="1">
                <a:solidFill>
                  <a:srgbClr val="6A3E3E"/>
                </a:solidFill>
                <a:effectLst/>
                <a:latin typeface="Consolas" panose="020B0609020204030204" pitchFamily="49" charset="0"/>
              </a:rPr>
              <a:t>panelMensaje</a:t>
            </a:r>
            <a:r>
              <a:rPr lang="es-ES" sz="1800" err="1">
                <a:solidFill>
                  <a:srgbClr val="000000"/>
                </a:solidFill>
                <a:effectLst/>
                <a:latin typeface="Consolas" panose="020B0609020204030204" pitchFamily="49" charset="0"/>
              </a:rPr>
              <a:t>.add</a:t>
            </a:r>
            <a:r>
              <a:rPr lang="es-ES" sz="1800">
                <a:solidFill>
                  <a:srgbClr val="000000"/>
                </a:solidFill>
                <a:effectLst/>
                <a:latin typeface="Consolas" panose="020B0609020204030204" pitchFamily="49" charset="0"/>
              </a:rPr>
              <a:t>(</a:t>
            </a:r>
            <a:r>
              <a:rPr lang="es-ES" sz="1800" err="1">
                <a:solidFill>
                  <a:srgbClr val="0000C0"/>
                </a:solidFill>
                <a:effectLst/>
                <a:latin typeface="Consolas" panose="020B0609020204030204" pitchFamily="49" charset="0"/>
              </a:rPr>
              <a:t>etiquetaMensaje</a:t>
            </a:r>
            <a:r>
              <a:rPr lang="es-ES" sz="1800">
                <a:solidFill>
                  <a:srgbClr val="000000"/>
                </a:solidFill>
                <a:effectLst/>
                <a:latin typeface="Consolas" panose="020B0609020204030204" pitchFamily="49" charset="0"/>
              </a:rPr>
              <a:t>);</a:t>
            </a:r>
          </a:p>
          <a:p>
            <a:pPr marL="0" marR="0" indent="0">
              <a:spcBef>
                <a:spcPts val="0"/>
              </a:spcBef>
              <a:spcAft>
                <a:spcPts val="0"/>
              </a:spcAft>
              <a:buNone/>
            </a:pP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a:solidFill>
                  <a:srgbClr val="000000"/>
                </a:solidFill>
                <a:effectLst/>
                <a:latin typeface="Consolas" panose="020B0609020204030204" pitchFamily="49" charset="0"/>
              </a:rPr>
              <a:t>pack();</a:t>
            </a:r>
            <a:r>
              <a:rPr lang="es-ES" sz="1800">
                <a:solidFill>
                  <a:srgbClr val="3F7F5F"/>
                </a:solidFill>
                <a:effectLst/>
                <a:latin typeface="Consolas" panose="020B0609020204030204" pitchFamily="49" charset="0"/>
              </a:rPr>
              <a:t>//ajusta el tamaño de los elementos del </a:t>
            </a:r>
            <a:r>
              <a:rPr lang="es-ES" sz="1800" err="1">
                <a:solidFill>
                  <a:srgbClr val="3F7F5F"/>
                </a:solidFill>
                <a:effectLst/>
                <a:latin typeface="Consolas" panose="020B0609020204030204" pitchFamily="49" charset="0"/>
              </a:rPr>
              <a:t>jframe</a:t>
            </a: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a:solidFill>
                  <a:srgbClr val="3F7F5F"/>
                </a:solidFill>
                <a:effectLst/>
                <a:latin typeface="Consolas" panose="020B0609020204030204" pitchFamily="49" charset="0"/>
              </a:rPr>
              <a:t>//</a:t>
            </a:r>
            <a:r>
              <a:rPr lang="es-ES" sz="1800" err="1">
                <a:solidFill>
                  <a:srgbClr val="3F7F5F"/>
                </a:solidFill>
                <a:effectLst/>
                <a:latin typeface="Consolas" panose="020B0609020204030204" pitchFamily="49" charset="0"/>
              </a:rPr>
              <a:t>setLocationRelativeTo</a:t>
            </a:r>
            <a:r>
              <a:rPr lang="es-ES" sz="1800">
                <a:solidFill>
                  <a:srgbClr val="3F7F5F"/>
                </a:solidFill>
                <a:effectLst/>
                <a:latin typeface="Consolas" panose="020B0609020204030204" pitchFamily="49" charset="0"/>
              </a:rPr>
              <a:t>(</a:t>
            </a:r>
            <a:r>
              <a:rPr lang="es-ES" sz="1800" err="1">
                <a:solidFill>
                  <a:srgbClr val="3F7F5F"/>
                </a:solidFill>
                <a:effectLst/>
                <a:latin typeface="Consolas" panose="020B0609020204030204" pitchFamily="49" charset="0"/>
              </a:rPr>
              <a:t>null</a:t>
            </a:r>
            <a:r>
              <a:rPr lang="es-ES" sz="1800">
                <a:solidFill>
                  <a:srgbClr val="3F7F5F"/>
                </a:solidFill>
                <a:effectLst/>
                <a:latin typeface="Consolas" panose="020B0609020204030204" pitchFamily="49" charset="0"/>
              </a:rPr>
              <a:t>);</a:t>
            </a:r>
          </a:p>
          <a:p>
            <a:pPr marL="0" marR="0" indent="0">
              <a:spcBef>
                <a:spcPts val="0"/>
              </a:spcBef>
              <a:spcAft>
                <a:spcPts val="0"/>
              </a:spcAft>
              <a:buNone/>
            </a:pP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a:solidFill>
                  <a:srgbClr val="3F7F5F"/>
                </a:solidFill>
                <a:effectLst/>
                <a:latin typeface="Consolas" panose="020B0609020204030204" pitchFamily="49" charset="0"/>
              </a:rPr>
              <a:t>//programa tareas que deben ejecutarse de manera segura, y evita concurrencia</a:t>
            </a: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a:solidFill>
                  <a:srgbClr val="3F7F5F"/>
                </a:solidFill>
                <a:effectLst/>
                <a:latin typeface="Consolas" panose="020B0609020204030204" pitchFamily="49" charset="0"/>
              </a:rPr>
              <a:t>//que se ejecutan varias acciones al mismo tiempo e interfieran entre si</a:t>
            </a:r>
            <a:endParaRPr lang="es-ES" sz="1800">
              <a:solidFill>
                <a:srgbClr val="000000"/>
              </a:solidFill>
              <a:effectLst/>
              <a:latin typeface="Consolas" panose="020B0609020204030204" pitchFamily="49" charset="0"/>
            </a:endParaRPr>
          </a:p>
          <a:p>
            <a:pPr marL="0" marR="0" indent="0">
              <a:spcBef>
                <a:spcPts val="0"/>
              </a:spcBef>
              <a:spcAft>
                <a:spcPts val="0"/>
              </a:spcAft>
              <a:buNone/>
            </a:pPr>
            <a:r>
              <a:rPr lang="es-ES" sz="1800" err="1">
                <a:solidFill>
                  <a:srgbClr val="000000"/>
                </a:solidFill>
                <a:effectLst/>
                <a:latin typeface="Consolas" panose="020B0609020204030204" pitchFamily="49" charset="0"/>
              </a:rPr>
              <a:t>SwingUtilities.</a:t>
            </a:r>
            <a:r>
              <a:rPr lang="es-ES" sz="1800" i="1" err="1">
                <a:solidFill>
                  <a:srgbClr val="000000"/>
                </a:solidFill>
                <a:effectLst/>
                <a:latin typeface="Consolas" panose="020B0609020204030204" pitchFamily="49" charset="0"/>
              </a:rPr>
              <a:t>invokeLater</a:t>
            </a:r>
            <a:r>
              <a:rPr lang="es-ES" sz="1800">
                <a:solidFill>
                  <a:srgbClr val="000000"/>
                </a:solidFill>
                <a:effectLst/>
                <a:latin typeface="Consolas" panose="020B0609020204030204" pitchFamily="49" charset="0"/>
              </a:rPr>
              <a:t>(</a:t>
            </a:r>
            <a:r>
              <a:rPr lang="es-ES" sz="1800" b="1">
                <a:solidFill>
                  <a:srgbClr val="7F0055"/>
                </a:solidFill>
                <a:effectLst/>
                <a:latin typeface="Consolas" panose="020B0609020204030204" pitchFamily="49" charset="0"/>
              </a:rPr>
              <a:t>new</a:t>
            </a:r>
            <a:r>
              <a:rPr lang="es-ES" sz="1800">
                <a:solidFill>
                  <a:srgbClr val="000000"/>
                </a:solidFill>
                <a:effectLst/>
                <a:latin typeface="Consolas" panose="020B0609020204030204" pitchFamily="49" charset="0"/>
              </a:rPr>
              <a:t> </a:t>
            </a:r>
            <a:r>
              <a:rPr lang="es-ES" sz="1800" err="1">
                <a:solidFill>
                  <a:srgbClr val="000000"/>
                </a:solidFill>
                <a:effectLst/>
                <a:latin typeface="Consolas" panose="020B0609020204030204" pitchFamily="49" charset="0"/>
              </a:rPr>
              <a:t>Runnable</a:t>
            </a:r>
            <a:r>
              <a:rPr lang="es-ES" sz="1800">
                <a:solidFill>
                  <a:srgbClr val="000000"/>
                </a:solidFill>
                <a:effectLst/>
                <a:latin typeface="Consolas" panose="020B0609020204030204" pitchFamily="49" charset="0"/>
              </a:rPr>
              <a:t>() {</a:t>
            </a:r>
          </a:p>
          <a:p>
            <a:pPr marL="0" marR="0" indent="0">
              <a:spcBef>
                <a:spcPts val="0"/>
              </a:spcBef>
              <a:spcAft>
                <a:spcPts val="0"/>
              </a:spcAft>
              <a:buNone/>
            </a:pPr>
            <a:r>
              <a:rPr lang="es-ES" sz="1800" b="1" err="1">
                <a:solidFill>
                  <a:srgbClr val="7F0055"/>
                </a:solidFill>
                <a:effectLst/>
                <a:latin typeface="Consolas" panose="020B0609020204030204" pitchFamily="49" charset="0"/>
              </a:rPr>
              <a:t>public</a:t>
            </a:r>
            <a:r>
              <a:rPr lang="es-ES" sz="1800">
                <a:solidFill>
                  <a:srgbClr val="000000"/>
                </a:solidFill>
                <a:effectLst/>
                <a:latin typeface="Consolas" panose="020B0609020204030204" pitchFamily="49" charset="0"/>
              </a:rPr>
              <a:t> </a:t>
            </a:r>
            <a:r>
              <a:rPr lang="es-ES" sz="1800" b="1" err="1">
                <a:solidFill>
                  <a:srgbClr val="7F0055"/>
                </a:solidFill>
                <a:effectLst/>
                <a:latin typeface="Consolas" panose="020B0609020204030204" pitchFamily="49" charset="0"/>
              </a:rPr>
              <a:t>void</a:t>
            </a:r>
            <a:r>
              <a:rPr lang="es-ES" sz="1800">
                <a:solidFill>
                  <a:srgbClr val="000000"/>
                </a:solidFill>
                <a:effectLst/>
                <a:latin typeface="Consolas" panose="020B0609020204030204" pitchFamily="49" charset="0"/>
              </a:rPr>
              <a:t> run() {</a:t>
            </a:r>
          </a:p>
          <a:p>
            <a:pPr marL="0" marR="0" indent="0">
              <a:spcBef>
                <a:spcPts val="0"/>
              </a:spcBef>
              <a:spcAft>
                <a:spcPts val="0"/>
              </a:spcAft>
              <a:buNone/>
            </a:pPr>
            <a:r>
              <a:rPr lang="es-ES" sz="1800" b="1">
                <a:solidFill>
                  <a:srgbClr val="7F0055"/>
                </a:solidFill>
                <a:effectLst/>
                <a:latin typeface="Consolas" panose="020B0609020204030204" pitchFamily="49" charset="0"/>
              </a:rPr>
              <a:t>new</a:t>
            </a:r>
            <a:r>
              <a:rPr lang="es-ES" sz="1800">
                <a:solidFill>
                  <a:srgbClr val="000000"/>
                </a:solidFill>
                <a:effectLst/>
                <a:latin typeface="Consolas" panose="020B0609020204030204" pitchFamily="49" charset="0"/>
              </a:rPr>
              <a:t> Ventana6VariosJpane();</a:t>
            </a:r>
          </a:p>
          <a:p>
            <a:pPr marL="0" marR="0" indent="0">
              <a:spcBef>
                <a:spcPts val="0"/>
              </a:spcBef>
              <a:spcAft>
                <a:spcPts val="0"/>
              </a:spcAft>
              <a:buNone/>
            </a:pPr>
            <a:r>
              <a:rPr lang="es-ES" sz="1800">
                <a:solidFill>
                  <a:srgbClr val="000000"/>
                </a:solidFill>
                <a:effectLst/>
                <a:latin typeface="Consolas" panose="020B0609020204030204" pitchFamily="49" charset="0"/>
              </a:rPr>
              <a:t>}</a:t>
            </a:r>
          </a:p>
          <a:p>
            <a:pPr marL="0" marR="0" indent="0">
              <a:spcBef>
                <a:spcPts val="0"/>
              </a:spcBef>
              <a:spcAft>
                <a:spcPts val="0"/>
              </a:spcAft>
              <a:buNone/>
            </a:pPr>
            <a:r>
              <a:rPr lang="es-ES" sz="1800">
                <a:solidFill>
                  <a:srgbClr val="000000"/>
                </a:solidFill>
                <a:effectLst/>
                <a:latin typeface="Consolas" panose="020B0609020204030204" pitchFamily="49" charset="0"/>
              </a:rPr>
              <a:t>});</a:t>
            </a:r>
          </a:p>
          <a:p>
            <a:endParaRPr lang="es-ES"/>
          </a:p>
        </p:txBody>
      </p:sp>
      <p:sp>
        <p:nvSpPr>
          <p:cNvPr id="4" name="CuadroTexto 3">
            <a:extLst>
              <a:ext uri="{FF2B5EF4-FFF2-40B4-BE49-F238E27FC236}">
                <a16:creationId xmlns:a16="http://schemas.microsoft.com/office/drawing/2014/main" id="{4E03A5CF-CC3B-435E-F114-704CB8CED185}"/>
              </a:ext>
            </a:extLst>
          </p:cNvPr>
          <p:cNvSpPr txBox="1"/>
          <p:nvPr/>
        </p:nvSpPr>
        <p:spPr>
          <a:xfrm>
            <a:off x="76201" y="4548069"/>
            <a:ext cx="12039598" cy="2062103"/>
          </a:xfrm>
          <a:prstGeom prst="rect">
            <a:avLst/>
          </a:prstGeom>
          <a:noFill/>
        </p:spPr>
        <p:txBody>
          <a:bodyPr wrap="square" rtlCol="0">
            <a:spAutoFit/>
          </a:bodyPr>
          <a:lstStyle/>
          <a:p>
            <a:r>
              <a:rPr lang="es-ES" sz="1600" err="1"/>
              <a:t>SwingUtilities.invokeLater</a:t>
            </a:r>
            <a:r>
              <a:rPr lang="es-ES" sz="1600"/>
              <a:t>(...) se utiliza para ejecutar una tarea en el hilo de despacho de eventos de Swing. En una interfaz de usuario Swing, todas las actualizaciones de la interfaz de usuario deben realizarse en este hilo para garantizar la seguridad y evitar problemas de concurrencia.</a:t>
            </a:r>
          </a:p>
          <a:p>
            <a:endParaRPr lang="es-ES" sz="1600"/>
          </a:p>
          <a:p>
            <a:r>
              <a:rPr lang="es-ES" sz="1600"/>
              <a:t>new Ventana6VariosJpane() crea una nueva instancia de la clase Ventana6VariosJpane, que representa la ventana principal de la aplicación.</a:t>
            </a:r>
          </a:p>
          <a:p>
            <a:endParaRPr lang="es-ES" sz="1600"/>
          </a:p>
          <a:p>
            <a:r>
              <a:rPr lang="es-ES" sz="1600"/>
              <a:t>La combinación de </a:t>
            </a:r>
            <a:r>
              <a:rPr lang="es-ES" sz="1600" err="1"/>
              <a:t>SwingUtilities.invokeLater</a:t>
            </a:r>
            <a:r>
              <a:rPr lang="es-ES" sz="1600"/>
              <a:t>(...) y new Ventana6VariosJpane() asegura que la creación y visualización de la ventana se realicen en el hilo de despacho de eventos de Swing, lo que garantiza un comportamiento seguro y evita problemas relacionados con la concurrencia en la interfaz de usuario.</a:t>
            </a:r>
          </a:p>
        </p:txBody>
      </p:sp>
      <p:pic>
        <p:nvPicPr>
          <p:cNvPr id="5" name="Picture 4" descr="CENEC Málaga | Málaga">
            <a:extLst>
              <a:ext uri="{FF2B5EF4-FFF2-40B4-BE49-F238E27FC236}">
                <a16:creationId xmlns:a16="http://schemas.microsoft.com/office/drawing/2014/main" id="{0C99F033-0A4A-60D4-EFB0-D170ECEB4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4775" y="6288405"/>
            <a:ext cx="569595" cy="569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11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8B46A9-953B-0270-7347-94E177FBF509}"/>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3600" b="1" kern="1200" err="1">
                <a:solidFill>
                  <a:schemeClr val="tx1"/>
                </a:solidFill>
                <a:effectLst/>
                <a:latin typeface="+mj-lt"/>
                <a:ea typeface="+mj-ea"/>
                <a:cs typeface="+mj-cs"/>
              </a:rPr>
              <a:t>Componentes</a:t>
            </a:r>
            <a:r>
              <a:rPr lang="en-US" sz="3600" b="1" kern="1200">
                <a:solidFill>
                  <a:schemeClr val="tx1"/>
                </a:solidFill>
                <a:effectLst/>
                <a:latin typeface="+mj-lt"/>
                <a:ea typeface="+mj-ea"/>
                <a:cs typeface="+mj-cs"/>
              </a:rPr>
              <a:t>: </a:t>
            </a:r>
            <a:r>
              <a:rPr lang="en-US" sz="3600" b="1" kern="1200" err="1">
                <a:solidFill>
                  <a:schemeClr val="tx1"/>
                </a:solidFill>
                <a:effectLst/>
                <a:latin typeface="+mj-lt"/>
                <a:ea typeface="+mj-ea"/>
                <a:cs typeface="+mj-cs"/>
              </a:rPr>
              <a:t>características</a:t>
            </a:r>
            <a:r>
              <a:rPr lang="en-US" sz="3600" b="1" kern="1200">
                <a:solidFill>
                  <a:schemeClr val="tx1"/>
                </a:solidFill>
                <a:effectLst/>
                <a:latin typeface="+mj-lt"/>
                <a:ea typeface="+mj-ea"/>
                <a:cs typeface="+mj-cs"/>
              </a:rPr>
              <a:t> y campo de </a:t>
            </a:r>
            <a:r>
              <a:rPr lang="en-US" sz="3600" b="1" kern="1200" err="1">
                <a:solidFill>
                  <a:schemeClr val="tx1"/>
                </a:solidFill>
                <a:effectLst/>
                <a:latin typeface="+mj-lt"/>
                <a:ea typeface="+mj-ea"/>
                <a:cs typeface="+mj-cs"/>
              </a:rPr>
              <a:t>aplicación</a:t>
            </a:r>
            <a:br>
              <a:rPr lang="en-US" sz="3600" kern="1200">
                <a:solidFill>
                  <a:schemeClr val="tx1"/>
                </a:solidFill>
                <a:effectLst/>
                <a:latin typeface="+mj-lt"/>
                <a:ea typeface="+mj-ea"/>
                <a:cs typeface="+mj-cs"/>
              </a:rPr>
            </a:br>
            <a:endParaRPr lang="en-US" sz="3600" kern="1200">
              <a:solidFill>
                <a:schemeClr val="tx1"/>
              </a:solidFill>
              <a:latin typeface="+mj-lt"/>
              <a:ea typeface="+mj-ea"/>
              <a:cs typeface="+mj-cs"/>
            </a:endParaRPr>
          </a:p>
        </p:txBody>
      </p:sp>
      <p:pic>
        <p:nvPicPr>
          <p:cNvPr id="7" name="Graphic 6" descr="Implementar">
            <a:extLst>
              <a:ext uri="{FF2B5EF4-FFF2-40B4-BE49-F238E27FC236}">
                <a16:creationId xmlns:a16="http://schemas.microsoft.com/office/drawing/2014/main" id="{9D2AAC87-2D55-E076-47CD-BF6C75920C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2830790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E4213-03DD-9EEE-8805-DB2A2CDCCB2C}"/>
              </a:ext>
            </a:extLst>
          </p:cNvPr>
          <p:cNvSpPr>
            <a:spLocks noGrp="1"/>
          </p:cNvSpPr>
          <p:nvPr>
            <p:ph type="title"/>
          </p:nvPr>
        </p:nvSpPr>
        <p:spPr>
          <a:xfrm>
            <a:off x="4371975" y="52870"/>
            <a:ext cx="10515600" cy="434975"/>
          </a:xfrm>
        </p:spPr>
        <p:txBody>
          <a:bodyPr>
            <a:normAutofit fontScale="90000"/>
          </a:bodyPr>
          <a:lstStyle/>
          <a:p>
            <a:r>
              <a:rPr lang="es-ES"/>
              <a:t>Componentes</a:t>
            </a:r>
          </a:p>
        </p:txBody>
      </p:sp>
      <p:graphicFrame>
        <p:nvGraphicFramePr>
          <p:cNvPr id="6" name="Marcador de contenido 5">
            <a:extLst>
              <a:ext uri="{FF2B5EF4-FFF2-40B4-BE49-F238E27FC236}">
                <a16:creationId xmlns:a16="http://schemas.microsoft.com/office/drawing/2014/main" id="{F501A3C5-1D4B-C3CC-E49E-CBD845BED820}"/>
              </a:ext>
            </a:extLst>
          </p:cNvPr>
          <p:cNvGraphicFramePr>
            <a:graphicFrameLocks noGrp="1"/>
          </p:cNvGraphicFramePr>
          <p:nvPr>
            <p:ph idx="1"/>
            <p:extLst>
              <p:ext uri="{D42A27DB-BD31-4B8C-83A1-F6EECF244321}">
                <p14:modId xmlns:p14="http://schemas.microsoft.com/office/powerpoint/2010/main" val="3472849063"/>
              </p:ext>
            </p:extLst>
          </p:nvPr>
        </p:nvGraphicFramePr>
        <p:xfrm>
          <a:off x="185789" y="537210"/>
          <a:ext cx="11653785" cy="6050432"/>
        </p:xfrm>
        <a:graphic>
          <a:graphicData uri="http://schemas.openxmlformats.org/drawingml/2006/table">
            <a:tbl>
              <a:tblPr firstRow="1" firstCol="1" bandRow="1">
                <a:tableStyleId>{5C22544A-7EE6-4342-B048-85BDC9FD1C3A}</a:tableStyleId>
              </a:tblPr>
              <a:tblGrid>
                <a:gridCol w="1795411">
                  <a:extLst>
                    <a:ext uri="{9D8B030D-6E8A-4147-A177-3AD203B41FA5}">
                      <a16:colId xmlns:a16="http://schemas.microsoft.com/office/drawing/2014/main" val="66975952"/>
                    </a:ext>
                  </a:extLst>
                </a:gridCol>
                <a:gridCol w="9858374">
                  <a:extLst>
                    <a:ext uri="{9D8B030D-6E8A-4147-A177-3AD203B41FA5}">
                      <a16:colId xmlns:a16="http://schemas.microsoft.com/office/drawing/2014/main" val="3353632273"/>
                    </a:ext>
                  </a:extLst>
                </a:gridCol>
              </a:tblGrid>
              <a:tr h="171237">
                <a:tc>
                  <a:txBody>
                    <a:bodyPr/>
                    <a:lstStyle/>
                    <a:p>
                      <a:pPr algn="ctr">
                        <a:lnSpc>
                          <a:spcPct val="107000"/>
                        </a:lnSpc>
                        <a:spcAft>
                          <a:spcPts val="800"/>
                        </a:spcAft>
                      </a:pPr>
                      <a:r>
                        <a:rPr lang="es-ES" sz="1800">
                          <a:effectLst/>
                        </a:rPr>
                        <a:t>Componente</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gn="ctr">
                        <a:lnSpc>
                          <a:spcPct val="107000"/>
                        </a:lnSpc>
                        <a:spcAft>
                          <a:spcPts val="800"/>
                        </a:spcAft>
                      </a:pPr>
                      <a:r>
                        <a:rPr lang="es-ES" sz="1800">
                          <a:effectLst/>
                        </a:rPr>
                        <a:t>Descripción</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249966849"/>
                  </a:ext>
                </a:extLst>
              </a:tr>
              <a:tr h="531971">
                <a:tc>
                  <a:txBody>
                    <a:bodyPr/>
                    <a:lstStyle/>
                    <a:p>
                      <a:pPr>
                        <a:lnSpc>
                          <a:spcPct val="107000"/>
                        </a:lnSpc>
                        <a:spcAft>
                          <a:spcPts val="800"/>
                        </a:spcAft>
                      </a:pPr>
                      <a:r>
                        <a:rPr lang="es-ES" sz="1800" err="1">
                          <a:effectLst/>
                        </a:rPr>
                        <a:t>JLabel</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Etiqueta para mostrar texto integrado con la ventana. Se usa para etiquetar componentes o mostrar información.</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2104229268"/>
                  </a:ext>
                </a:extLst>
              </a:tr>
              <a:tr h="351605">
                <a:tc>
                  <a:txBody>
                    <a:bodyPr/>
                    <a:lstStyle/>
                    <a:p>
                      <a:pPr>
                        <a:lnSpc>
                          <a:spcPct val="107000"/>
                        </a:lnSpc>
                        <a:spcAft>
                          <a:spcPts val="800"/>
                        </a:spcAft>
                      </a:pPr>
                      <a:r>
                        <a:rPr lang="es-ES" sz="1800" err="1">
                          <a:effectLst/>
                        </a:rPr>
                        <a:t>JButton</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Botón que realiza una acción cuando se hace clic en él. El texto del botón describe la acción.</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3425008537"/>
                  </a:ext>
                </a:extLst>
              </a:tr>
              <a:tr h="351605">
                <a:tc>
                  <a:txBody>
                    <a:bodyPr/>
                    <a:lstStyle/>
                    <a:p>
                      <a:pPr>
                        <a:lnSpc>
                          <a:spcPct val="107000"/>
                        </a:lnSpc>
                        <a:spcAft>
                          <a:spcPts val="800"/>
                        </a:spcAft>
                      </a:pPr>
                      <a:r>
                        <a:rPr lang="es-ES" sz="1800" err="1">
                          <a:effectLst/>
                        </a:rPr>
                        <a:t>JTextField</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Caja de texto de una sola línea para que el usuario ingrese texto.</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2293406433"/>
                  </a:ext>
                </a:extLst>
              </a:tr>
              <a:tr h="351605">
                <a:tc>
                  <a:txBody>
                    <a:bodyPr/>
                    <a:lstStyle/>
                    <a:p>
                      <a:pPr>
                        <a:lnSpc>
                          <a:spcPct val="107000"/>
                        </a:lnSpc>
                        <a:spcAft>
                          <a:spcPts val="800"/>
                        </a:spcAft>
                      </a:pPr>
                      <a:r>
                        <a:rPr lang="es-ES" sz="1800" err="1">
                          <a:effectLst/>
                        </a:rPr>
                        <a:t>JTextArea</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Área de texto para que el usuario ingrese texto en varias líneas.</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814656876"/>
                  </a:ext>
                </a:extLst>
              </a:tr>
              <a:tr h="351605">
                <a:tc>
                  <a:txBody>
                    <a:bodyPr/>
                    <a:lstStyle/>
                    <a:p>
                      <a:pPr>
                        <a:lnSpc>
                          <a:spcPct val="107000"/>
                        </a:lnSpc>
                        <a:spcAft>
                          <a:spcPts val="800"/>
                        </a:spcAft>
                      </a:pPr>
                      <a:r>
                        <a:rPr lang="es-ES" sz="1800" err="1">
                          <a:effectLst/>
                        </a:rPr>
                        <a:t>JComboBox</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Caja de selección desplegable que permite al usuario elegir una opción de una lista.</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2137919326"/>
                  </a:ext>
                </a:extLst>
              </a:tr>
              <a:tr h="531971">
                <a:tc>
                  <a:txBody>
                    <a:bodyPr/>
                    <a:lstStyle/>
                    <a:p>
                      <a:pPr>
                        <a:lnSpc>
                          <a:spcPct val="107000"/>
                        </a:lnSpc>
                        <a:spcAft>
                          <a:spcPts val="800"/>
                        </a:spcAft>
                      </a:pPr>
                      <a:r>
                        <a:rPr lang="es-ES" sz="1800" err="1">
                          <a:effectLst/>
                        </a:rPr>
                        <a:t>JCheckBox</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Casilla de verificación que se puede marcar o desmarcar para habilitar o deshabilitar una opción.</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2523079391"/>
                  </a:ext>
                </a:extLst>
              </a:tr>
              <a:tr h="531971">
                <a:tc>
                  <a:txBody>
                    <a:bodyPr/>
                    <a:lstStyle/>
                    <a:p>
                      <a:pPr>
                        <a:lnSpc>
                          <a:spcPct val="107000"/>
                        </a:lnSpc>
                        <a:spcAft>
                          <a:spcPts val="800"/>
                        </a:spcAft>
                      </a:pPr>
                      <a:r>
                        <a:rPr lang="es-ES" sz="1800" err="1">
                          <a:effectLst/>
                        </a:rPr>
                        <a:t>JRadioButton</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Botón de radio para elegir una opción de un grupo en el que solo una opción puede estar seleccionada a la vez.</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1967656765"/>
                  </a:ext>
                </a:extLst>
              </a:tr>
              <a:tr h="351605">
                <a:tc>
                  <a:txBody>
                    <a:bodyPr/>
                    <a:lstStyle/>
                    <a:p>
                      <a:pPr>
                        <a:lnSpc>
                          <a:spcPct val="107000"/>
                        </a:lnSpc>
                        <a:spcAft>
                          <a:spcPts val="800"/>
                        </a:spcAft>
                      </a:pPr>
                      <a:r>
                        <a:rPr lang="es-ES" sz="1800" err="1">
                          <a:effectLst/>
                        </a:rPr>
                        <a:t>JPasswordField</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Caja de texto para ingresar contraseñas u otros datos confidenciales, ocultando los caracteres.</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3006035444"/>
                  </a:ext>
                </a:extLst>
              </a:tr>
              <a:tr h="351605">
                <a:tc>
                  <a:txBody>
                    <a:bodyPr/>
                    <a:lstStyle/>
                    <a:p>
                      <a:pPr>
                        <a:lnSpc>
                          <a:spcPct val="107000"/>
                        </a:lnSpc>
                        <a:spcAft>
                          <a:spcPts val="800"/>
                        </a:spcAft>
                      </a:pPr>
                      <a:r>
                        <a:rPr lang="es-ES" sz="1800">
                          <a:effectLst/>
                        </a:rPr>
                        <a:t>JSpinner</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Campo de entrada numérico con botones de incremento y decremento.</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4034144186"/>
                  </a:ext>
                </a:extLst>
              </a:tr>
              <a:tr h="351605">
                <a:tc>
                  <a:txBody>
                    <a:bodyPr/>
                    <a:lstStyle/>
                    <a:p>
                      <a:pPr>
                        <a:lnSpc>
                          <a:spcPct val="107000"/>
                        </a:lnSpc>
                        <a:spcAft>
                          <a:spcPts val="800"/>
                        </a:spcAft>
                      </a:pPr>
                      <a:r>
                        <a:rPr lang="es-ES" sz="1800">
                          <a:effectLst/>
                        </a:rPr>
                        <a:t>JList</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Lista que muestra elementos para que el usuario seleccione uno o varios elementos.</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3780388914"/>
                  </a:ext>
                </a:extLst>
              </a:tr>
              <a:tr h="351605">
                <a:tc>
                  <a:txBody>
                    <a:bodyPr/>
                    <a:lstStyle/>
                    <a:p>
                      <a:pPr>
                        <a:lnSpc>
                          <a:spcPct val="107000"/>
                        </a:lnSpc>
                        <a:spcAft>
                          <a:spcPts val="800"/>
                        </a:spcAft>
                      </a:pPr>
                      <a:r>
                        <a:rPr lang="es-ES" sz="1800">
                          <a:effectLst/>
                        </a:rPr>
                        <a:t>JTable</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Tabla que muestra información en filas y columnas, como una hoja de cálculo.</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1790450580"/>
                  </a:ext>
                </a:extLst>
              </a:tr>
              <a:tr h="531971">
                <a:tc>
                  <a:txBody>
                    <a:bodyPr/>
                    <a:lstStyle/>
                    <a:p>
                      <a:pPr>
                        <a:lnSpc>
                          <a:spcPct val="107000"/>
                        </a:lnSpc>
                        <a:spcAft>
                          <a:spcPts val="800"/>
                        </a:spcAft>
                      </a:pPr>
                      <a:r>
                        <a:rPr lang="es-ES" sz="1800">
                          <a:effectLst/>
                        </a:rPr>
                        <a:t>JTree</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Componente para mostrar una estructura jerárquica en forma de árbol, como la estructura de directorios.</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3594543598"/>
                  </a:ext>
                </a:extLst>
              </a:tr>
              <a:tr h="351605">
                <a:tc>
                  <a:txBody>
                    <a:bodyPr/>
                    <a:lstStyle/>
                    <a:p>
                      <a:pPr>
                        <a:lnSpc>
                          <a:spcPct val="107000"/>
                        </a:lnSpc>
                        <a:spcAft>
                          <a:spcPts val="800"/>
                        </a:spcAft>
                      </a:pPr>
                      <a:r>
                        <a:rPr lang="es-ES" sz="1800">
                          <a:effectLst/>
                        </a:rPr>
                        <a:t>JProgressBar</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Barra de progreso que muestra el progreso de una tarea.</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1064708881"/>
                  </a:ext>
                </a:extLst>
              </a:tr>
              <a:tr h="351605">
                <a:tc>
                  <a:txBody>
                    <a:bodyPr/>
                    <a:lstStyle/>
                    <a:p>
                      <a:pPr>
                        <a:lnSpc>
                          <a:spcPct val="107000"/>
                        </a:lnSpc>
                        <a:spcAft>
                          <a:spcPts val="800"/>
                        </a:spcAft>
                      </a:pPr>
                      <a:r>
                        <a:rPr lang="es-ES" sz="1800">
                          <a:effectLst/>
                        </a:rPr>
                        <a:t>JSlider</a:t>
                      </a:r>
                      <a:endParaRPr lang="es-ES" sz="1800">
                        <a:effectLst/>
                        <a:latin typeface="Calibri" panose="020F0502020204030204" pitchFamily="34" charset="0"/>
                        <a:ea typeface="Calibri" panose="020F0502020204030204" pitchFamily="34" charset="0"/>
                      </a:endParaRPr>
                    </a:p>
                  </a:txBody>
                  <a:tcPr marL="51597" marR="51597" marT="0" marB="0"/>
                </a:tc>
                <a:tc>
                  <a:txBody>
                    <a:bodyPr/>
                    <a:lstStyle/>
                    <a:p>
                      <a:pPr>
                        <a:lnSpc>
                          <a:spcPct val="107000"/>
                        </a:lnSpc>
                        <a:spcAft>
                          <a:spcPts val="800"/>
                        </a:spcAft>
                      </a:pPr>
                      <a:r>
                        <a:rPr lang="es-ES" sz="1800">
                          <a:effectLst/>
                        </a:rPr>
                        <a:t>Control deslizante para seleccionar valores numéricos en un rango específico.</a:t>
                      </a:r>
                      <a:endParaRPr lang="es-ES" sz="1800">
                        <a:effectLst/>
                        <a:latin typeface="Calibri" panose="020F0502020204030204" pitchFamily="34" charset="0"/>
                        <a:ea typeface="Calibri" panose="020F0502020204030204" pitchFamily="34" charset="0"/>
                      </a:endParaRPr>
                    </a:p>
                  </a:txBody>
                  <a:tcPr marL="51597" marR="51597" marT="0" marB="0"/>
                </a:tc>
                <a:extLst>
                  <a:ext uri="{0D108BD9-81ED-4DB2-BD59-A6C34878D82A}">
                    <a16:rowId xmlns:a16="http://schemas.microsoft.com/office/drawing/2014/main" val="1004096138"/>
                  </a:ext>
                </a:extLst>
              </a:tr>
            </a:tbl>
          </a:graphicData>
        </a:graphic>
      </p:graphicFrame>
      <p:pic>
        <p:nvPicPr>
          <p:cNvPr id="4" name="Picture 4" descr="CENEC Málaga | Málaga">
            <a:extLst>
              <a:ext uri="{FF2B5EF4-FFF2-40B4-BE49-F238E27FC236}">
                <a16:creationId xmlns:a16="http://schemas.microsoft.com/office/drawing/2014/main" id="{9C008F05-AB13-EE13-66A1-3574BA842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4775" y="6216015"/>
            <a:ext cx="657225" cy="65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5237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8A5CB-7633-D39A-2C7A-BAEF8447209E}"/>
              </a:ext>
            </a:extLst>
          </p:cNvPr>
          <p:cNvSpPr>
            <a:spLocks noGrp="1"/>
          </p:cNvSpPr>
          <p:nvPr>
            <p:ph type="title"/>
          </p:nvPr>
        </p:nvSpPr>
        <p:spPr>
          <a:xfrm>
            <a:off x="219074" y="1546225"/>
            <a:ext cx="12068175" cy="1325563"/>
          </a:xfrm>
        </p:spPr>
        <p:txBody>
          <a:bodyPr>
            <a:normAutofit fontScale="90000"/>
          </a:bodyPr>
          <a:lstStyle/>
          <a:p>
            <a:r>
              <a:rPr lang="es-ES"/>
              <a:t>IMPORTANTE: PARA QUE PUEDA TENER FUNCIONALIDAD EL BÓTON, DEBERIA AÑADIR UN </a:t>
            </a:r>
            <a:br>
              <a:rPr lang="es-ES"/>
            </a:br>
            <a:r>
              <a:rPr lang="es-ES"/>
              <a:t>LAYOUT, AQUÍ TIENES LA VENTANA CON UN ABSOLUTE LAYOUT</a:t>
            </a:r>
          </a:p>
        </p:txBody>
      </p:sp>
      <p:graphicFrame>
        <p:nvGraphicFramePr>
          <p:cNvPr id="8" name="Marcador de contenido 2">
            <a:extLst>
              <a:ext uri="{FF2B5EF4-FFF2-40B4-BE49-F238E27FC236}">
                <a16:creationId xmlns:a16="http://schemas.microsoft.com/office/drawing/2014/main" id="{51AA3AD6-BC3A-2C9E-DA15-2B0E90917AD5}"/>
              </a:ext>
            </a:extLst>
          </p:cNvPr>
          <p:cNvGraphicFramePr>
            <a:graphicFrameLocks noGrp="1"/>
          </p:cNvGraphicFramePr>
          <p:nvPr>
            <p:ph idx="1"/>
          </p:nvPr>
        </p:nvGraphicFramePr>
        <p:xfrm>
          <a:off x="4563978" y="3752735"/>
          <a:ext cx="6718435" cy="40674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50D27212-84E0-531E-709A-1A18B23EA67E}"/>
              </a:ext>
            </a:extLst>
          </p:cNvPr>
          <p:cNvPicPr>
            <a:picLocks noChangeAspect="1"/>
          </p:cNvPicPr>
          <p:nvPr/>
        </p:nvPicPr>
        <p:blipFill>
          <a:blip r:embed="rId7"/>
          <a:stretch>
            <a:fillRect/>
          </a:stretch>
        </p:blipFill>
        <p:spPr>
          <a:xfrm>
            <a:off x="433142" y="3429000"/>
            <a:ext cx="3515216" cy="3267531"/>
          </a:xfrm>
          <a:prstGeom prst="rect">
            <a:avLst/>
          </a:prstGeom>
        </p:spPr>
      </p:pic>
      <p:pic>
        <p:nvPicPr>
          <p:cNvPr id="4" name="Picture 4" descr="CENEC Málaga | Málaga">
            <a:extLst>
              <a:ext uri="{FF2B5EF4-FFF2-40B4-BE49-F238E27FC236}">
                <a16:creationId xmlns:a16="http://schemas.microsoft.com/office/drawing/2014/main" id="{7FDC5DDF-FD76-C6F3-C9E7-5223CC1E46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757BC093-B235-67F4-F6D8-8BE8F461FBCA}"/>
              </a:ext>
            </a:extLst>
          </p:cNvPr>
          <p:cNvSpPr txBox="1"/>
          <p:nvPr/>
        </p:nvSpPr>
        <p:spPr>
          <a:xfrm>
            <a:off x="3948358" y="447675"/>
            <a:ext cx="3057888" cy="523220"/>
          </a:xfrm>
          <a:prstGeom prst="rect">
            <a:avLst/>
          </a:prstGeom>
          <a:noFill/>
        </p:spPr>
        <p:txBody>
          <a:bodyPr wrap="none" rtlCol="0">
            <a:spAutoFit/>
          </a:bodyPr>
          <a:lstStyle/>
          <a:p>
            <a:r>
              <a:rPr lang="es-ES" sz="2800"/>
              <a:t>Mi primera ventana</a:t>
            </a:r>
          </a:p>
        </p:txBody>
      </p:sp>
    </p:spTree>
    <p:extLst>
      <p:ext uri="{BB962C8B-B14F-4D97-AF65-F5344CB8AC3E}">
        <p14:creationId xmlns:p14="http://schemas.microsoft.com/office/powerpoint/2010/main" val="1036776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636B64-D938-5F2B-5BC1-342146854F43}"/>
              </a:ext>
            </a:extLst>
          </p:cNvPr>
          <p:cNvSpPr>
            <a:spLocks noGrp="1"/>
          </p:cNvSpPr>
          <p:nvPr>
            <p:ph type="title"/>
          </p:nvPr>
        </p:nvSpPr>
        <p:spPr/>
        <p:txBody>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Botones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JButton</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graphicFrame>
        <p:nvGraphicFramePr>
          <p:cNvPr id="4" name="Diagrama 3">
            <a:extLst>
              <a:ext uri="{FF2B5EF4-FFF2-40B4-BE49-F238E27FC236}">
                <a16:creationId xmlns:a16="http://schemas.microsoft.com/office/drawing/2014/main" id="{DB4C6CA0-97B2-D268-0161-4C417B2DAF03}"/>
              </a:ext>
            </a:extLst>
          </p:cNvPr>
          <p:cNvGraphicFramePr/>
          <p:nvPr>
            <p:extLst>
              <p:ext uri="{D42A27DB-BD31-4B8C-83A1-F6EECF244321}">
                <p14:modId xmlns:p14="http://schemas.microsoft.com/office/powerpoint/2010/main" val="2442154583"/>
              </p:ext>
            </p:extLst>
          </p:nvPr>
        </p:nvGraphicFramePr>
        <p:xfrm>
          <a:off x="257176" y="1104900"/>
          <a:ext cx="11934824" cy="3638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029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2AFBF0-B252-924B-F4F1-9671A2DE3880}"/>
              </a:ext>
            </a:extLst>
          </p:cNvPr>
          <p:cNvSpPr>
            <a:spLocks noGrp="1"/>
          </p:cNvSpPr>
          <p:nvPr>
            <p:ph type="title"/>
          </p:nvPr>
        </p:nvSpPr>
        <p:spPr/>
        <p:txBody>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Campos de Texto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JTextField</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 y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JTextArea</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graphicFrame>
        <p:nvGraphicFramePr>
          <p:cNvPr id="4" name="Diagrama 3">
            <a:extLst>
              <a:ext uri="{FF2B5EF4-FFF2-40B4-BE49-F238E27FC236}">
                <a16:creationId xmlns:a16="http://schemas.microsoft.com/office/drawing/2014/main" id="{7E2E44F9-4836-91B6-32B9-2747A8D6F422}"/>
              </a:ext>
            </a:extLst>
          </p:cNvPr>
          <p:cNvGraphicFramePr/>
          <p:nvPr>
            <p:extLst>
              <p:ext uri="{D42A27DB-BD31-4B8C-83A1-F6EECF244321}">
                <p14:modId xmlns:p14="http://schemas.microsoft.com/office/powerpoint/2010/main" val="391442996"/>
              </p:ext>
            </p:extLst>
          </p:nvPr>
        </p:nvGraphicFramePr>
        <p:xfrm>
          <a:off x="319087" y="1162050"/>
          <a:ext cx="11115675" cy="5140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176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515E91-D64B-2FDB-0B64-9B4141D711B4}"/>
              </a:ext>
            </a:extLst>
          </p:cNvPr>
          <p:cNvSpPr>
            <a:spLocks noGrp="1"/>
          </p:cNvSpPr>
          <p:nvPr>
            <p:ph type="title"/>
          </p:nvPr>
        </p:nvSpPr>
        <p:spPr/>
        <p:txBody>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Etiquetas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JLabel</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B23D45DB-361A-F24D-A59B-E33364A15A06}"/>
              </a:ext>
            </a:extLst>
          </p:cNvPr>
          <p:cNvSpPr>
            <a:spLocks noGrp="1"/>
          </p:cNvSpPr>
          <p:nvPr>
            <p:ph idx="1"/>
          </p:nvPr>
        </p:nvSpPr>
        <p:spPr/>
        <p:txBody>
          <a:bodyPr/>
          <a:lstStyle/>
          <a:p>
            <a:endParaRPr lang="es-ES"/>
          </a:p>
        </p:txBody>
      </p:sp>
      <p:graphicFrame>
        <p:nvGraphicFramePr>
          <p:cNvPr id="4" name="Diagrama 3">
            <a:extLst>
              <a:ext uri="{FF2B5EF4-FFF2-40B4-BE49-F238E27FC236}">
                <a16:creationId xmlns:a16="http://schemas.microsoft.com/office/drawing/2014/main" id="{213EB94D-C02D-C395-FFDF-74A282CEF715}"/>
              </a:ext>
            </a:extLst>
          </p:cNvPr>
          <p:cNvGraphicFramePr/>
          <p:nvPr>
            <p:extLst>
              <p:ext uri="{D42A27DB-BD31-4B8C-83A1-F6EECF244321}">
                <p14:modId xmlns:p14="http://schemas.microsoft.com/office/powerpoint/2010/main" val="2226043660"/>
              </p:ext>
            </p:extLst>
          </p:nvPr>
        </p:nvGraphicFramePr>
        <p:xfrm>
          <a:off x="914399" y="1295400"/>
          <a:ext cx="10829925" cy="4881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3328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612CDA-77CC-C1BB-A196-A57AE0A4047F}"/>
              </a:ext>
            </a:extLst>
          </p:cNvPr>
          <p:cNvSpPr>
            <a:spLocks noGrp="1"/>
          </p:cNvSpPr>
          <p:nvPr>
            <p:ph type="title"/>
          </p:nvPr>
        </p:nvSpPr>
        <p:spPr>
          <a:xfrm>
            <a:off x="838200" y="365126"/>
            <a:ext cx="10515600" cy="501650"/>
          </a:xfrm>
        </p:spPr>
        <p:txBody>
          <a:bodyPr>
            <a:normAutofit fontScale="90000"/>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Casillas de Verificación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JCheckBox</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1D5EB345-6F6A-4B20-ADE6-B05E991F33AE}"/>
              </a:ext>
            </a:extLst>
          </p:cNvPr>
          <p:cNvSpPr>
            <a:spLocks noGrp="1"/>
          </p:cNvSpPr>
          <p:nvPr>
            <p:ph idx="1"/>
          </p:nvPr>
        </p:nvSpPr>
        <p:spPr/>
        <p:txBody>
          <a:bodyPr/>
          <a:lstStyle/>
          <a:p>
            <a:endParaRPr lang="es-ES"/>
          </a:p>
        </p:txBody>
      </p:sp>
      <p:graphicFrame>
        <p:nvGraphicFramePr>
          <p:cNvPr id="4" name="Diagrama 3">
            <a:extLst>
              <a:ext uri="{FF2B5EF4-FFF2-40B4-BE49-F238E27FC236}">
                <a16:creationId xmlns:a16="http://schemas.microsoft.com/office/drawing/2014/main" id="{5BF1D244-27D2-09CC-7FB3-02D3658125BC}"/>
              </a:ext>
            </a:extLst>
          </p:cNvPr>
          <p:cNvGraphicFramePr/>
          <p:nvPr>
            <p:extLst>
              <p:ext uri="{D42A27DB-BD31-4B8C-83A1-F6EECF244321}">
                <p14:modId xmlns:p14="http://schemas.microsoft.com/office/powerpoint/2010/main" val="3144546871"/>
              </p:ext>
            </p:extLst>
          </p:nvPr>
        </p:nvGraphicFramePr>
        <p:xfrm>
          <a:off x="590549" y="866776"/>
          <a:ext cx="11115675" cy="56260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6493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34B04F-C34E-A4D0-E9BF-64B923D250B2}"/>
              </a:ext>
            </a:extLst>
          </p:cNvPr>
          <p:cNvSpPr>
            <a:spLocks noGrp="1"/>
          </p:cNvSpPr>
          <p:nvPr>
            <p:ph type="title"/>
          </p:nvPr>
        </p:nvSpPr>
        <p:spPr>
          <a:xfrm>
            <a:off x="838200" y="117476"/>
            <a:ext cx="10515600" cy="387350"/>
          </a:xfrm>
        </p:spPr>
        <p:txBody>
          <a:bodyPr/>
          <a:lstStyle/>
          <a:p>
            <a:r>
              <a:rPr lang="es-ES" sz="1800" b="1">
                <a:effectLst/>
                <a:latin typeface="Verdana" panose="020B0604030504040204" pitchFamily="34" charset="0"/>
                <a:ea typeface="Aptos" panose="020B0004020202020204" pitchFamily="34" charset="0"/>
                <a:cs typeface="Times New Roman" panose="02020603050405020304" pitchFamily="18" charset="0"/>
              </a:rPr>
              <a:t>Botones de Opción (</a:t>
            </a:r>
            <a:r>
              <a:rPr lang="es-ES" sz="1800" b="1" err="1">
                <a:effectLst/>
                <a:latin typeface="Verdana" panose="020B0604030504040204" pitchFamily="34" charset="0"/>
                <a:ea typeface="Aptos" panose="020B0004020202020204" pitchFamily="34" charset="0"/>
                <a:cs typeface="Times New Roman" panose="02020603050405020304" pitchFamily="18" charset="0"/>
              </a:rPr>
              <a:t>JRadioButton</a:t>
            </a:r>
            <a:r>
              <a:rPr lang="es-ES" sz="1800" b="1">
                <a:effectLst/>
                <a:latin typeface="Verdana" panose="020B0604030504040204" pitchFamily="34" charset="0"/>
                <a:ea typeface="Aptos" panose="020B0004020202020204" pitchFamily="34" charset="0"/>
                <a:cs typeface="Times New Roman" panose="02020603050405020304" pitchFamily="18" charset="0"/>
              </a:rPr>
              <a:t>)</a:t>
            </a:r>
            <a:endParaRPr lang="es-ES"/>
          </a:p>
        </p:txBody>
      </p:sp>
      <p:sp>
        <p:nvSpPr>
          <p:cNvPr id="3" name="Marcador de contenido 2">
            <a:extLst>
              <a:ext uri="{FF2B5EF4-FFF2-40B4-BE49-F238E27FC236}">
                <a16:creationId xmlns:a16="http://schemas.microsoft.com/office/drawing/2014/main" id="{DFAA748D-99EB-F4EB-D54C-428B49D8CFB4}"/>
              </a:ext>
            </a:extLst>
          </p:cNvPr>
          <p:cNvSpPr>
            <a:spLocks noGrp="1"/>
          </p:cNvSpPr>
          <p:nvPr>
            <p:ph idx="1"/>
          </p:nvPr>
        </p:nvSpPr>
        <p:spPr/>
        <p:txBody>
          <a:bodyPr/>
          <a:lstStyle/>
          <a:p>
            <a:endParaRPr lang="es-ES"/>
          </a:p>
        </p:txBody>
      </p:sp>
      <p:graphicFrame>
        <p:nvGraphicFramePr>
          <p:cNvPr id="4" name="Diagrama 3">
            <a:extLst>
              <a:ext uri="{FF2B5EF4-FFF2-40B4-BE49-F238E27FC236}">
                <a16:creationId xmlns:a16="http://schemas.microsoft.com/office/drawing/2014/main" id="{2A910E41-D9DD-D34D-A04E-44054819D853}"/>
              </a:ext>
            </a:extLst>
          </p:cNvPr>
          <p:cNvGraphicFramePr/>
          <p:nvPr>
            <p:extLst>
              <p:ext uri="{D42A27DB-BD31-4B8C-83A1-F6EECF244321}">
                <p14:modId xmlns:p14="http://schemas.microsoft.com/office/powerpoint/2010/main" val="1410764065"/>
              </p:ext>
            </p:extLst>
          </p:nvPr>
        </p:nvGraphicFramePr>
        <p:xfrm>
          <a:off x="714374" y="914399"/>
          <a:ext cx="1090612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6996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92B1A0-4329-8B71-0605-F3A56ECE5A71}"/>
              </a:ext>
            </a:extLst>
          </p:cNvPr>
          <p:cNvSpPr>
            <a:spLocks noGrp="1"/>
          </p:cNvSpPr>
          <p:nvPr>
            <p:ph type="title"/>
          </p:nvPr>
        </p:nvSpPr>
        <p:spPr>
          <a:xfrm>
            <a:off x="838200" y="365126"/>
            <a:ext cx="10515600" cy="615950"/>
          </a:xfrm>
        </p:spPr>
        <p:txBody>
          <a:bodyPr>
            <a:normAutofit fontScale="90000"/>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Listas (</a:t>
            </a:r>
            <a:r>
              <a:rPr lang="es-ES" sz="1800" b="1" kern="100" err="1">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JList</a:t>
            </a:r>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0A750AE5-B33A-DFF9-7D2D-B5A7BB3794B8}"/>
              </a:ext>
            </a:extLst>
          </p:cNvPr>
          <p:cNvSpPr>
            <a:spLocks noGrp="1"/>
          </p:cNvSpPr>
          <p:nvPr>
            <p:ph idx="1"/>
          </p:nvPr>
        </p:nvSpPr>
        <p:spPr/>
        <p:txBody>
          <a:bodyPr/>
          <a:lstStyle/>
          <a:p>
            <a:endParaRPr lang="es-ES"/>
          </a:p>
        </p:txBody>
      </p:sp>
      <p:graphicFrame>
        <p:nvGraphicFramePr>
          <p:cNvPr id="4" name="Diagrama 3">
            <a:extLst>
              <a:ext uri="{FF2B5EF4-FFF2-40B4-BE49-F238E27FC236}">
                <a16:creationId xmlns:a16="http://schemas.microsoft.com/office/drawing/2014/main" id="{38FDFE4F-81FF-F747-A1B5-B3348AE905CF}"/>
              </a:ext>
            </a:extLst>
          </p:cNvPr>
          <p:cNvGraphicFramePr/>
          <p:nvPr>
            <p:extLst>
              <p:ext uri="{D42A27DB-BD31-4B8C-83A1-F6EECF244321}">
                <p14:modId xmlns:p14="http://schemas.microsoft.com/office/powerpoint/2010/main" val="1470947006"/>
              </p:ext>
            </p:extLst>
          </p:nvPr>
        </p:nvGraphicFramePr>
        <p:xfrm>
          <a:off x="638175" y="1076325"/>
          <a:ext cx="10858500" cy="5100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1546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DC3D1A-DBE5-D4AB-882B-BB8B5780713D}"/>
              </a:ext>
            </a:extLst>
          </p:cNvPr>
          <p:cNvSpPr>
            <a:spLocks noGrp="1"/>
          </p:cNvSpPr>
          <p:nvPr>
            <p:ph type="title"/>
          </p:nvPr>
        </p:nvSpPr>
        <p:spPr>
          <a:xfrm>
            <a:off x="838200" y="66675"/>
            <a:ext cx="10515600" cy="596900"/>
          </a:xfrm>
        </p:spPr>
        <p:txBody>
          <a:bodyPr/>
          <a:lstStyle/>
          <a:p>
            <a:r>
              <a:rPr lang="es-ES" sz="1800" b="1">
                <a:effectLst/>
                <a:latin typeface="Verdana" panose="020B0604030504040204" pitchFamily="34" charset="0"/>
                <a:ea typeface="Aptos" panose="020B0004020202020204" pitchFamily="34" charset="0"/>
                <a:cs typeface="Times New Roman" panose="02020603050405020304" pitchFamily="18" charset="0"/>
              </a:rPr>
              <a:t>Menús (</a:t>
            </a:r>
            <a:r>
              <a:rPr lang="es-ES" sz="1800" b="1" err="1">
                <a:effectLst/>
                <a:latin typeface="Verdana" panose="020B0604030504040204" pitchFamily="34" charset="0"/>
                <a:ea typeface="Aptos" panose="020B0004020202020204" pitchFamily="34" charset="0"/>
                <a:cs typeface="Times New Roman" panose="02020603050405020304" pitchFamily="18" charset="0"/>
              </a:rPr>
              <a:t>JMenu</a:t>
            </a:r>
            <a:r>
              <a:rPr lang="es-ES" sz="1800" b="1">
                <a:effectLst/>
                <a:latin typeface="Verdana" panose="020B0604030504040204" pitchFamily="34" charset="0"/>
                <a:ea typeface="Aptos" panose="020B0004020202020204" pitchFamily="34" charset="0"/>
                <a:cs typeface="Times New Roman" panose="02020603050405020304" pitchFamily="18" charset="0"/>
              </a:rPr>
              <a:t>, </a:t>
            </a:r>
            <a:r>
              <a:rPr lang="es-ES" sz="1800" b="1" err="1">
                <a:effectLst/>
                <a:latin typeface="Verdana" panose="020B0604030504040204" pitchFamily="34" charset="0"/>
                <a:ea typeface="Aptos" panose="020B0004020202020204" pitchFamily="34" charset="0"/>
                <a:cs typeface="Times New Roman" panose="02020603050405020304" pitchFamily="18" charset="0"/>
              </a:rPr>
              <a:t>JMenuBar</a:t>
            </a:r>
            <a:r>
              <a:rPr lang="es-ES" sz="1800" b="1">
                <a:effectLst/>
                <a:latin typeface="Verdana" panose="020B0604030504040204" pitchFamily="34" charset="0"/>
                <a:ea typeface="Aptos" panose="020B0004020202020204" pitchFamily="34" charset="0"/>
                <a:cs typeface="Times New Roman" panose="02020603050405020304" pitchFamily="18" charset="0"/>
              </a:rPr>
              <a:t>, </a:t>
            </a:r>
            <a:r>
              <a:rPr lang="es-ES" sz="1800" b="1" err="1">
                <a:effectLst/>
                <a:latin typeface="Verdana" panose="020B0604030504040204" pitchFamily="34" charset="0"/>
                <a:ea typeface="Aptos" panose="020B0004020202020204" pitchFamily="34" charset="0"/>
                <a:cs typeface="Times New Roman" panose="02020603050405020304" pitchFamily="18" charset="0"/>
              </a:rPr>
              <a:t>JMenuItem</a:t>
            </a:r>
            <a:r>
              <a:rPr lang="es-ES" sz="1800" b="1">
                <a:effectLst/>
                <a:latin typeface="Verdana" panose="020B0604030504040204" pitchFamily="34" charset="0"/>
                <a:ea typeface="Aptos" panose="020B0004020202020204" pitchFamily="34" charset="0"/>
                <a:cs typeface="Times New Roman" panose="02020603050405020304" pitchFamily="18" charset="0"/>
              </a:rPr>
              <a:t>)</a:t>
            </a:r>
            <a:endParaRPr lang="es-ES"/>
          </a:p>
        </p:txBody>
      </p:sp>
      <p:graphicFrame>
        <p:nvGraphicFramePr>
          <p:cNvPr id="4" name="Diagrama 3">
            <a:extLst>
              <a:ext uri="{FF2B5EF4-FFF2-40B4-BE49-F238E27FC236}">
                <a16:creationId xmlns:a16="http://schemas.microsoft.com/office/drawing/2014/main" id="{FBF06C0F-EDB4-3BA7-B7BE-B63B6348C441}"/>
              </a:ext>
            </a:extLst>
          </p:cNvPr>
          <p:cNvGraphicFramePr/>
          <p:nvPr>
            <p:extLst>
              <p:ext uri="{D42A27DB-BD31-4B8C-83A1-F6EECF244321}">
                <p14:modId xmlns:p14="http://schemas.microsoft.com/office/powerpoint/2010/main" val="3603107380"/>
              </p:ext>
            </p:extLst>
          </p:nvPr>
        </p:nvGraphicFramePr>
        <p:xfrm>
          <a:off x="66674" y="447675"/>
          <a:ext cx="12049125" cy="604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063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BA7C3A7-89B6-AD5A-B23D-0138D2421E26}"/>
              </a:ext>
            </a:extLst>
          </p:cNvPr>
          <p:cNvSpPr>
            <a:spLocks noGrp="1"/>
          </p:cNvSpPr>
          <p:nvPr>
            <p:ph type="title"/>
          </p:nvPr>
        </p:nvSpPr>
        <p:spPr>
          <a:xfrm>
            <a:off x="838200" y="557188"/>
            <a:ext cx="10515600" cy="1133499"/>
          </a:xfrm>
        </p:spPr>
        <p:txBody>
          <a:bodyPr>
            <a:normAutofit/>
          </a:bodyPr>
          <a:lstStyle/>
          <a:p>
            <a:pPr algn="ctr"/>
            <a:r>
              <a:rPr lang="es-ES" sz="4000" b="1">
                <a:effectLst/>
                <a:latin typeface="Verdana" panose="020B0604030504040204" pitchFamily="34" charset="0"/>
                <a:ea typeface="Aptos" panose="020B0004020202020204" pitchFamily="34" charset="0"/>
                <a:cs typeface="Times New Roman" panose="02020603050405020304" pitchFamily="18" charset="0"/>
              </a:rPr>
              <a:t>Barras de Progreso (JProgressBar)</a:t>
            </a:r>
            <a:endParaRPr lang="es-ES" sz="4000"/>
          </a:p>
        </p:txBody>
      </p:sp>
      <p:graphicFrame>
        <p:nvGraphicFramePr>
          <p:cNvPr id="4" name="Diagrama 3">
            <a:extLst>
              <a:ext uri="{FF2B5EF4-FFF2-40B4-BE49-F238E27FC236}">
                <a16:creationId xmlns:a16="http://schemas.microsoft.com/office/drawing/2014/main" id="{02F3F614-AF9D-9676-F53B-9195A5950FAB}"/>
              </a:ext>
            </a:extLst>
          </p:cNvPr>
          <p:cNvGraphicFramePr/>
          <p:nvPr>
            <p:extLst>
              <p:ext uri="{D42A27DB-BD31-4B8C-83A1-F6EECF244321}">
                <p14:modId xmlns:p14="http://schemas.microsoft.com/office/powerpoint/2010/main" val="1279045181"/>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2036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ED3927-5BCC-6407-5400-A543E4CC4B89}"/>
              </a:ext>
            </a:extLst>
          </p:cNvPr>
          <p:cNvSpPr>
            <a:spLocks noGrp="1"/>
          </p:cNvSpPr>
          <p:nvPr>
            <p:ph type="title"/>
          </p:nvPr>
        </p:nvSpPr>
        <p:spPr>
          <a:xfrm>
            <a:off x="838200" y="365125"/>
            <a:ext cx="10515600" cy="434975"/>
          </a:xfrm>
        </p:spPr>
        <p:txBody>
          <a:bodyPr/>
          <a:lstStyle/>
          <a:p>
            <a:r>
              <a:rPr lang="es-ES" sz="1800" b="1">
                <a:effectLst/>
                <a:latin typeface="Verdana" panose="020B0604030504040204" pitchFamily="34" charset="0"/>
                <a:ea typeface="Aptos" panose="020B0004020202020204" pitchFamily="34" charset="0"/>
                <a:cs typeface="Times New Roman" panose="02020603050405020304" pitchFamily="18" charset="0"/>
              </a:rPr>
              <a:t>Propiedades de los Componentes: Modificación de Propiedades</a:t>
            </a:r>
            <a:endParaRPr lang="es-ES"/>
          </a:p>
        </p:txBody>
      </p:sp>
      <p:sp>
        <p:nvSpPr>
          <p:cNvPr id="3" name="Marcador de contenido 2">
            <a:extLst>
              <a:ext uri="{FF2B5EF4-FFF2-40B4-BE49-F238E27FC236}">
                <a16:creationId xmlns:a16="http://schemas.microsoft.com/office/drawing/2014/main" id="{29D7F554-9F3B-19EE-8716-D2C9D05E282A}"/>
              </a:ext>
            </a:extLst>
          </p:cNvPr>
          <p:cNvSpPr>
            <a:spLocks noGrp="1"/>
          </p:cNvSpPr>
          <p:nvPr>
            <p:ph idx="1"/>
          </p:nvPr>
        </p:nvSpPr>
        <p:spPr>
          <a:xfrm>
            <a:off x="228600" y="800099"/>
            <a:ext cx="11734800" cy="5953125"/>
          </a:xfrm>
        </p:spPr>
        <p:txBody>
          <a:bodyPr>
            <a:normAutofit/>
          </a:bodyPr>
          <a:lstStyle/>
          <a:p>
            <a:r>
              <a:rPr lang="es-ES" sz="1600">
                <a:effectLst/>
              </a:rPr>
              <a:t>TEXT</a:t>
            </a: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Define el texto que se muestra en el componente. Común en componentes como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JButton</a:t>
            </a: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JLabel</a:t>
            </a:r>
            <a:r>
              <a:rPr lang="es-ES" sz="1100" kern="100">
                <a:effectLst/>
                <a:latin typeface="Verdana" panose="020B0604030504040204" pitchFamily="34" charset="0"/>
                <a:ea typeface="Aptos" panose="020B0004020202020204" pitchFamily="34" charset="0"/>
                <a:cs typeface="Times New Roman" panose="02020603050405020304" pitchFamily="18" charset="0"/>
              </a:rPr>
              <a:t>, y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JTextField</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puede cambiar utilizando el método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setText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String</a:t>
            </a: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text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button = new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button.setText</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 Me");</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Color de Fondo (</a:t>
            </a:r>
            <a:r>
              <a:rPr lang="es-ES" sz="1100" b="1" kern="100" err="1">
                <a:effectLst/>
                <a:latin typeface="Verdana" panose="020B0604030504040204" pitchFamily="34" charset="0"/>
                <a:ea typeface="Aptos" panose="020B0004020202020204" pitchFamily="34" charset="0"/>
                <a:cs typeface="Times New Roman" panose="02020603050405020304" pitchFamily="18" charset="0"/>
              </a:rPr>
              <a:t>background</a:t>
            </a:r>
            <a:r>
              <a:rPr lang="es-ES" sz="1100" b="1"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Determina el color de fondo del componente.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cambia con el método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setBackground</a:t>
            </a:r>
            <a:r>
              <a:rPr lang="es-ES" sz="1100" kern="100">
                <a:effectLst/>
                <a:latin typeface="Verdana" panose="020B0604030504040204" pitchFamily="34" charset="0"/>
                <a:ea typeface="Aptos" panose="020B0004020202020204" pitchFamily="34" charset="0"/>
                <a:cs typeface="Times New Roman" panose="02020603050405020304" pitchFamily="18" charset="0"/>
              </a:rPr>
              <a:t>(Color color).</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panel.setBackground</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Color.BLUE</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Color de Primer Plano (</a:t>
            </a:r>
            <a:r>
              <a:rPr lang="es-ES" sz="1100" b="1" kern="100" err="1">
                <a:effectLst/>
                <a:latin typeface="Verdana" panose="020B0604030504040204" pitchFamily="34" charset="0"/>
                <a:ea typeface="Aptos" panose="020B0004020202020204" pitchFamily="34" charset="0"/>
                <a:cs typeface="Times New Roman" panose="02020603050405020304" pitchFamily="18" charset="0"/>
              </a:rPr>
              <a:t>foreground</a:t>
            </a:r>
            <a:r>
              <a:rPr lang="es-ES" sz="1100" b="1"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Define el color del texto o contenido en primer plano del componente.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ajusta utilizando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setForeground</a:t>
            </a:r>
            <a:r>
              <a:rPr lang="es-ES" sz="1100" kern="100">
                <a:effectLst/>
                <a:latin typeface="Verdana" panose="020B0604030504040204" pitchFamily="34" charset="0"/>
                <a:ea typeface="Aptos" panose="020B0004020202020204" pitchFamily="34" charset="0"/>
                <a:cs typeface="Times New Roman" panose="02020603050405020304" pitchFamily="18" charset="0"/>
              </a:rPr>
              <a:t>(Color color).</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label.setForeground</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Color.RED</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4049412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AFB81-F98E-7A28-4AA7-81CBD15CBF1D}"/>
              </a:ext>
            </a:extLst>
          </p:cNvPr>
          <p:cNvSpPr>
            <a:spLocks noGrp="1"/>
          </p:cNvSpPr>
          <p:nvPr>
            <p:ph type="title"/>
          </p:nvPr>
        </p:nvSpPr>
        <p:spPr>
          <a:xfrm>
            <a:off x="838200" y="107951"/>
            <a:ext cx="10515600" cy="406400"/>
          </a:xfrm>
        </p:spPr>
        <p:txBody>
          <a:bodyPr>
            <a:normAutofit/>
          </a:bodyPr>
          <a:lstStyle/>
          <a:p>
            <a:r>
              <a:rPr lang="es-ES" sz="2000" b="1">
                <a:effectLst/>
                <a:latin typeface="Verdana" panose="020B0604030504040204" pitchFamily="34" charset="0"/>
                <a:ea typeface="Aptos" panose="020B0004020202020204" pitchFamily="34" charset="0"/>
                <a:cs typeface="Times New Roman" panose="02020603050405020304" pitchFamily="18" charset="0"/>
              </a:rPr>
              <a:t>Propiedades de los Componentes: Modificación de Propiedades</a:t>
            </a:r>
            <a:endParaRPr lang="es-ES" sz="2000"/>
          </a:p>
        </p:txBody>
      </p:sp>
      <p:sp>
        <p:nvSpPr>
          <p:cNvPr id="3" name="Marcador de contenido 2">
            <a:extLst>
              <a:ext uri="{FF2B5EF4-FFF2-40B4-BE49-F238E27FC236}">
                <a16:creationId xmlns:a16="http://schemas.microsoft.com/office/drawing/2014/main" id="{573EBCF4-C17C-E1F2-1FAA-385B9C573408}"/>
              </a:ext>
            </a:extLst>
          </p:cNvPr>
          <p:cNvSpPr>
            <a:spLocks noGrp="1"/>
          </p:cNvSpPr>
          <p:nvPr>
            <p:ph idx="1"/>
          </p:nvPr>
        </p:nvSpPr>
        <p:spPr>
          <a:xfrm>
            <a:off x="180975" y="514351"/>
            <a:ext cx="11801475" cy="6235698"/>
          </a:xfrm>
        </p:spPr>
        <p:txBody>
          <a:bodyPr>
            <a:normAutofit/>
          </a:bodyPr>
          <a:lstStyle/>
          <a:p>
            <a:pPr marL="342900" lvl="0" indent="-342900" algn="just">
              <a:lnSpc>
                <a:spcPct val="115000"/>
              </a:lnSpc>
              <a:spcAft>
                <a:spcPts val="600"/>
              </a:spcAft>
              <a:buSzPts val="1000"/>
              <a:buFont typeface="Symbol" panose="05050102010706020507" pitchFamily="18" charset="2"/>
              <a:buChar char=""/>
              <a:tabLst>
                <a:tab pos="4572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Fuente (</a:t>
            </a:r>
            <a:r>
              <a:rPr lang="es-ES" sz="1600" b="1" kern="100" err="1">
                <a:effectLst/>
                <a:latin typeface="Verdana" panose="020B0604030504040204" pitchFamily="34" charset="0"/>
                <a:ea typeface="Aptos" panose="020B0004020202020204" pitchFamily="34" charset="0"/>
                <a:cs typeface="Times New Roman" panose="02020603050405020304" pitchFamily="18" charset="0"/>
              </a:rPr>
              <a:t>font</a:t>
            </a:r>
            <a:r>
              <a:rPr lang="es-ES" sz="1600" b="1" kern="100">
                <a:effectLst/>
                <a:latin typeface="Verdana" panose="020B0604030504040204" pitchFamily="34" charset="0"/>
                <a:ea typeface="Aptos" panose="020B0004020202020204" pitchFamily="34" charset="0"/>
                <a:cs typeface="Times New Roman" panose="02020603050405020304" pitchFamily="18" charset="0"/>
              </a:rPr>
              <a:t>)</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Especifica la fuente del texto que se muestra en el componente, incluyendo el tipo de letra, tamaño y estilo (negrita, cursiva).</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Se modifica con el método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setFont</a:t>
            </a:r>
            <a:r>
              <a:rPr lang="es-ES" sz="1600" kern="100">
                <a:effectLst/>
                <a:latin typeface="Verdana" panose="020B0604030504040204" pitchFamily="34" charset="0"/>
                <a:ea typeface="Aptos" panose="020B0004020202020204" pitchFamily="34" charset="0"/>
                <a:cs typeface="Times New Roman" panose="02020603050405020304" pitchFamily="18" charset="0"/>
              </a:rPr>
              <a:t>(Font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font</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Font </a:t>
            </a:r>
            <a:r>
              <a:rPr lang="en-GB"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font</a:t>
            </a: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Font("Arial", </a:t>
            </a:r>
            <a:r>
              <a:rPr lang="en-GB"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Font.BOLD</a:t>
            </a: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14);</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label.setFont</a:t>
            </a:r>
            <a:r>
              <a:rPr lang="es-ES"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font</a:t>
            </a:r>
            <a:r>
              <a:rPr lang="es-ES"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Habilitado (</a:t>
            </a:r>
            <a:r>
              <a:rPr lang="es-ES" sz="1600" b="1" kern="100" err="1">
                <a:effectLst/>
                <a:latin typeface="Verdana" panose="020B0604030504040204" pitchFamily="34" charset="0"/>
                <a:ea typeface="Aptos" panose="020B0004020202020204" pitchFamily="34" charset="0"/>
                <a:cs typeface="Times New Roman" panose="02020603050405020304" pitchFamily="18" charset="0"/>
              </a:rPr>
              <a:t>enabled</a:t>
            </a:r>
            <a:r>
              <a:rPr lang="es-ES" sz="1600" b="1" kern="100">
                <a:effectLst/>
                <a:latin typeface="Verdana" panose="020B0604030504040204" pitchFamily="34" charset="0"/>
                <a:ea typeface="Aptos" panose="020B0004020202020204" pitchFamily="34" charset="0"/>
                <a:cs typeface="Times New Roman" panose="02020603050405020304" pitchFamily="18" charset="0"/>
              </a:rPr>
              <a:t>)</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Determina si el componente está habilitado o deshabilitado para la interacción del usuario.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Se puede activar o desactivar con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setEnabled</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boolean</a:t>
            </a:r>
            <a:r>
              <a:rPr lang="es-ES" sz="1600" kern="100">
                <a:effectLst/>
                <a:latin typeface="Verdana" panose="020B0604030504040204" pitchFamily="34" charset="0"/>
                <a:ea typeface="Aptos" panose="020B0004020202020204" pitchFamily="34" charset="0"/>
                <a:cs typeface="Times New Roman" panose="02020603050405020304" pitchFamily="18" charset="0"/>
              </a:rPr>
              <a:t>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enabled</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button.setEnabled</a:t>
            </a:r>
            <a:r>
              <a:rPr lang="es-ES"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(false);  // El botón estará deshabilitado</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977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AFB81-F98E-7A28-4AA7-81CBD15CBF1D}"/>
              </a:ext>
            </a:extLst>
          </p:cNvPr>
          <p:cNvSpPr>
            <a:spLocks noGrp="1"/>
          </p:cNvSpPr>
          <p:nvPr>
            <p:ph type="title"/>
          </p:nvPr>
        </p:nvSpPr>
        <p:spPr>
          <a:xfrm>
            <a:off x="838200" y="107951"/>
            <a:ext cx="10515600" cy="406400"/>
          </a:xfrm>
        </p:spPr>
        <p:txBody>
          <a:bodyPr>
            <a:normAutofit/>
          </a:bodyPr>
          <a:lstStyle/>
          <a:p>
            <a:r>
              <a:rPr lang="es-ES" sz="2000" b="1">
                <a:effectLst/>
                <a:latin typeface="Verdana" panose="020B0604030504040204" pitchFamily="34" charset="0"/>
                <a:ea typeface="Aptos" panose="020B0004020202020204" pitchFamily="34" charset="0"/>
                <a:cs typeface="Times New Roman" panose="02020603050405020304" pitchFamily="18" charset="0"/>
              </a:rPr>
              <a:t>Propiedades de los Componentes: Modificación de Propiedades</a:t>
            </a:r>
            <a:endParaRPr lang="es-ES" sz="2000"/>
          </a:p>
        </p:txBody>
      </p:sp>
      <p:sp>
        <p:nvSpPr>
          <p:cNvPr id="3" name="Marcador de contenido 2">
            <a:extLst>
              <a:ext uri="{FF2B5EF4-FFF2-40B4-BE49-F238E27FC236}">
                <a16:creationId xmlns:a16="http://schemas.microsoft.com/office/drawing/2014/main" id="{573EBCF4-C17C-E1F2-1FAA-385B9C573408}"/>
              </a:ext>
            </a:extLst>
          </p:cNvPr>
          <p:cNvSpPr>
            <a:spLocks noGrp="1"/>
          </p:cNvSpPr>
          <p:nvPr>
            <p:ph idx="1"/>
          </p:nvPr>
        </p:nvSpPr>
        <p:spPr>
          <a:xfrm>
            <a:off x="180975" y="514351"/>
            <a:ext cx="11801475" cy="6235698"/>
          </a:xfrm>
        </p:spPr>
        <p:txBody>
          <a:bodyPr>
            <a:normAutofit/>
          </a:bodyPr>
          <a:lstStyle/>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Visible (visible)</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800" kern="100">
                <a:effectLst/>
                <a:latin typeface="Verdana" panose="020B0604030504040204" pitchFamily="34" charset="0"/>
                <a:ea typeface="Aptos" panose="020B0004020202020204" pitchFamily="34" charset="0"/>
                <a:cs typeface="Times New Roman" panose="02020603050405020304" pitchFamily="18" charset="0"/>
              </a:rPr>
              <a:t>: Controla si el componente es visible en la interfaz de usuario.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800" kern="100">
                <a:effectLst/>
                <a:latin typeface="Verdana" panose="020B0604030504040204" pitchFamily="34" charset="0"/>
                <a:ea typeface="Aptos" panose="020B0004020202020204" pitchFamily="34" charset="0"/>
                <a:cs typeface="Times New Roman" panose="02020603050405020304" pitchFamily="18" charset="0"/>
              </a:rPr>
              <a:t>: Se establece mediante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setVisible</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boolean</a:t>
            </a:r>
            <a:r>
              <a:rPr lang="es-ES" sz="1800" kern="100">
                <a:effectLst/>
                <a:latin typeface="Verdana" panose="020B0604030504040204" pitchFamily="34" charset="0"/>
                <a:ea typeface="Aptos" panose="020B0004020202020204" pitchFamily="34" charset="0"/>
                <a:cs typeface="Times New Roman" panose="02020603050405020304" pitchFamily="18" charset="0"/>
              </a:rPr>
              <a:t> visible).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label.setVisible</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(false);  // El componente será invisible</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Tamaño (</a:t>
            </a:r>
            <a:r>
              <a:rPr lang="es-ES" sz="1800" b="1" kern="100" err="1">
                <a:effectLst/>
                <a:latin typeface="Verdana" panose="020B0604030504040204" pitchFamily="34" charset="0"/>
                <a:ea typeface="Aptos" panose="020B0004020202020204" pitchFamily="34" charset="0"/>
                <a:cs typeface="Times New Roman" panose="02020603050405020304" pitchFamily="18" charset="0"/>
              </a:rPr>
              <a:t>size</a:t>
            </a:r>
            <a:r>
              <a:rPr lang="es-ES" sz="1800" b="1" kern="100">
                <a:effectLst/>
                <a:latin typeface="Verdana" panose="020B0604030504040204" pitchFamily="34" charset="0"/>
                <a:ea typeface="Aptos" panose="020B0004020202020204" pitchFamily="34" charset="0"/>
                <a:cs typeface="Times New Roman" panose="02020603050405020304" pitchFamily="18" charset="0"/>
              </a:rPr>
              <a:t>)</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800" kern="100">
                <a:effectLst/>
                <a:latin typeface="Verdana" panose="020B0604030504040204" pitchFamily="34" charset="0"/>
                <a:ea typeface="Aptos" panose="020B0004020202020204" pitchFamily="34" charset="0"/>
                <a:cs typeface="Times New Roman" panose="02020603050405020304" pitchFamily="18" charset="0"/>
              </a:rPr>
              <a:t>: Define el tamaño del componente en la interfaz.</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800" kern="100">
                <a:effectLst/>
                <a:latin typeface="Verdana" panose="020B0604030504040204" pitchFamily="34" charset="0"/>
                <a:ea typeface="Aptos" panose="020B0004020202020204" pitchFamily="34" charset="0"/>
                <a:cs typeface="Times New Roman" panose="02020603050405020304" pitchFamily="18" charset="0"/>
              </a:rPr>
              <a:t>: Se puede ajustar con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setSize</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int</a:t>
            </a:r>
            <a:r>
              <a:rPr lang="es-ES" sz="1800" kern="100">
                <a:effectLst/>
                <a:latin typeface="Verdana" panose="020B0604030504040204" pitchFamily="34" charset="0"/>
                <a:ea typeface="Aptos" panose="020B0004020202020204" pitchFamily="34" charset="0"/>
                <a:cs typeface="Times New Roman" panose="02020603050405020304" pitchFamily="18" charset="0"/>
              </a:rPr>
              <a:t>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width</a:t>
            </a:r>
            <a:r>
              <a:rPr lang="es-ES" sz="1800" kern="100">
                <a:effectLst/>
                <a:latin typeface="Verdana" panose="020B0604030504040204" pitchFamily="34" charset="0"/>
                <a:ea typeface="Aptos" panose="020B0004020202020204" pitchFamily="34" charset="0"/>
                <a:cs typeface="Times New Roman" panose="02020603050405020304" pitchFamily="18" charset="0"/>
              </a:rPr>
              <a:t>,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int</a:t>
            </a:r>
            <a:r>
              <a:rPr lang="es-ES" sz="1800" kern="100">
                <a:effectLst/>
                <a:latin typeface="Verdana" panose="020B0604030504040204" pitchFamily="34" charset="0"/>
                <a:ea typeface="Aptos" panose="020B0004020202020204" pitchFamily="34" charset="0"/>
                <a:cs typeface="Times New Roman" panose="02020603050405020304" pitchFamily="18" charset="0"/>
              </a:rPr>
              <a:t>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height</a:t>
            </a:r>
            <a:r>
              <a:rPr lang="es-ES" sz="1800" kern="100">
                <a:effectLst/>
                <a:latin typeface="Verdana" panose="020B0604030504040204" pitchFamily="34" charset="0"/>
                <a:ea typeface="Aptos" panose="020B0004020202020204" pitchFamily="34" charset="0"/>
                <a:cs typeface="Times New Roman" panose="02020603050405020304" pitchFamily="18" charset="0"/>
              </a:rPr>
              <a:t>) o más comúnmente con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setPreferredSize</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Dimension</a:t>
            </a:r>
            <a:r>
              <a:rPr lang="es-ES" sz="1800" kern="100">
                <a:effectLst/>
                <a:latin typeface="Verdana" panose="020B0604030504040204" pitchFamily="34" charset="0"/>
                <a:ea typeface="Aptos" panose="020B0004020202020204" pitchFamily="34" charset="0"/>
                <a:cs typeface="Times New Roman" panose="02020603050405020304" pitchFamily="18" charset="0"/>
              </a:rPr>
              <a:t>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size</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button.setPreferredSize</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Dimension</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(150, 50));</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sz="5400"/>
          </a:p>
        </p:txBody>
      </p:sp>
    </p:spTree>
    <p:extLst>
      <p:ext uri="{BB962C8B-B14F-4D97-AF65-F5344CB8AC3E}">
        <p14:creationId xmlns:p14="http://schemas.microsoft.com/office/powerpoint/2010/main" val="2647326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A3820C-3321-FF2B-9D4A-BE3C9EEE8A76}"/>
              </a:ext>
            </a:extLst>
          </p:cNvPr>
          <p:cNvSpPr>
            <a:spLocks noGrp="1"/>
          </p:cNvSpPr>
          <p:nvPr>
            <p:ph type="title"/>
          </p:nvPr>
        </p:nvSpPr>
        <p:spPr>
          <a:xfrm>
            <a:off x="838200" y="365126"/>
            <a:ext cx="10515600" cy="520700"/>
          </a:xfrm>
        </p:spPr>
        <p:txBody>
          <a:bodyPr>
            <a:normAutofit fontScale="90000"/>
          </a:bodyPr>
          <a:lstStyle/>
          <a:p>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Modificación de Propiedades en Tiempo de Ejecución</a:t>
            </a:r>
            <a:br>
              <a:rPr lang="es-ES" sz="1800" kern="100">
                <a:effectLst/>
                <a:highlight>
                  <a:srgbClr val="B3E5A1"/>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958A66C9-569F-60A5-02DC-143E4B260355}"/>
              </a:ext>
            </a:extLst>
          </p:cNvPr>
          <p:cNvSpPr>
            <a:spLocks noGrp="1"/>
          </p:cNvSpPr>
          <p:nvPr>
            <p:ph idx="1"/>
          </p:nvPr>
        </p:nvSpPr>
        <p:spPr>
          <a:xfrm>
            <a:off x="295275" y="695325"/>
            <a:ext cx="11677650" cy="6038850"/>
          </a:xfrm>
        </p:spPr>
        <p:txBody>
          <a:bodyPr>
            <a:normAutofit fontScale="85000" lnSpcReduction="20000"/>
          </a:bodyPr>
          <a:lstStyle/>
          <a:p>
            <a:pPr marL="342900" lvl="0" indent="-342900" algn="just">
              <a:lnSpc>
                <a:spcPct val="115000"/>
              </a:lnSpc>
              <a:spcAft>
                <a:spcPts val="600"/>
              </a:spcAft>
              <a:buSzPts val="1000"/>
              <a:buFont typeface="Symbol" panose="05050102010706020507" pitchFamily="18" charset="2"/>
              <a:buChar char=""/>
              <a:tabLst>
                <a:tab pos="67818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Cambiar el Texto de un Botón al Ser Presionado</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button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 Me");</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 -&gt;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button.setText</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("Clicked!"));</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67818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Cambiar el Color de Fondo de un Panel Basado en una Acción</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("Change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panel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colorButton.addActionListener</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 -&gt;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panel.setBackground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Color.GREEN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67818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Deshabilitar un Campo de Texto Después de Ingresar Datos</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(20);</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submitButton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("Submit");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submitButton.addActionListener</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 -&gt; {</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textField.setEnabled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(false);</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submitButton.setEnabled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(false);</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243101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0DA92B-CDB1-9B2D-115A-D7192F12F44F}"/>
              </a:ext>
            </a:extLst>
          </p:cNvPr>
          <p:cNvSpPr>
            <a:spLocks noGrp="1"/>
          </p:cNvSpPr>
          <p:nvPr>
            <p:ph type="title"/>
          </p:nvPr>
        </p:nvSpPr>
        <p:spPr>
          <a:xfrm>
            <a:off x="838200" y="-101600"/>
            <a:ext cx="10515600" cy="1325563"/>
          </a:xfrm>
        </p:spPr>
        <p:txBody>
          <a:bodyPr/>
          <a:lstStyle/>
          <a:p>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Personalización Avanzada de Componentes</a:t>
            </a:r>
            <a:br>
              <a:rPr lang="es-ES" sz="1800" kern="100">
                <a:effectLst/>
                <a:highlight>
                  <a:srgbClr val="B3E5A1"/>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A244C26B-2518-31BE-0348-BDD0CB2CF544}"/>
              </a:ext>
            </a:extLst>
          </p:cNvPr>
          <p:cNvSpPr>
            <a:spLocks noGrp="1"/>
          </p:cNvSpPr>
          <p:nvPr>
            <p:ph idx="1"/>
          </p:nvPr>
        </p:nvSpPr>
        <p:spPr>
          <a:xfrm>
            <a:off x="285751" y="495300"/>
            <a:ext cx="11601450" cy="6134099"/>
          </a:xfrm>
        </p:spPr>
        <p:txBody>
          <a:bodyPr>
            <a:normAutofit lnSpcReduction="10000"/>
          </a:bodyPr>
          <a:lstStyle/>
          <a:p>
            <a:pPr algn="just">
              <a:lnSpc>
                <a:spcPct val="115000"/>
              </a:lnSpc>
              <a:spcAft>
                <a:spcPts val="600"/>
              </a:spcAft>
            </a:pPr>
            <a:r>
              <a:rPr lang="es-ES" sz="1100" kern="100">
                <a:effectLst/>
                <a:latin typeface="Verdana" panose="020B0604030504040204" pitchFamily="34" charset="0"/>
                <a:ea typeface="Aptos" panose="020B0004020202020204" pitchFamily="34" charset="0"/>
                <a:cs typeface="Times New Roman" panose="02020603050405020304" pitchFamily="18" charset="0"/>
              </a:rPr>
              <a:t>Además de las propiedades básicas, los componentes pueden ser personalizados de manera más avanzada para ajustar completamente la interfaz a las necesidades específicas: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Bordes (</a:t>
            </a:r>
            <a:r>
              <a:rPr lang="es-ES" sz="1100" b="1" kern="100" err="1">
                <a:effectLst/>
                <a:latin typeface="Verdana" panose="020B0604030504040204" pitchFamily="34" charset="0"/>
                <a:ea typeface="Aptos" panose="020B0004020202020204" pitchFamily="34" charset="0"/>
                <a:cs typeface="Times New Roman" panose="02020603050405020304" pitchFamily="18" charset="0"/>
              </a:rPr>
              <a:t>border</a:t>
            </a:r>
            <a:r>
              <a:rPr lang="es-ES" sz="1100" b="1"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Los componentes como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JPanel</a:t>
            </a:r>
            <a:r>
              <a:rPr lang="es-ES" sz="1100" kern="100">
                <a:effectLst/>
                <a:latin typeface="Verdana" panose="020B0604030504040204" pitchFamily="34" charset="0"/>
                <a:ea typeface="Aptos" panose="020B0004020202020204" pitchFamily="34" charset="0"/>
                <a:cs typeface="Times New Roman" panose="02020603050405020304" pitchFamily="18" charset="0"/>
              </a:rPr>
              <a:t> y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JLabel</a:t>
            </a:r>
            <a:r>
              <a:rPr lang="es-ES" sz="1100" kern="100">
                <a:effectLst/>
                <a:latin typeface="Verdana" panose="020B0604030504040204" pitchFamily="34" charset="0"/>
                <a:ea typeface="Aptos" panose="020B0004020202020204" pitchFamily="34" charset="0"/>
                <a:cs typeface="Times New Roman" panose="02020603050405020304" pitchFamily="18" charset="0"/>
              </a:rPr>
              <a:t> pueden tener bordes personalizados para mejorar la apariencia visual.</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ajusta utilizando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setBorder</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Border</a:t>
            </a: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border</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panel.setBorder</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BorderFactory.createLineBorder</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Color.BLACK</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2));</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100" b="1" kern="100" err="1">
                <a:effectLst/>
                <a:latin typeface="Verdana" panose="020B0604030504040204" pitchFamily="34" charset="0"/>
                <a:ea typeface="Aptos" panose="020B0004020202020204" pitchFamily="34" charset="0"/>
                <a:cs typeface="Times New Roman" panose="02020603050405020304" pitchFamily="18" charset="0"/>
              </a:rPr>
              <a:t>Tooltips</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Los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tooltips</a:t>
            </a:r>
            <a:r>
              <a:rPr lang="es-ES" sz="1100" kern="100">
                <a:effectLst/>
                <a:latin typeface="Verdana" panose="020B0604030504040204" pitchFamily="34" charset="0"/>
                <a:ea typeface="Aptos" panose="020B0004020202020204" pitchFamily="34" charset="0"/>
                <a:cs typeface="Times New Roman" panose="02020603050405020304" pitchFamily="18" charset="0"/>
              </a:rPr>
              <a:t> proporcionan información adicional cuando el usuario pasa el cursor sobre un componente.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añade un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tooltip</a:t>
            </a:r>
            <a:r>
              <a:rPr lang="es-ES" sz="1100" kern="100">
                <a:effectLst/>
                <a:latin typeface="Verdana" panose="020B0604030504040204" pitchFamily="34" charset="0"/>
                <a:ea typeface="Aptos" panose="020B0004020202020204" pitchFamily="34" charset="0"/>
                <a:cs typeface="Times New Roman" panose="02020603050405020304" pitchFamily="18" charset="0"/>
              </a:rPr>
              <a:t> con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setToolTipText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String</a:t>
            </a: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text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button.setToolTipText</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 to submit your data");</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Iconos en Botones (</a:t>
            </a:r>
            <a:r>
              <a:rPr lang="es-ES" sz="1100" b="1" kern="100" err="1">
                <a:effectLst/>
                <a:latin typeface="Verdana" panose="020B0604030504040204" pitchFamily="34" charset="0"/>
                <a:ea typeface="Aptos" panose="020B0004020202020204" pitchFamily="34" charset="0"/>
                <a:cs typeface="Times New Roman" panose="02020603050405020304" pitchFamily="18" charset="0"/>
              </a:rPr>
              <a:t>icon</a:t>
            </a:r>
            <a:r>
              <a:rPr lang="es-ES" sz="1100" b="1"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Los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JButton</a:t>
            </a:r>
            <a:r>
              <a:rPr lang="es-ES" sz="1100" kern="100">
                <a:effectLst/>
                <a:latin typeface="Verdana" panose="020B0604030504040204" pitchFamily="34" charset="0"/>
                <a:ea typeface="Aptos" panose="020B0004020202020204" pitchFamily="34" charset="0"/>
                <a:cs typeface="Times New Roman" panose="02020603050405020304" pitchFamily="18" charset="0"/>
              </a:rPr>
              <a:t> pueden mostrar íconos en lugar de, o junto con, texto.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Modificación</a:t>
            </a:r>
            <a:r>
              <a:rPr lang="es-ES" sz="1100" kern="100">
                <a:effectLst/>
                <a:latin typeface="Verdana" panose="020B0604030504040204" pitchFamily="34" charset="0"/>
                <a:ea typeface="Aptos" panose="020B0004020202020204" pitchFamily="34" charset="0"/>
                <a:cs typeface="Times New Roman" panose="02020603050405020304" pitchFamily="18" charset="0"/>
              </a:rPr>
              <a:t>: Se agrega un ícono utilizando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setIcon</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Icon</a:t>
            </a: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icon</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100" kern="100">
                <a:effectLst/>
                <a:latin typeface="Verdana" panose="020B0604030504040204" pitchFamily="34" charset="0"/>
                <a:ea typeface="Aptos" panose="020B0004020202020204" pitchFamily="34" charset="0"/>
                <a:cs typeface="Times New Roman" panose="02020603050405020304" pitchFamily="18" charset="0"/>
              </a:rPr>
              <a:t>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ImageIcon</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icon = new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ImageIcon</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("path/to/icon.png");</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button.setIcon</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icon</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2938394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EB1433-BF03-F158-7D68-46CE3166D397}"/>
              </a:ext>
            </a:extLst>
          </p:cNvPr>
          <p:cNvSpPr>
            <a:spLocks noGrp="1"/>
          </p:cNvSpPr>
          <p:nvPr>
            <p:ph type="title"/>
          </p:nvPr>
        </p:nvSpPr>
        <p:spPr>
          <a:xfrm>
            <a:off x="838200" y="365126"/>
            <a:ext cx="10515600" cy="315912"/>
          </a:xfrm>
        </p:spPr>
        <p:txBody>
          <a:bodyPr>
            <a:normAutofit fontScale="90000"/>
          </a:bodyPr>
          <a:lstStyle/>
          <a:p>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Añadir y Eliminar Componentes en la Interfaz</a:t>
            </a:r>
            <a:br>
              <a:rPr lang="es-ES" sz="1800" kern="100">
                <a:effectLst/>
                <a:highlight>
                  <a:srgbClr val="B3E5A1"/>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2F095A16-FB34-6D60-DD7C-673EBA36C74D}"/>
              </a:ext>
            </a:extLst>
          </p:cNvPr>
          <p:cNvSpPr>
            <a:spLocks noGrp="1"/>
          </p:cNvSpPr>
          <p:nvPr>
            <p:ph idx="1"/>
          </p:nvPr>
        </p:nvSpPr>
        <p:spPr>
          <a:xfrm>
            <a:off x="485775" y="681038"/>
            <a:ext cx="10868025" cy="5495925"/>
          </a:xfrm>
        </p:spPr>
        <p:txBody>
          <a:bodyPr>
            <a:normAutofit fontScale="85000" lnSpcReduction="10000"/>
          </a:bodyPr>
          <a:lstStyle/>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Crear el Componente</a:t>
            </a:r>
            <a:r>
              <a:rPr lang="es-ES" sz="1800" kern="100">
                <a:effectLst/>
                <a:latin typeface="Verdana" panose="020B0604030504040204" pitchFamily="34" charset="0"/>
                <a:ea typeface="Aptos" panose="020B0004020202020204" pitchFamily="34" charset="0"/>
                <a:cs typeface="Times New Roman" panose="02020603050405020304" pitchFamily="18" charset="0"/>
              </a:rPr>
              <a:t>: Primero, se debe instanciar el componente que se quiere añadir, como un botón, etiqueta, cuadro de texto, etc.</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("Nuevo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Botón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Configurar el Componente:</a:t>
            </a:r>
            <a:r>
              <a:rPr lang="es-ES" sz="1800" kern="100">
                <a:effectLst/>
                <a:latin typeface="Verdana" panose="020B0604030504040204" pitchFamily="34" charset="0"/>
                <a:ea typeface="Aptos" panose="020B0004020202020204" pitchFamily="34" charset="0"/>
                <a:cs typeface="Times New Roman" panose="02020603050405020304" pitchFamily="18" charset="0"/>
              </a:rPr>
              <a:t> Se pueden establecer propiedades como el texto, tamaño, color, y añadir eventos si es necesario.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newButton.setSize</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(100, 50);</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newButton.addActionListener</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 -&gt;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Botón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presionado</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Añadir el Componente al Contenedor</a:t>
            </a:r>
            <a:r>
              <a:rPr lang="es-ES" sz="1800" kern="100">
                <a:effectLst/>
                <a:latin typeface="Verdana" panose="020B0604030504040204" pitchFamily="34" charset="0"/>
                <a:ea typeface="Aptos" panose="020B0004020202020204" pitchFamily="34" charset="0"/>
                <a:cs typeface="Times New Roman" panose="02020603050405020304" pitchFamily="18" charset="0"/>
              </a:rPr>
              <a:t>: El componente se añade a un contenedor como un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JPanel</a:t>
            </a:r>
            <a:r>
              <a:rPr lang="es-ES" sz="1800" kern="100">
                <a:effectLst/>
                <a:latin typeface="Verdana" panose="020B0604030504040204" pitchFamily="34" charset="0"/>
                <a:ea typeface="Aptos" panose="020B0004020202020204" pitchFamily="34" charset="0"/>
                <a:cs typeface="Times New Roman" panose="02020603050405020304" pitchFamily="18" charset="0"/>
              </a:rPr>
              <a:t> o directamente a un JFrame. Este paso implica utilizar el método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add</a:t>
            </a:r>
            <a:r>
              <a:rPr lang="es-ES" sz="1800" kern="100">
                <a:effectLst/>
                <a:latin typeface="Verdana" panose="020B0604030504040204" pitchFamily="34" charset="0"/>
                <a:ea typeface="Aptos" panose="020B0004020202020204" pitchFamily="34" charset="0"/>
                <a:cs typeface="Times New Roman" panose="02020603050405020304" pitchFamily="18" charset="0"/>
              </a:rPr>
              <a:t>() del contenedor.</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panel.add</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newButton</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Actualizar la Interfaz</a:t>
            </a:r>
            <a:r>
              <a:rPr lang="es-ES" sz="1800" kern="100">
                <a:effectLst/>
                <a:latin typeface="Verdana" panose="020B0604030504040204" pitchFamily="34" charset="0"/>
                <a:ea typeface="Aptos" panose="020B0004020202020204" pitchFamily="34" charset="0"/>
                <a:cs typeface="Times New Roman" panose="02020603050405020304" pitchFamily="18" charset="0"/>
              </a:rPr>
              <a:t>: Después de añadir el componente, es importante llamar al método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revalidate</a:t>
            </a:r>
            <a:r>
              <a:rPr lang="es-ES" sz="1800" kern="100">
                <a:effectLst/>
                <a:latin typeface="Verdana" panose="020B0604030504040204" pitchFamily="34" charset="0"/>
                <a:ea typeface="Aptos" panose="020B0004020202020204" pitchFamily="34" charset="0"/>
                <a:cs typeface="Times New Roman" panose="02020603050405020304" pitchFamily="18" charset="0"/>
              </a:rPr>
              <a:t>() y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repaint</a:t>
            </a:r>
            <a:r>
              <a:rPr lang="es-ES" sz="1800" kern="100">
                <a:effectLst/>
                <a:latin typeface="Verdana" panose="020B0604030504040204" pitchFamily="34" charset="0"/>
                <a:ea typeface="Aptos" panose="020B0004020202020204" pitchFamily="34" charset="0"/>
                <a:cs typeface="Times New Roman" panose="02020603050405020304" pitchFamily="18" charset="0"/>
              </a:rPr>
              <a:t>() en el contenedor para que la interfaz se actualice y muestre el nuevo componente correctamente.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panel.revalidate</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panel.repaint</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1031030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0E6EC-64DB-178F-6CEC-130644797AFE}"/>
              </a:ext>
            </a:extLst>
          </p:cNvPr>
          <p:cNvSpPr>
            <a:spLocks noGrp="1"/>
          </p:cNvSpPr>
          <p:nvPr>
            <p:ph type="title"/>
          </p:nvPr>
        </p:nvSpPr>
        <p:spPr>
          <a:xfrm>
            <a:off x="838200" y="184150"/>
            <a:ext cx="10515600" cy="415925"/>
          </a:xfrm>
        </p:spPr>
        <p:txBody>
          <a:bodyPr>
            <a:normAutofit fontScale="90000"/>
          </a:bodyPr>
          <a:lstStyle/>
          <a:p>
            <a:r>
              <a:rPr lang="es-ES" sz="24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Añadir y Eliminar Componentes en la Interfaz</a:t>
            </a:r>
            <a:endParaRPr lang="es-ES" sz="2400"/>
          </a:p>
        </p:txBody>
      </p:sp>
      <p:sp>
        <p:nvSpPr>
          <p:cNvPr id="3" name="Marcador de contenido 2">
            <a:extLst>
              <a:ext uri="{FF2B5EF4-FFF2-40B4-BE49-F238E27FC236}">
                <a16:creationId xmlns:a16="http://schemas.microsoft.com/office/drawing/2014/main" id="{A9759394-C753-5733-3847-FBF97DA2BCA0}"/>
              </a:ext>
            </a:extLst>
          </p:cNvPr>
          <p:cNvSpPr>
            <a:spLocks noGrp="1"/>
          </p:cNvSpPr>
          <p:nvPr>
            <p:ph idx="1"/>
          </p:nvPr>
        </p:nvSpPr>
        <p:spPr>
          <a:xfrm>
            <a:off x="495300" y="847725"/>
            <a:ext cx="10858500" cy="5329238"/>
          </a:xfrm>
        </p:spPr>
        <p:txBody>
          <a:bodyPr>
            <a:normAutofit fontScale="92500" lnSpcReduction="10000"/>
          </a:bodyPr>
          <a:lstStyle/>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Identificar y Eliminar el Componente</a:t>
            </a:r>
            <a:r>
              <a:rPr lang="es-ES" sz="1800" kern="100">
                <a:effectLst/>
                <a:latin typeface="Verdana" panose="020B0604030504040204" pitchFamily="34" charset="0"/>
                <a:ea typeface="Aptos" panose="020B0004020202020204" pitchFamily="34" charset="0"/>
                <a:cs typeface="Times New Roman" panose="02020603050405020304" pitchFamily="18" charset="0"/>
              </a:rPr>
              <a:t>: Se utiliza el método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remove</a:t>
            </a:r>
            <a:r>
              <a:rPr lang="es-ES" sz="1800" kern="100">
                <a:effectLst/>
                <a:latin typeface="Verdana" panose="020B0604030504040204" pitchFamily="34" charset="0"/>
                <a:ea typeface="Aptos" panose="020B0004020202020204" pitchFamily="34" charset="0"/>
                <a:cs typeface="Times New Roman" panose="02020603050405020304" pitchFamily="18" charset="0"/>
              </a:rPr>
              <a:t>() del contenedor para eliminar un componente específico.</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panel.remove</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newButton</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Actualizar la Interfaz</a:t>
            </a:r>
            <a:r>
              <a:rPr lang="es-ES" sz="1800" kern="100">
                <a:effectLst/>
                <a:latin typeface="Verdana" panose="020B0604030504040204" pitchFamily="34" charset="0"/>
                <a:ea typeface="Aptos" panose="020B0004020202020204" pitchFamily="34" charset="0"/>
                <a:cs typeface="Times New Roman" panose="02020603050405020304" pitchFamily="18" charset="0"/>
              </a:rPr>
              <a:t>: Después de eliminar el componente, también se debe llamar a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revalidate</a:t>
            </a:r>
            <a:r>
              <a:rPr lang="es-ES" sz="1800" kern="100">
                <a:effectLst/>
                <a:latin typeface="Verdana" panose="020B0604030504040204" pitchFamily="34" charset="0"/>
                <a:ea typeface="Aptos" panose="020B0004020202020204" pitchFamily="34" charset="0"/>
                <a:cs typeface="Times New Roman" panose="02020603050405020304" pitchFamily="18" charset="0"/>
              </a:rPr>
              <a:t>() y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repaint</a:t>
            </a:r>
            <a:r>
              <a:rPr lang="es-ES" sz="1800" kern="100">
                <a:effectLst/>
                <a:latin typeface="Verdana" panose="020B0604030504040204" pitchFamily="34" charset="0"/>
                <a:ea typeface="Aptos" panose="020B0004020202020204" pitchFamily="34" charset="0"/>
                <a:cs typeface="Times New Roman" panose="02020603050405020304" pitchFamily="18" charset="0"/>
              </a:rPr>
              <a:t>() para que la interfaz se actualice y refleje la eliminación.</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s-ES"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panel.revalidate</a:t>
            </a:r>
            <a:r>
              <a:rPr lang="es-ES"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panel.repaint</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7200" algn="l"/>
              </a:tabLst>
            </a:pPr>
            <a:r>
              <a:rPr lang="es-ES" sz="1800" b="1" kern="100">
                <a:effectLst/>
                <a:latin typeface="Verdana" panose="020B0604030504040204" pitchFamily="34" charset="0"/>
                <a:ea typeface="Aptos" panose="020B0004020202020204" pitchFamily="34" charset="0"/>
                <a:cs typeface="Times New Roman" panose="02020603050405020304" pitchFamily="18" charset="0"/>
              </a:rPr>
              <a:t>Alternativa:</a:t>
            </a:r>
            <a:r>
              <a:rPr lang="es-ES" sz="1800" kern="100">
                <a:effectLst/>
                <a:latin typeface="Verdana" panose="020B0604030504040204" pitchFamily="34" charset="0"/>
                <a:ea typeface="Aptos" panose="020B0004020202020204" pitchFamily="34" charset="0"/>
                <a:cs typeface="Times New Roman" panose="02020603050405020304" pitchFamily="18" charset="0"/>
              </a:rPr>
              <a:t> Eliminar todos los Componentes: Si es necesario eliminar todos los componentes de un contenedor, se puede utilizar </a:t>
            </a:r>
            <a:r>
              <a:rPr lang="es-ES" sz="1800" kern="100" err="1">
                <a:effectLst/>
                <a:latin typeface="Verdana" panose="020B0604030504040204" pitchFamily="34" charset="0"/>
                <a:ea typeface="Aptos" panose="020B0004020202020204" pitchFamily="34" charset="0"/>
                <a:cs typeface="Times New Roman" panose="02020603050405020304" pitchFamily="18" charset="0"/>
              </a:rPr>
              <a:t>removeAll</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panel.removeAll</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panel.revalidate</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8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panel.repaint</a:t>
            </a:r>
            <a:r>
              <a:rPr lang="en-GB" sz="18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3733091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5706F-6EF8-ECCC-2260-1DFEF334DACA}"/>
              </a:ext>
            </a:extLst>
          </p:cNvPr>
          <p:cNvSpPr>
            <a:spLocks noGrp="1"/>
          </p:cNvSpPr>
          <p:nvPr>
            <p:ph type="title"/>
          </p:nvPr>
        </p:nvSpPr>
        <p:spPr>
          <a:xfrm>
            <a:off x="838200" y="365126"/>
            <a:ext cx="10515600" cy="406400"/>
          </a:xfrm>
        </p:spPr>
        <p:txBody>
          <a:bodyPr>
            <a:normAutofit fontScale="90000"/>
          </a:bodyPr>
          <a:lstStyle/>
          <a:p>
            <a:r>
              <a:rPr lang="es-ES" sz="1800" b="1" kern="100">
                <a:solidFill>
                  <a:srgbClr val="000000"/>
                </a:solidFill>
                <a:effectLst/>
                <a:highlight>
                  <a:srgbClr val="95DCF7"/>
                </a:highlight>
                <a:latin typeface="Verdana" panose="020B0604030504040204" pitchFamily="34" charset="0"/>
                <a:ea typeface="Aptos" panose="020B0004020202020204" pitchFamily="34" charset="0"/>
                <a:cs typeface="Times New Roman" panose="02020603050405020304" pitchFamily="18" charset="0"/>
              </a:rPr>
              <a:t>ENLACE DE COMPONENTES A ORÍGENES DE DATOS</a:t>
            </a:r>
            <a:br>
              <a:rPr lang="es-ES" sz="1800" kern="100">
                <a:effectLst/>
                <a:highlight>
                  <a:srgbClr val="95DCF7"/>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27808A95-472A-1C45-9D6B-A54F0BB0A296}"/>
              </a:ext>
            </a:extLst>
          </p:cNvPr>
          <p:cNvSpPr>
            <a:spLocks noGrp="1"/>
          </p:cNvSpPr>
          <p:nvPr>
            <p:ph idx="1"/>
          </p:nvPr>
        </p:nvSpPr>
        <p:spPr>
          <a:xfrm>
            <a:off x="628650" y="666750"/>
            <a:ext cx="11353800" cy="6000750"/>
          </a:xfrm>
        </p:spPr>
        <p:txBody>
          <a:bodyPr>
            <a:normAutofit/>
          </a:bodyPr>
          <a:lstStyle/>
          <a:p>
            <a:pPr marL="342900" lvl="0" indent="-342900" algn="just">
              <a:lnSpc>
                <a:spcPct val="115000"/>
              </a:lnSpc>
              <a:spcAft>
                <a:spcPts val="600"/>
              </a:spcAft>
              <a:buSzPts val="1000"/>
              <a:buFont typeface="Symbol" panose="05050102010706020507" pitchFamily="18" charset="2"/>
              <a:buChar char=""/>
              <a:tabLst>
                <a:tab pos="457200" algn="l"/>
              </a:tabLst>
            </a:pPr>
            <a:r>
              <a:rPr lang="es-ES" sz="1600" b="1" kern="100" err="1">
                <a:effectLst/>
                <a:latin typeface="Verdana" panose="020B0604030504040204" pitchFamily="34" charset="0"/>
                <a:ea typeface="Aptos" panose="020B0004020202020204" pitchFamily="34" charset="0"/>
                <a:cs typeface="Times New Roman" panose="02020603050405020304" pitchFamily="18" charset="0"/>
              </a:rPr>
              <a:t>JTable</a:t>
            </a:r>
            <a:r>
              <a:rPr lang="es-ES" sz="1600" b="1" kern="100">
                <a:effectLst/>
                <a:latin typeface="Verdana" panose="020B0604030504040204" pitchFamily="34" charset="0"/>
                <a:ea typeface="Aptos" panose="020B0004020202020204" pitchFamily="34" charset="0"/>
                <a:cs typeface="Times New Roman" panose="02020603050405020304" pitchFamily="18" charset="0"/>
              </a:rPr>
              <a:t> y </a:t>
            </a:r>
            <a:r>
              <a:rPr lang="es-ES" sz="1600" b="1" kern="100" err="1">
                <a:effectLst/>
                <a:latin typeface="Verdana" panose="020B0604030504040204" pitchFamily="34" charset="0"/>
                <a:ea typeface="Aptos" panose="020B0004020202020204" pitchFamily="34" charset="0"/>
                <a:cs typeface="Times New Roman" panose="02020603050405020304" pitchFamily="18" charset="0"/>
              </a:rPr>
              <a:t>TableModel</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kern="100" err="1">
                <a:effectLst/>
                <a:latin typeface="Verdana" panose="020B0604030504040204" pitchFamily="34" charset="0"/>
                <a:ea typeface="Aptos" panose="020B0004020202020204" pitchFamily="34" charset="0"/>
                <a:cs typeface="Times New Roman" panose="02020603050405020304" pitchFamily="18" charset="0"/>
              </a:rPr>
              <a:t>JTable</a:t>
            </a:r>
            <a:r>
              <a:rPr lang="es-ES" sz="1100" kern="100">
                <a:effectLst/>
                <a:latin typeface="Verdana" panose="020B0604030504040204" pitchFamily="34" charset="0"/>
                <a:ea typeface="Aptos" panose="020B0004020202020204" pitchFamily="34" charset="0"/>
                <a:cs typeface="Times New Roman" panose="02020603050405020304" pitchFamily="18" charset="0"/>
              </a:rPr>
              <a:t> es un componente que muestra datos en forma de tabla. Los datos de la tabla están gestionados por un </a:t>
            </a:r>
            <a:r>
              <a:rPr lang="es-ES" sz="1100" kern="100" err="1">
                <a:effectLst/>
                <a:latin typeface="Verdana" panose="020B0604030504040204" pitchFamily="34" charset="0"/>
                <a:ea typeface="Aptos" panose="020B0004020202020204" pitchFamily="34" charset="0"/>
                <a:cs typeface="Times New Roman" panose="02020603050405020304" pitchFamily="18" charset="0"/>
              </a:rPr>
              <a:t>TableModel</a:t>
            </a:r>
            <a:r>
              <a:rPr lang="es-ES" sz="1100" kern="100">
                <a:effectLst/>
                <a:latin typeface="Verdana" panose="020B0604030504040204" pitchFamily="34" charset="0"/>
                <a:ea typeface="Aptos" panose="020B0004020202020204" pitchFamily="34" charset="0"/>
                <a:cs typeface="Times New Roman" panose="02020603050405020304" pitchFamily="18" charset="0"/>
              </a:rPr>
              <a:t>, que es una abstracción del origen de datos.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1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1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String[]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columnNames</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Nombre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Edad</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"Email"};</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Object[][] data = {</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{"Juan", 25, "juan@example.com"},</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{"Ana", 30, "ana@example.com"},</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s-ES"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{"Luis", 22, "luis@example.com"}</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JTable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table = new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JTable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(data,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columnNames</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JScrollPane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scrollPane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JScrollPane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(table);</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1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scrollPane</a:t>
            </a:r>
            <a:r>
              <a:rPr lang="en-GB" sz="11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945804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ACAB17-24B0-0781-D03D-AB12BA6F0CD3}"/>
              </a:ext>
            </a:extLst>
          </p:cNvPr>
          <p:cNvSpPr>
            <a:spLocks noGrp="1"/>
          </p:cNvSpPr>
          <p:nvPr>
            <p:ph idx="1"/>
          </p:nvPr>
        </p:nvSpPr>
        <p:spPr>
          <a:xfrm>
            <a:off x="352425" y="438150"/>
            <a:ext cx="11001375" cy="5738813"/>
          </a:xfrm>
        </p:spPr>
        <p:txBody>
          <a:bodyPr/>
          <a:lstStyle/>
          <a:p>
            <a:r>
              <a:rPr lang="es-ES" sz="1800" b="1" kern="100" err="1">
                <a:effectLst/>
                <a:latin typeface="Verdana" panose="020B0604030504040204" pitchFamily="34" charset="0"/>
                <a:ea typeface="Aptos" panose="020B0004020202020204" pitchFamily="34" charset="0"/>
                <a:cs typeface="Times New Roman" panose="02020603050405020304" pitchFamily="18" charset="0"/>
              </a:rPr>
              <a:t>JComboBox</a:t>
            </a:r>
            <a:r>
              <a:rPr lang="es-ES" sz="1800" b="1" kern="100">
                <a:effectLst/>
                <a:latin typeface="Verdana" panose="020B0604030504040204" pitchFamily="34" charset="0"/>
                <a:ea typeface="Aptos" panose="020B0004020202020204" pitchFamily="34" charset="0"/>
                <a:cs typeface="Times New Roman" panose="02020603050405020304" pitchFamily="18" charset="0"/>
              </a:rPr>
              <a:t> y </a:t>
            </a:r>
            <a:r>
              <a:rPr lang="es-ES" sz="1800" b="1" kern="100" err="1">
                <a:effectLst/>
                <a:latin typeface="Verdana" panose="020B0604030504040204" pitchFamily="34" charset="0"/>
                <a:ea typeface="Aptos" panose="020B0004020202020204" pitchFamily="34" charset="0"/>
                <a:cs typeface="Times New Roman" panose="02020603050405020304" pitchFamily="18" charset="0"/>
              </a:rPr>
              <a:t>ListModel</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4000">
              <a:effectLst/>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kern="100" err="1">
                <a:effectLst/>
                <a:latin typeface="Verdana" panose="020B0604030504040204" pitchFamily="34" charset="0"/>
                <a:ea typeface="Aptos" panose="020B0004020202020204" pitchFamily="34" charset="0"/>
                <a:cs typeface="Times New Roman" panose="02020603050405020304" pitchFamily="18" charset="0"/>
              </a:rPr>
              <a:t>JComboBox</a:t>
            </a:r>
            <a:r>
              <a:rPr lang="es-ES" sz="1600" kern="100">
                <a:effectLst/>
                <a:latin typeface="Verdana" panose="020B0604030504040204" pitchFamily="34" charset="0"/>
                <a:ea typeface="Aptos" panose="020B0004020202020204" pitchFamily="34" charset="0"/>
                <a:cs typeface="Times New Roman" panose="02020603050405020304" pitchFamily="18" charset="0"/>
              </a:rPr>
              <a:t> puede estar vinculado a un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ComboBoxModel</a:t>
            </a:r>
            <a:r>
              <a:rPr lang="es-ES" sz="1600" kern="100">
                <a:effectLst/>
                <a:latin typeface="Verdana" panose="020B0604030504040204" pitchFamily="34" charset="0"/>
                <a:ea typeface="Aptos" panose="020B0004020202020204" pitchFamily="34" charset="0"/>
                <a:cs typeface="Times New Roman" panose="02020603050405020304" pitchFamily="18" charset="0"/>
              </a:rPr>
              <a:t>, que es una interfaz que define cómo se almacenan y manejan los elementos en la lista desplegable.</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String[] items = {"Item 1", "Item 2", "Item 3"};</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600"/>
              </a:spcAft>
            </a:pPr>
            <a:r>
              <a:rPr lang="en-GB"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JComboBox</a:t>
            </a: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&lt;String&gt; </a:t>
            </a:r>
            <a:r>
              <a:rPr lang="en-GB"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comboBox</a:t>
            </a: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6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JComboBox</a:t>
            </a:r>
            <a:r>
              <a:rPr lang="en-GB" sz="16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&lt;&gt;(items);</a:t>
            </a:r>
            <a:endPar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600" kern="100">
                <a:effectLst/>
                <a:latin typeface="Verdana" panose="020B0604030504040204" pitchFamily="34" charset="0"/>
                <a:ea typeface="Aptos" panose="020B0004020202020204" pitchFamily="34" charset="0"/>
                <a:cs typeface="Times New Roman" panose="02020603050405020304" pitchFamily="18" charset="0"/>
              </a:rPr>
              <a:t>Aquí,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items</a:t>
            </a:r>
            <a:r>
              <a:rPr lang="es-ES" sz="1600" kern="100">
                <a:effectLst/>
                <a:latin typeface="Verdana" panose="020B0604030504040204" pitchFamily="34" charset="0"/>
                <a:ea typeface="Aptos" panose="020B0004020202020204" pitchFamily="34" charset="0"/>
                <a:cs typeface="Times New Roman" panose="02020603050405020304" pitchFamily="18" charset="0"/>
              </a:rPr>
              <a:t> es el origen de datos para el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JComboBox</a:t>
            </a:r>
            <a:r>
              <a:rPr lang="es-ES" sz="1600" kern="100">
                <a:effectLst/>
                <a:latin typeface="Verdana" panose="020B0604030504040204" pitchFamily="34" charset="0"/>
                <a:ea typeface="Aptos" panose="020B0004020202020204" pitchFamily="34" charset="0"/>
                <a:cs typeface="Times New Roman" panose="02020603050405020304" pitchFamily="18" charset="0"/>
              </a:rPr>
              <a:t>. Cualquier cambio en </a:t>
            </a:r>
            <a:r>
              <a:rPr lang="es-ES" sz="1600" kern="100" err="1">
                <a:effectLst/>
                <a:latin typeface="Verdana" panose="020B0604030504040204" pitchFamily="34" charset="0"/>
                <a:ea typeface="Aptos" panose="020B0004020202020204" pitchFamily="34" charset="0"/>
                <a:cs typeface="Times New Roman" panose="02020603050405020304" pitchFamily="18" charset="0"/>
              </a:rPr>
              <a:t>items</a:t>
            </a:r>
            <a:r>
              <a:rPr lang="es-ES" sz="1600" kern="100">
                <a:effectLst/>
                <a:latin typeface="Verdana" panose="020B0604030504040204" pitchFamily="34" charset="0"/>
                <a:ea typeface="Aptos" panose="020B0004020202020204" pitchFamily="34" charset="0"/>
                <a:cs typeface="Times New Roman" panose="02020603050405020304" pitchFamily="18" charset="0"/>
              </a:rPr>
              <a:t> puede reflejarse en el combo box.</a:t>
            </a:r>
            <a:endParaRPr lang="es-ES" sz="1800" kern="100">
              <a:effectLst/>
              <a:latin typeface="Aptos" panose="020B0004020202020204" pitchFamily="34" charset="0"/>
              <a:ea typeface="Aptos" panose="020B0004020202020204" pitchFamily="34" charset="0"/>
              <a:cs typeface="Times New Roman" panose="02020603050405020304" pitchFamily="18" charset="0"/>
            </a:endParaRPr>
          </a:p>
          <a:p>
            <a:endParaRPr lang="es-ES"/>
          </a:p>
        </p:txBody>
      </p:sp>
    </p:spTree>
    <p:extLst>
      <p:ext uri="{BB962C8B-B14F-4D97-AF65-F5344CB8AC3E}">
        <p14:creationId xmlns:p14="http://schemas.microsoft.com/office/powerpoint/2010/main" val="4005086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3BB672-7B5B-2375-F360-8136F9F531B6}"/>
              </a:ext>
            </a:extLst>
          </p:cNvPr>
          <p:cNvSpPr>
            <a:spLocks noGrp="1"/>
          </p:cNvSpPr>
          <p:nvPr>
            <p:ph type="title"/>
          </p:nvPr>
        </p:nvSpPr>
        <p:spPr>
          <a:xfrm>
            <a:off x="838200" y="365125"/>
            <a:ext cx="10515600" cy="492125"/>
          </a:xfrm>
        </p:spPr>
        <p:txBody>
          <a:bodyPr>
            <a:normAutofit fontScale="90000"/>
          </a:bodyPr>
          <a:lstStyle/>
          <a:p>
            <a:r>
              <a:rPr lang="es-ES" sz="1800" b="1" kern="100">
                <a:effectLst/>
                <a:latin typeface="Verdana" panose="020B0604030504040204" pitchFamily="34" charset="0"/>
                <a:ea typeface="Aptos" panose="020B0004020202020204" pitchFamily="34" charset="0"/>
                <a:cs typeface="Times New Roman" panose="02020603050405020304" pitchFamily="18" charset="0"/>
              </a:rPr>
              <a:t>Actualización Automática con </a:t>
            </a:r>
            <a:r>
              <a:rPr lang="es-ES" sz="1800" b="1" kern="100" err="1">
                <a:effectLst/>
                <a:latin typeface="Verdana" panose="020B0604030504040204" pitchFamily="34" charset="0"/>
                <a:ea typeface="Aptos" panose="020B0004020202020204" pitchFamily="34" charset="0"/>
                <a:cs typeface="Times New Roman" panose="02020603050405020304" pitchFamily="18" charset="0"/>
              </a:rPr>
              <a:t>Listeners</a:t>
            </a:r>
            <a:r>
              <a:rPr lang="es-ES" sz="1800" kern="100">
                <a:effectLst/>
                <a:latin typeface="Verdana" panose="020B0604030504040204" pitchFamily="34" charset="0"/>
                <a:ea typeface="Aptos" panose="020B0004020202020204" pitchFamily="34" charset="0"/>
                <a:cs typeface="Times New Roman" panose="02020603050405020304" pitchFamily="18" charset="0"/>
              </a:rPr>
              <a:t>:</a:t>
            </a:r>
            <a:br>
              <a:rPr lang="es-ES" sz="1800" kern="100">
                <a:effectLs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51267AF2-D066-1636-E3A7-E593D9BF2D41}"/>
              </a:ext>
            </a:extLst>
          </p:cNvPr>
          <p:cNvSpPr>
            <a:spLocks noGrp="1"/>
          </p:cNvSpPr>
          <p:nvPr>
            <p:ph idx="1"/>
          </p:nvPr>
        </p:nvSpPr>
        <p:spPr>
          <a:xfrm>
            <a:off x="619125" y="685800"/>
            <a:ext cx="10734675" cy="5491163"/>
          </a:xfrm>
        </p:spPr>
        <p:txBody>
          <a:bodyPr>
            <a:normAutofit fontScale="92500" lnSpcReduction="10000"/>
          </a:bodyPr>
          <a:lstStyle/>
          <a:p>
            <a:endParaRPr lang="es-ES" sz="3600">
              <a:effectLst/>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A veces, es necesario que los componentes actualicen su contenido dinámicamente en respuesta a cambios en los datos. Esto se puede lograr utilizando </a:t>
            </a:r>
            <a:r>
              <a:rPr lang="es-ES" sz="1400" kern="100" err="1">
                <a:effectLst/>
                <a:latin typeface="Verdana" panose="020B0604030504040204" pitchFamily="34" charset="0"/>
                <a:ea typeface="Aptos" panose="020B0004020202020204" pitchFamily="34" charset="0"/>
                <a:cs typeface="Times New Roman" panose="02020603050405020304" pitchFamily="18" charset="0"/>
              </a:rPr>
              <a:t>listeners</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(20);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String[] data = {"Item 1", "Item 2", "Item 3"};</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JComboBox</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&lt;String&gt;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comboBox</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JComboBox</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&lt;&gt;(data);</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textField.addActionListener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 -&gt;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String input =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textField.getText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comboBox.addItem</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(input);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600"/>
              </a:spcAft>
              <a:buSzPts val="1000"/>
              <a:buFont typeface="Courier New" panose="02070309020205020404" pitchFamily="49" charset="0"/>
              <a:buChar char="o"/>
              <a:tabLst>
                <a:tab pos="9144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En este caso, cuando el usuario ingresa un texto y presiona </a:t>
            </a:r>
            <a:r>
              <a:rPr lang="es-ES" sz="1400" kern="100" err="1">
                <a:effectLst/>
                <a:latin typeface="Verdana" panose="020B0604030504040204" pitchFamily="34" charset="0"/>
                <a:ea typeface="Aptos" panose="020B0004020202020204" pitchFamily="34" charset="0"/>
                <a:cs typeface="Times New Roman" panose="02020603050405020304" pitchFamily="18" charset="0"/>
              </a:rPr>
              <a:t>Enter</a:t>
            </a:r>
            <a:r>
              <a:rPr lang="es-ES" sz="1400" kern="100">
                <a:effectLst/>
                <a:latin typeface="Verdana" panose="020B0604030504040204" pitchFamily="34" charset="0"/>
                <a:ea typeface="Aptos" panose="020B0004020202020204" pitchFamily="34" charset="0"/>
                <a:cs typeface="Times New Roman" panose="02020603050405020304" pitchFamily="18" charset="0"/>
              </a:rPr>
              <a:t>, el </a:t>
            </a:r>
            <a:r>
              <a:rPr lang="es-ES" sz="1400" kern="100" err="1">
                <a:effectLst/>
                <a:latin typeface="Verdana" panose="020B0604030504040204" pitchFamily="34" charset="0"/>
                <a:ea typeface="Aptos" panose="020B0004020202020204" pitchFamily="34" charset="0"/>
                <a:cs typeface="Times New Roman" panose="02020603050405020304" pitchFamily="18" charset="0"/>
              </a:rPr>
              <a:t>JComboBox</a:t>
            </a:r>
            <a:r>
              <a:rPr lang="es-ES" sz="1400" kern="100">
                <a:effectLst/>
                <a:latin typeface="Verdana" panose="020B0604030504040204" pitchFamily="34" charset="0"/>
                <a:ea typeface="Aptos" panose="020B0004020202020204" pitchFamily="34" charset="0"/>
                <a:cs typeface="Times New Roman" panose="02020603050405020304" pitchFamily="18" charset="0"/>
              </a:rPr>
              <a:t> se actualiza con el nuevo elemento.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3600"/>
          </a:p>
        </p:txBody>
      </p:sp>
    </p:spTree>
    <p:extLst>
      <p:ext uri="{BB962C8B-B14F-4D97-AF65-F5344CB8AC3E}">
        <p14:creationId xmlns:p14="http://schemas.microsoft.com/office/powerpoint/2010/main" val="3108035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43EF9B-35FD-E40C-FC03-898DB9B40D2E}"/>
              </a:ext>
            </a:extLst>
          </p:cNvPr>
          <p:cNvSpPr>
            <a:spLocks noGrp="1"/>
          </p:cNvSpPr>
          <p:nvPr>
            <p:ph type="title"/>
          </p:nvPr>
        </p:nvSpPr>
        <p:spPr>
          <a:xfrm>
            <a:off x="838200" y="365126"/>
            <a:ext cx="10515600" cy="463550"/>
          </a:xfrm>
        </p:spPr>
        <p:txBody>
          <a:bodyPr>
            <a:noAutofit/>
          </a:bodyPr>
          <a:lstStyle/>
          <a:p>
            <a:r>
              <a:rPr lang="es-ES" sz="2400" b="1">
                <a:effectLst/>
                <a:latin typeface="Calibri" panose="020F0502020204030204" pitchFamily="34" charset="0"/>
                <a:ea typeface="Calibri" panose="020F0502020204030204" pitchFamily="34" charset="0"/>
              </a:rPr>
              <a:t>DIVERSOS TIPOS DE CONTENEDORES EN ENTORNOS MULTIPLATAFORMA.</a:t>
            </a:r>
            <a:br>
              <a:rPr lang="es-ES" sz="2400" b="1">
                <a:effectLst/>
                <a:latin typeface="Calibri" panose="020F0502020204030204" pitchFamily="34" charset="0"/>
                <a:ea typeface="Calibri" panose="020F0502020204030204" pitchFamily="34" charset="0"/>
              </a:rPr>
            </a:br>
            <a:endParaRPr lang="es-ES" sz="5400" b="1"/>
          </a:p>
        </p:txBody>
      </p:sp>
      <p:sp>
        <p:nvSpPr>
          <p:cNvPr id="3" name="Marcador de contenido 2">
            <a:extLst>
              <a:ext uri="{FF2B5EF4-FFF2-40B4-BE49-F238E27FC236}">
                <a16:creationId xmlns:a16="http://schemas.microsoft.com/office/drawing/2014/main" id="{1A484E44-A64E-EA0E-0211-B7D80CD5B96A}"/>
              </a:ext>
            </a:extLst>
          </p:cNvPr>
          <p:cNvSpPr>
            <a:spLocks noGrp="1"/>
          </p:cNvSpPr>
          <p:nvPr>
            <p:ph idx="1"/>
          </p:nvPr>
        </p:nvSpPr>
        <p:spPr>
          <a:xfrm>
            <a:off x="838200" y="596901"/>
            <a:ext cx="10515600" cy="4351338"/>
          </a:xfrm>
        </p:spPr>
        <p:txBody>
          <a:bodyPr>
            <a:normAutofit/>
          </a:bodyPr>
          <a:lstStyle/>
          <a:p>
            <a:r>
              <a:rPr lang="es-ES" b="1">
                <a:latin typeface="Calibri" panose="020F0502020204030204" pitchFamily="34" charset="0"/>
                <a:ea typeface="Calibri" panose="020F0502020204030204" pitchFamily="34" charset="0"/>
              </a:rPr>
              <a:t>Con la </a:t>
            </a:r>
            <a:r>
              <a:rPr lang="es-ES" b="1">
                <a:effectLst/>
                <a:latin typeface="Calibri" panose="020F0502020204030204" pitchFamily="34" charset="0"/>
                <a:ea typeface="Calibri" panose="020F0502020204030204" pitchFamily="34" charset="0"/>
              </a:rPr>
              <a:t>librería Swing</a:t>
            </a:r>
            <a:r>
              <a:rPr lang="es-ES">
                <a:effectLst/>
                <a:latin typeface="Calibri" panose="020F0502020204030204" pitchFamily="34" charset="0"/>
                <a:ea typeface="Calibri" panose="020F0502020204030204" pitchFamily="34" charset="0"/>
              </a:rPr>
              <a:t> es la propia </a:t>
            </a:r>
            <a:r>
              <a:rPr lang="es-ES" b="1">
                <a:effectLst/>
                <a:latin typeface="Calibri" panose="020F0502020204030204" pitchFamily="34" charset="0"/>
                <a:ea typeface="Calibri" panose="020F0502020204030204" pitchFamily="34" charset="0"/>
              </a:rPr>
              <a:t>máquina virtual de java</a:t>
            </a:r>
            <a:r>
              <a:rPr lang="es-ES">
                <a:effectLst/>
                <a:latin typeface="Calibri" panose="020F0502020204030204" pitchFamily="34" charset="0"/>
                <a:ea typeface="Calibri" panose="020F0502020204030204" pitchFamily="34" charset="0"/>
              </a:rPr>
              <a:t> la encargada de crear, visualizar y gestionar los elementos gráficos lo que hace que tenga un peor rendimiento porque el </a:t>
            </a:r>
            <a:r>
              <a:rPr lang="es-ES" b="1">
                <a:effectLst/>
                <a:latin typeface="Calibri" panose="020F0502020204030204" pitchFamily="34" charset="0"/>
                <a:ea typeface="Calibri" panose="020F0502020204030204" pitchFamily="34" charset="0"/>
              </a:rPr>
              <a:t>S.O</a:t>
            </a:r>
            <a:r>
              <a:rPr lang="es-ES">
                <a:effectLst/>
                <a:latin typeface="Calibri" panose="020F0502020204030204" pitchFamily="34" charset="0"/>
                <a:ea typeface="Calibri" panose="020F0502020204030204" pitchFamily="34" charset="0"/>
              </a:rPr>
              <a:t> siempre gestionará la interfaz de usuario con más eficiencia</a:t>
            </a:r>
            <a:endParaRPr lang="es-ES" sz="4000"/>
          </a:p>
        </p:txBody>
      </p:sp>
      <p:pic>
        <p:nvPicPr>
          <p:cNvPr id="4" name="Picture 4" descr="CENEC Málaga | Málaga">
            <a:extLst>
              <a:ext uri="{FF2B5EF4-FFF2-40B4-BE49-F238E27FC236}">
                <a16:creationId xmlns:a16="http://schemas.microsoft.com/office/drawing/2014/main" id="{49157211-C159-54E0-7C16-C357F7C86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1.png">
            <a:extLst>
              <a:ext uri="{FF2B5EF4-FFF2-40B4-BE49-F238E27FC236}">
                <a16:creationId xmlns:a16="http://schemas.microsoft.com/office/drawing/2014/main" id="{A0BBD04D-9B2C-266D-86CF-EEE3EF4F9EB9}"/>
              </a:ext>
            </a:extLst>
          </p:cNvPr>
          <p:cNvPicPr/>
          <p:nvPr/>
        </p:nvPicPr>
        <p:blipFill>
          <a:blip r:embed="rId3"/>
          <a:srcRect/>
          <a:stretch>
            <a:fillRect/>
          </a:stretch>
        </p:blipFill>
        <p:spPr>
          <a:xfrm>
            <a:off x="4254976" y="2328862"/>
            <a:ext cx="3682048" cy="4052888"/>
          </a:xfrm>
          <a:prstGeom prst="rect">
            <a:avLst/>
          </a:prstGeom>
          <a:ln/>
        </p:spPr>
      </p:pic>
    </p:spTree>
    <p:extLst>
      <p:ext uri="{BB962C8B-B14F-4D97-AF65-F5344CB8AC3E}">
        <p14:creationId xmlns:p14="http://schemas.microsoft.com/office/powerpoint/2010/main" val="32067273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43EF9B-35FD-E40C-FC03-898DB9B40D2E}"/>
              </a:ext>
            </a:extLst>
          </p:cNvPr>
          <p:cNvSpPr>
            <a:spLocks noGrp="1"/>
          </p:cNvSpPr>
          <p:nvPr>
            <p:ph type="title"/>
          </p:nvPr>
        </p:nvSpPr>
        <p:spPr>
          <a:xfrm>
            <a:off x="686834" y="1153572"/>
            <a:ext cx="3200400" cy="4461163"/>
          </a:xfrm>
        </p:spPr>
        <p:txBody>
          <a:bodyPr>
            <a:normAutofit/>
          </a:bodyPr>
          <a:lstStyle/>
          <a:p>
            <a:r>
              <a:rPr lang="es-ES" sz="4100" b="1">
                <a:solidFill>
                  <a:srgbClr val="FFFFFF"/>
                </a:solidFill>
              </a:rPr>
              <a:t>Saber más: ComponentUI</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A484E44-A64E-EA0E-0211-B7D80CD5B96A}"/>
              </a:ext>
            </a:extLst>
          </p:cNvPr>
          <p:cNvSpPr>
            <a:spLocks noGrp="1"/>
          </p:cNvSpPr>
          <p:nvPr>
            <p:ph idx="1"/>
          </p:nvPr>
        </p:nvSpPr>
        <p:spPr>
          <a:xfrm>
            <a:off x="4447308" y="591344"/>
            <a:ext cx="6906491" cy="5585619"/>
          </a:xfrm>
        </p:spPr>
        <p:txBody>
          <a:bodyPr anchor="ctr">
            <a:normAutofit/>
          </a:bodyPr>
          <a:lstStyle/>
          <a:p>
            <a:r>
              <a:rPr lang="es-ES">
                <a:effectLst/>
                <a:latin typeface="Calibri" panose="020F0502020204030204" pitchFamily="34" charset="0"/>
                <a:ea typeface="Calibri" panose="020F0502020204030204" pitchFamily="34" charset="0"/>
              </a:rPr>
              <a:t>Lo que permite manipular la apariencia de un componente es el objeto </a:t>
            </a:r>
            <a:r>
              <a:rPr lang="es-ES" b="1" err="1">
                <a:effectLst/>
                <a:latin typeface="Calibri" panose="020F0502020204030204" pitchFamily="34" charset="0"/>
                <a:ea typeface="Calibri" panose="020F0502020204030204" pitchFamily="34" charset="0"/>
              </a:rPr>
              <a:t>ComponentUI</a:t>
            </a:r>
            <a:r>
              <a:rPr lang="es-ES">
                <a:effectLst/>
                <a:highlight>
                  <a:srgbClr val="FFFFFF"/>
                </a:highlight>
                <a:latin typeface="Calibri" panose="020F0502020204030204" pitchFamily="34" charset="0"/>
                <a:ea typeface="Calibri" panose="020F0502020204030204" pitchFamily="34" charset="0"/>
              </a:rPr>
              <a:t> que realiza todas las tareas de dibujo, manejo de eventos, control de tamaño, etc. Dicho objeto está contenido en la </a:t>
            </a:r>
            <a:r>
              <a:rPr lang="es-ES" b="1">
                <a:effectLst/>
                <a:highlight>
                  <a:srgbClr val="FFFFFF"/>
                </a:highlight>
                <a:latin typeface="Calibri" panose="020F0502020204030204" pitchFamily="34" charset="0"/>
                <a:ea typeface="Calibri" panose="020F0502020204030204" pitchFamily="34" charset="0"/>
              </a:rPr>
              <a:t>clase abstracta </a:t>
            </a:r>
            <a:r>
              <a:rPr lang="es-ES" b="1" err="1">
                <a:effectLst/>
                <a:highlight>
                  <a:srgbClr val="FFFFFF"/>
                </a:highlight>
                <a:latin typeface="Calibri" panose="020F0502020204030204" pitchFamily="34" charset="0"/>
                <a:ea typeface="Calibri" panose="020F0502020204030204" pitchFamily="34" charset="0"/>
              </a:rPr>
              <a:t>JComponent</a:t>
            </a:r>
            <a:r>
              <a:rPr lang="es-ES" b="1">
                <a:effectLst/>
                <a:highlight>
                  <a:srgbClr val="FFFFFF"/>
                </a:highlight>
                <a:latin typeface="Calibri" panose="020F0502020204030204" pitchFamily="34" charset="0"/>
                <a:ea typeface="Calibri" panose="020F0502020204030204" pitchFamily="34" charset="0"/>
              </a:rPr>
              <a:t> </a:t>
            </a:r>
            <a:r>
              <a:rPr lang="es-ES">
                <a:effectLst/>
                <a:highlight>
                  <a:srgbClr val="FFFFFF"/>
                </a:highlight>
                <a:latin typeface="Calibri" panose="020F0502020204030204" pitchFamily="34" charset="0"/>
                <a:ea typeface="Calibri" panose="020F0502020204030204" pitchFamily="34" charset="0"/>
              </a:rPr>
              <a:t>que es una clase de la que heredan todos los componentes salvo los contenedores principales que son especiales y es otra razón más por la cual el marco de una ventana no se ve afectado en su apariencia.</a:t>
            </a:r>
            <a:endParaRPr lang="es-ES">
              <a:effectLst/>
              <a:latin typeface="Calibri" panose="020F0502020204030204" pitchFamily="34" charset="0"/>
              <a:ea typeface="Calibri" panose="020F0502020204030204" pitchFamily="34" charset="0"/>
            </a:endParaRPr>
          </a:p>
          <a:p>
            <a:endParaRPr lang="es-ES"/>
          </a:p>
        </p:txBody>
      </p:sp>
      <p:pic>
        <p:nvPicPr>
          <p:cNvPr id="4" name="Picture 4" descr="CENEC Málaga | Málaga">
            <a:extLst>
              <a:ext uri="{FF2B5EF4-FFF2-40B4-BE49-F238E27FC236}">
                <a16:creationId xmlns:a16="http://schemas.microsoft.com/office/drawing/2014/main" id="{49157211-C159-54E0-7C16-C357F7C86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738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12D2E-DF8E-1F1C-BE03-5AF565A46EB1}"/>
              </a:ext>
            </a:extLst>
          </p:cNvPr>
          <p:cNvSpPr>
            <a:spLocks noGrp="1"/>
          </p:cNvSpPr>
          <p:nvPr>
            <p:ph type="title"/>
          </p:nvPr>
        </p:nvSpPr>
        <p:spPr>
          <a:xfrm>
            <a:off x="838200" y="365125"/>
            <a:ext cx="10515600" cy="53975"/>
          </a:xfrm>
        </p:spPr>
        <p:txBody>
          <a:bodyPr>
            <a:normAutofit fontScale="90000"/>
          </a:bodyPr>
          <a:lstStyle/>
          <a:p>
            <a:r>
              <a:rPr lang="es-ES"/>
              <a:t>Ejemplo</a:t>
            </a:r>
          </a:p>
        </p:txBody>
      </p:sp>
      <p:sp>
        <p:nvSpPr>
          <p:cNvPr id="3" name="Marcador de contenido 2">
            <a:extLst>
              <a:ext uri="{FF2B5EF4-FFF2-40B4-BE49-F238E27FC236}">
                <a16:creationId xmlns:a16="http://schemas.microsoft.com/office/drawing/2014/main" id="{67AB85F0-26EC-C5D7-BC3D-B6907D9D1E92}"/>
              </a:ext>
            </a:extLst>
          </p:cNvPr>
          <p:cNvSpPr>
            <a:spLocks noGrp="1"/>
          </p:cNvSpPr>
          <p:nvPr>
            <p:ph idx="1"/>
          </p:nvPr>
        </p:nvSpPr>
        <p:spPr>
          <a:xfrm>
            <a:off x="304800" y="590551"/>
            <a:ext cx="10515600" cy="5902324"/>
          </a:xfrm>
        </p:spPr>
        <p:txBody>
          <a:bodyPr>
            <a:normAutofit fontScale="40000" lnSpcReduction="20000"/>
          </a:bodyPr>
          <a:lstStyle/>
          <a:p>
            <a:pPr marL="0" marR="0" indent="0">
              <a:spcBef>
                <a:spcPts val="0"/>
              </a:spcBef>
              <a:spcAft>
                <a:spcPts val="0"/>
              </a:spcAft>
              <a:buNone/>
            </a:pPr>
            <a:r>
              <a:rPr lang="es-ES" sz="4000" b="1" err="1">
                <a:solidFill>
                  <a:srgbClr val="7F0055"/>
                </a:solidFill>
                <a:effectLst/>
                <a:latin typeface="Consolas" panose="020B0609020204030204" pitchFamily="49" charset="0"/>
              </a:rPr>
              <a:t>package</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interfacesgraficas</a:t>
            </a:r>
            <a:r>
              <a:rPr lang="es-ES" sz="4000">
                <a:solidFill>
                  <a:srgbClr val="000000"/>
                </a:solidFill>
                <a:effectLst/>
                <a:latin typeface="Consolas" panose="020B0609020204030204" pitchFamily="49" charset="0"/>
              </a:rPr>
              <a:t>;</a:t>
            </a: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b="1" err="1">
                <a:solidFill>
                  <a:srgbClr val="7F0055"/>
                </a:solidFill>
                <a:effectLst/>
                <a:latin typeface="Consolas" panose="020B0609020204030204" pitchFamily="49" charset="0"/>
              </a:rPr>
              <a:t>import</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javax.swing</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b="1" err="1">
                <a:solidFill>
                  <a:srgbClr val="7F0055"/>
                </a:solidFill>
                <a:effectLst/>
                <a:latin typeface="Consolas" panose="020B0609020204030204" pitchFamily="49" charset="0"/>
              </a:rPr>
              <a:t>import</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java.awt.Color</a:t>
            </a:r>
            <a:r>
              <a:rPr lang="es-ES" sz="4000">
                <a:solidFill>
                  <a:srgbClr val="000000"/>
                </a:solidFill>
                <a:effectLst/>
                <a:latin typeface="Consolas" panose="020B0609020204030204" pitchFamily="49" charset="0"/>
              </a:rPr>
              <a:t>;</a:t>
            </a: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b="1" err="1">
                <a:solidFill>
                  <a:srgbClr val="7F0055"/>
                </a:solidFill>
                <a:effectLst/>
                <a:latin typeface="Consolas" panose="020B0609020204030204" pitchFamily="49" charset="0"/>
              </a:rPr>
              <a:t>public</a:t>
            </a:r>
            <a:r>
              <a:rPr lang="es-ES" sz="4000">
                <a:solidFill>
                  <a:srgbClr val="000000"/>
                </a:solidFill>
                <a:effectLst/>
                <a:latin typeface="Consolas" panose="020B0609020204030204" pitchFamily="49" charset="0"/>
              </a:rPr>
              <a:t> </a:t>
            </a:r>
            <a:r>
              <a:rPr lang="es-ES" sz="4000" b="1" err="1">
                <a:solidFill>
                  <a:srgbClr val="7F0055"/>
                </a:solidFill>
                <a:effectLst/>
                <a:latin typeface="Consolas" panose="020B0609020204030204" pitchFamily="49" charset="0"/>
              </a:rPr>
              <a:t>class</a:t>
            </a:r>
            <a:r>
              <a:rPr lang="es-ES" sz="4000">
                <a:solidFill>
                  <a:srgbClr val="000000"/>
                </a:solidFill>
                <a:effectLst/>
                <a:latin typeface="Consolas" panose="020B0609020204030204" pitchFamily="49" charset="0"/>
              </a:rPr>
              <a:t> </a:t>
            </a:r>
            <a:r>
              <a:rPr lang="es-ES" sz="4000" u="sng" err="1">
                <a:solidFill>
                  <a:srgbClr val="000000"/>
                </a:solidFill>
                <a:effectLst/>
                <a:latin typeface="Consolas" panose="020B0609020204030204" pitchFamily="49" charset="0"/>
              </a:rPr>
              <a:t>EjercicioComponentUI</a:t>
            </a:r>
            <a:r>
              <a:rPr lang="es-ES" sz="4000">
                <a:solidFill>
                  <a:srgbClr val="000000"/>
                </a:solidFill>
                <a:effectLst/>
                <a:latin typeface="Consolas" panose="020B0609020204030204" pitchFamily="49" charset="0"/>
              </a:rPr>
              <a:t> </a:t>
            </a:r>
            <a:r>
              <a:rPr lang="es-ES" sz="4000" b="1" err="1">
                <a:solidFill>
                  <a:srgbClr val="7F0055"/>
                </a:solidFill>
                <a:effectLst/>
                <a:latin typeface="Consolas" panose="020B0609020204030204" pitchFamily="49" charset="0"/>
              </a:rPr>
              <a:t>extends</a:t>
            </a:r>
            <a:r>
              <a:rPr lang="es-ES" sz="4000">
                <a:solidFill>
                  <a:srgbClr val="000000"/>
                </a:solidFill>
                <a:effectLst/>
                <a:latin typeface="Consolas" panose="020B0609020204030204" pitchFamily="49" charset="0"/>
              </a:rPr>
              <a:t> JFrame {</a:t>
            </a:r>
          </a:p>
          <a:p>
            <a:pPr marL="0" marR="0" indent="0">
              <a:spcBef>
                <a:spcPts val="0"/>
              </a:spcBef>
              <a:spcAft>
                <a:spcPts val="0"/>
              </a:spcAft>
              <a:buNone/>
            </a:pPr>
            <a:r>
              <a:rPr lang="es-ES" sz="4000" b="1" err="1">
                <a:solidFill>
                  <a:srgbClr val="7F0055"/>
                </a:solidFill>
                <a:effectLst/>
                <a:latin typeface="Consolas" panose="020B0609020204030204" pitchFamily="49" charset="0"/>
              </a:rPr>
              <a:t>public</a:t>
            </a:r>
            <a:r>
              <a:rPr lang="es-ES" sz="4000">
                <a:solidFill>
                  <a:srgbClr val="000000"/>
                </a:solidFill>
                <a:effectLst/>
                <a:latin typeface="Consolas" panose="020B0609020204030204" pitchFamily="49" charset="0"/>
              </a:rPr>
              <a:t> </a:t>
            </a:r>
            <a:r>
              <a:rPr lang="es-ES" sz="4000" b="1" err="1">
                <a:solidFill>
                  <a:srgbClr val="7F0055"/>
                </a:solidFill>
                <a:effectLst/>
                <a:latin typeface="Consolas" panose="020B0609020204030204" pitchFamily="49" charset="0"/>
              </a:rPr>
              <a:t>static</a:t>
            </a:r>
            <a:r>
              <a:rPr lang="es-ES" sz="4000">
                <a:solidFill>
                  <a:srgbClr val="000000"/>
                </a:solidFill>
                <a:effectLst/>
                <a:latin typeface="Consolas" panose="020B0609020204030204" pitchFamily="49" charset="0"/>
              </a:rPr>
              <a:t> </a:t>
            </a:r>
            <a:r>
              <a:rPr lang="es-ES" sz="4000" b="1" err="1">
                <a:solidFill>
                  <a:srgbClr val="7F0055"/>
                </a:solidFill>
                <a:effectLst/>
                <a:latin typeface="Consolas" panose="020B0609020204030204" pitchFamily="49" charset="0"/>
              </a:rPr>
              <a:t>void</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main</a:t>
            </a:r>
            <a:r>
              <a:rPr lang="es-ES" sz="4000">
                <a:solidFill>
                  <a:srgbClr val="000000"/>
                </a:solidFill>
                <a:effectLst/>
                <a:latin typeface="Consolas" panose="020B0609020204030204" pitchFamily="49" charset="0"/>
              </a:rPr>
              <a:t>(</a:t>
            </a:r>
            <a:r>
              <a:rPr lang="es-ES" sz="4000" err="1">
                <a:solidFill>
                  <a:srgbClr val="000000"/>
                </a:solidFill>
                <a:effectLst/>
                <a:latin typeface="Consolas" panose="020B0609020204030204" pitchFamily="49" charset="0"/>
              </a:rPr>
              <a:t>String</a:t>
            </a:r>
            <a:r>
              <a:rPr lang="es-ES" sz="4000">
                <a:solidFill>
                  <a:srgbClr val="000000"/>
                </a:solidFill>
                <a:effectLst/>
                <a:latin typeface="Consolas" panose="020B0609020204030204" pitchFamily="49" charset="0"/>
              </a:rPr>
              <a:t>[] </a:t>
            </a:r>
            <a:r>
              <a:rPr lang="es-ES" sz="4000" err="1">
                <a:solidFill>
                  <a:srgbClr val="6A3E3E"/>
                </a:solidFill>
                <a:effectLst/>
                <a:latin typeface="Consolas" panose="020B0609020204030204" pitchFamily="49" charset="0"/>
              </a:rPr>
              <a:t>args</a:t>
            </a:r>
            <a:r>
              <a:rPr lang="es-ES" sz="4000">
                <a:solidFill>
                  <a:srgbClr val="000000"/>
                </a:solidFill>
                <a:effectLst/>
                <a:latin typeface="Consolas" panose="020B0609020204030204" pitchFamily="49" charset="0"/>
              </a:rPr>
              <a:t>) {</a:t>
            </a:r>
          </a:p>
          <a:p>
            <a:pPr marL="0" marR="0" indent="0">
              <a:spcBef>
                <a:spcPts val="0"/>
              </a:spcBef>
              <a:spcAft>
                <a:spcPts val="0"/>
              </a:spcAft>
              <a:buNone/>
            </a:pPr>
            <a:r>
              <a:rPr lang="es-ES" sz="4000">
                <a:solidFill>
                  <a:srgbClr val="000000"/>
                </a:solidFill>
                <a:effectLst/>
                <a:latin typeface="Consolas" panose="020B0609020204030204" pitchFamily="49" charset="0"/>
              </a:rPr>
              <a:t>JFrame </a:t>
            </a:r>
            <a:r>
              <a:rPr lang="es-ES" sz="4000" err="1">
                <a:solidFill>
                  <a:srgbClr val="6A3E3E"/>
                </a:solidFill>
                <a:effectLst/>
                <a:latin typeface="Consolas" panose="020B0609020204030204" pitchFamily="49" charset="0"/>
              </a:rPr>
              <a:t>frame</a:t>
            </a:r>
            <a:r>
              <a:rPr lang="es-ES" sz="4000">
                <a:solidFill>
                  <a:srgbClr val="000000"/>
                </a:solidFill>
                <a:effectLst/>
                <a:latin typeface="Consolas" panose="020B0609020204030204" pitchFamily="49" charset="0"/>
              </a:rPr>
              <a:t> = </a:t>
            </a:r>
            <a:r>
              <a:rPr lang="es-ES" sz="4000" b="1">
                <a:solidFill>
                  <a:srgbClr val="7F0055"/>
                </a:solidFill>
                <a:effectLst/>
                <a:latin typeface="Consolas" panose="020B0609020204030204" pitchFamily="49" charset="0"/>
              </a:rPr>
              <a:t>new</a:t>
            </a:r>
            <a:r>
              <a:rPr lang="es-ES" sz="4000">
                <a:solidFill>
                  <a:srgbClr val="000000"/>
                </a:solidFill>
                <a:effectLst/>
                <a:latin typeface="Consolas" panose="020B0609020204030204" pitchFamily="49" charset="0"/>
              </a:rPr>
              <a:t> JFrame(</a:t>
            </a:r>
            <a:r>
              <a:rPr lang="es-ES" sz="4000">
                <a:solidFill>
                  <a:srgbClr val="2A00FF"/>
                </a:solidFill>
                <a:effectLst/>
                <a:latin typeface="Consolas" panose="020B0609020204030204" pitchFamily="49" charset="0"/>
              </a:rPr>
              <a:t>"Botón Personalizado"</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frame</a:t>
            </a:r>
            <a:r>
              <a:rPr lang="es-ES" sz="4000" err="1">
                <a:solidFill>
                  <a:srgbClr val="000000"/>
                </a:solidFill>
                <a:effectLst/>
                <a:latin typeface="Consolas" panose="020B0609020204030204" pitchFamily="49" charset="0"/>
              </a:rPr>
              <a:t>.setDefaultCloseOperation</a:t>
            </a:r>
            <a:r>
              <a:rPr lang="es-ES" sz="4000">
                <a:solidFill>
                  <a:srgbClr val="000000"/>
                </a:solidFill>
                <a:effectLst/>
                <a:latin typeface="Consolas" panose="020B0609020204030204" pitchFamily="49" charset="0"/>
              </a:rPr>
              <a:t>(</a:t>
            </a:r>
            <a:r>
              <a:rPr lang="es-ES" sz="4000" err="1">
                <a:solidFill>
                  <a:srgbClr val="000000"/>
                </a:solidFill>
                <a:effectLst/>
                <a:latin typeface="Consolas" panose="020B0609020204030204" pitchFamily="49" charset="0"/>
              </a:rPr>
              <a:t>JFrame.</a:t>
            </a:r>
            <a:r>
              <a:rPr lang="es-ES" sz="4000" b="1" i="1" err="1">
                <a:solidFill>
                  <a:srgbClr val="0000C0"/>
                </a:solidFill>
                <a:effectLst/>
                <a:latin typeface="Consolas" panose="020B0609020204030204" pitchFamily="49" charset="0"/>
              </a:rPr>
              <a:t>EXIT_ON_CLOSE</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000000"/>
                </a:solidFill>
                <a:effectLst/>
                <a:latin typeface="Consolas" panose="020B0609020204030204" pitchFamily="49" charset="0"/>
              </a:rPr>
              <a:t>JPanel</a:t>
            </a:r>
            <a:r>
              <a:rPr lang="es-ES" sz="4000">
                <a:solidFill>
                  <a:srgbClr val="000000"/>
                </a:solidFill>
                <a:effectLst/>
                <a:latin typeface="Consolas" panose="020B0609020204030204" pitchFamily="49" charset="0"/>
              </a:rPr>
              <a:t> </a:t>
            </a:r>
            <a:r>
              <a:rPr lang="es-ES" sz="4000">
                <a:solidFill>
                  <a:srgbClr val="6A3E3E"/>
                </a:solidFill>
                <a:effectLst/>
                <a:latin typeface="Consolas" panose="020B0609020204030204" pitchFamily="49" charset="0"/>
              </a:rPr>
              <a:t>panel</a:t>
            </a:r>
            <a:r>
              <a:rPr lang="es-ES" sz="4000">
                <a:solidFill>
                  <a:srgbClr val="000000"/>
                </a:solidFill>
                <a:effectLst/>
                <a:latin typeface="Consolas" panose="020B0609020204030204" pitchFamily="49" charset="0"/>
              </a:rPr>
              <a:t> = </a:t>
            </a:r>
            <a:r>
              <a:rPr lang="es-ES" sz="4000" b="1">
                <a:solidFill>
                  <a:srgbClr val="7F0055"/>
                </a:solidFill>
                <a:effectLst/>
                <a:latin typeface="Consolas" panose="020B0609020204030204" pitchFamily="49" charset="0"/>
              </a:rPr>
              <a:t>new</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JPanel</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panel</a:t>
            </a:r>
            <a:r>
              <a:rPr lang="es-ES" sz="4000" err="1">
                <a:solidFill>
                  <a:srgbClr val="000000"/>
                </a:solidFill>
                <a:effectLst/>
                <a:latin typeface="Consolas" panose="020B0609020204030204" pitchFamily="49" charset="0"/>
              </a:rPr>
              <a:t>.setLayout</a:t>
            </a:r>
            <a:r>
              <a:rPr lang="es-ES" sz="4000">
                <a:solidFill>
                  <a:srgbClr val="000000"/>
                </a:solidFill>
                <a:effectLst/>
                <a:latin typeface="Consolas" panose="020B0609020204030204" pitchFamily="49" charset="0"/>
              </a:rPr>
              <a:t>(</a:t>
            </a:r>
            <a:r>
              <a:rPr lang="es-ES" sz="4000" b="1" err="1">
                <a:solidFill>
                  <a:srgbClr val="7F0055"/>
                </a:solidFill>
                <a:effectLst/>
                <a:latin typeface="Consolas" panose="020B0609020204030204" pitchFamily="49" charset="0"/>
              </a:rPr>
              <a:t>null</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frame</a:t>
            </a:r>
            <a:r>
              <a:rPr lang="es-ES" sz="4000" err="1">
                <a:solidFill>
                  <a:srgbClr val="000000"/>
                </a:solidFill>
                <a:effectLst/>
                <a:latin typeface="Consolas" panose="020B0609020204030204" pitchFamily="49" charset="0"/>
              </a:rPr>
              <a:t>.getContentPane</a:t>
            </a:r>
            <a:r>
              <a:rPr lang="es-ES" sz="4000">
                <a:solidFill>
                  <a:srgbClr val="000000"/>
                </a:solidFill>
                <a:effectLst/>
                <a:latin typeface="Consolas" panose="020B0609020204030204" pitchFamily="49" charset="0"/>
              </a:rPr>
              <a:t>().</a:t>
            </a:r>
            <a:r>
              <a:rPr lang="es-ES" sz="4000" err="1">
                <a:solidFill>
                  <a:srgbClr val="000000"/>
                </a:solidFill>
                <a:effectLst/>
                <a:latin typeface="Consolas" panose="020B0609020204030204" pitchFamily="49" charset="0"/>
              </a:rPr>
              <a:t>add</a:t>
            </a:r>
            <a:r>
              <a:rPr lang="es-ES" sz="4000">
                <a:solidFill>
                  <a:srgbClr val="000000"/>
                </a:solidFill>
                <a:effectLst/>
                <a:latin typeface="Consolas" panose="020B0609020204030204" pitchFamily="49" charset="0"/>
              </a:rPr>
              <a:t>(</a:t>
            </a:r>
            <a:r>
              <a:rPr lang="es-ES" sz="4000">
                <a:solidFill>
                  <a:srgbClr val="6A3E3E"/>
                </a:solidFill>
                <a:effectLst/>
                <a:latin typeface="Consolas" panose="020B0609020204030204" pitchFamily="49" charset="0"/>
              </a:rPr>
              <a:t>panel</a:t>
            </a:r>
            <a:r>
              <a:rPr lang="es-ES" sz="4000">
                <a:solidFill>
                  <a:srgbClr val="000000"/>
                </a:solidFill>
                <a:effectLst/>
                <a:latin typeface="Consolas" panose="020B0609020204030204" pitchFamily="49" charset="0"/>
              </a:rPr>
              <a:t>);</a:t>
            </a: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err="1">
                <a:solidFill>
                  <a:srgbClr val="000000"/>
                </a:solidFill>
                <a:effectLst/>
                <a:latin typeface="Consolas" panose="020B0609020204030204" pitchFamily="49" charset="0"/>
              </a:rPr>
              <a:t>JButton</a:t>
            </a:r>
            <a:r>
              <a:rPr lang="es-ES" sz="4000">
                <a:solidFill>
                  <a:srgbClr val="000000"/>
                </a:solidFill>
                <a:effectLst/>
                <a:latin typeface="Consolas" panose="020B0609020204030204" pitchFamily="49" charset="0"/>
              </a:rPr>
              <a:t> </a:t>
            </a:r>
            <a:r>
              <a:rPr lang="es-ES" sz="4000" err="1">
                <a:solidFill>
                  <a:srgbClr val="6A3E3E"/>
                </a:solidFill>
                <a:effectLst/>
                <a:latin typeface="Consolas" panose="020B0609020204030204" pitchFamily="49" charset="0"/>
              </a:rPr>
              <a:t>button</a:t>
            </a:r>
            <a:r>
              <a:rPr lang="es-ES" sz="4000">
                <a:solidFill>
                  <a:srgbClr val="000000"/>
                </a:solidFill>
                <a:effectLst/>
                <a:latin typeface="Consolas" panose="020B0609020204030204" pitchFamily="49" charset="0"/>
              </a:rPr>
              <a:t> = </a:t>
            </a:r>
            <a:r>
              <a:rPr lang="es-ES" sz="4000" b="1">
                <a:solidFill>
                  <a:srgbClr val="7F0055"/>
                </a:solidFill>
                <a:effectLst/>
                <a:latin typeface="Consolas" panose="020B0609020204030204" pitchFamily="49" charset="0"/>
              </a:rPr>
              <a:t>new</a:t>
            </a:r>
            <a:r>
              <a:rPr lang="es-ES" sz="4000">
                <a:solidFill>
                  <a:srgbClr val="000000"/>
                </a:solidFill>
                <a:effectLst/>
                <a:latin typeface="Consolas" panose="020B0609020204030204" pitchFamily="49" charset="0"/>
              </a:rPr>
              <a:t> </a:t>
            </a:r>
            <a:r>
              <a:rPr lang="es-ES" sz="4000" err="1">
                <a:solidFill>
                  <a:srgbClr val="000000"/>
                </a:solidFill>
                <a:effectLst/>
                <a:latin typeface="Consolas" panose="020B0609020204030204" pitchFamily="49" charset="0"/>
              </a:rPr>
              <a:t>JButton</a:t>
            </a:r>
            <a:r>
              <a:rPr lang="es-ES" sz="4000">
                <a:solidFill>
                  <a:srgbClr val="000000"/>
                </a:solidFill>
                <a:effectLst/>
                <a:latin typeface="Consolas" panose="020B0609020204030204" pitchFamily="49" charset="0"/>
              </a:rPr>
              <a:t>(</a:t>
            </a:r>
            <a:r>
              <a:rPr lang="es-ES" sz="4000">
                <a:solidFill>
                  <a:srgbClr val="2A00FF"/>
                </a:solidFill>
                <a:effectLst/>
                <a:latin typeface="Consolas" panose="020B0609020204030204" pitchFamily="49" charset="0"/>
              </a:rPr>
              <a:t>"Botón Personalizado"</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button</a:t>
            </a:r>
            <a:r>
              <a:rPr lang="es-ES" sz="4000" err="1">
                <a:solidFill>
                  <a:srgbClr val="000000"/>
                </a:solidFill>
                <a:effectLst/>
                <a:latin typeface="Consolas" panose="020B0609020204030204" pitchFamily="49" charset="0"/>
              </a:rPr>
              <a:t>.setBackground</a:t>
            </a:r>
            <a:r>
              <a:rPr lang="es-ES" sz="4000">
                <a:solidFill>
                  <a:srgbClr val="000000"/>
                </a:solidFill>
                <a:effectLst/>
                <a:latin typeface="Consolas" panose="020B0609020204030204" pitchFamily="49" charset="0"/>
              </a:rPr>
              <a:t>(</a:t>
            </a:r>
            <a:r>
              <a:rPr lang="es-ES" sz="4000" err="1">
                <a:solidFill>
                  <a:srgbClr val="000000"/>
                </a:solidFill>
                <a:effectLst/>
                <a:latin typeface="Consolas" panose="020B0609020204030204" pitchFamily="49" charset="0"/>
              </a:rPr>
              <a:t>Color.</a:t>
            </a:r>
            <a:r>
              <a:rPr lang="es-ES" sz="4000" b="1" i="1" err="1">
                <a:solidFill>
                  <a:srgbClr val="0000C0"/>
                </a:solidFill>
                <a:effectLst/>
                <a:latin typeface="Consolas" panose="020B0609020204030204" pitchFamily="49" charset="0"/>
              </a:rPr>
              <a:t>CYAN</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button</a:t>
            </a:r>
            <a:r>
              <a:rPr lang="es-ES" sz="4000" err="1">
                <a:solidFill>
                  <a:srgbClr val="000000"/>
                </a:solidFill>
                <a:effectLst/>
                <a:latin typeface="Consolas" panose="020B0609020204030204" pitchFamily="49" charset="0"/>
              </a:rPr>
              <a:t>.setForeground</a:t>
            </a:r>
            <a:r>
              <a:rPr lang="es-ES" sz="4000">
                <a:solidFill>
                  <a:srgbClr val="000000"/>
                </a:solidFill>
                <a:effectLst/>
                <a:latin typeface="Consolas" panose="020B0609020204030204" pitchFamily="49" charset="0"/>
              </a:rPr>
              <a:t>(</a:t>
            </a:r>
            <a:r>
              <a:rPr lang="es-ES" sz="4000" err="1">
                <a:solidFill>
                  <a:srgbClr val="000000"/>
                </a:solidFill>
                <a:effectLst/>
                <a:latin typeface="Consolas" panose="020B0609020204030204" pitchFamily="49" charset="0"/>
              </a:rPr>
              <a:t>Color.</a:t>
            </a:r>
            <a:r>
              <a:rPr lang="es-ES" sz="4000" b="1" i="1" err="1">
                <a:solidFill>
                  <a:srgbClr val="0000C0"/>
                </a:solidFill>
                <a:effectLst/>
                <a:latin typeface="Consolas" panose="020B0609020204030204" pitchFamily="49" charset="0"/>
              </a:rPr>
              <a:t>RED</a:t>
            </a:r>
            <a:r>
              <a:rPr lang="es-ES" sz="4000">
                <a:solidFill>
                  <a:srgbClr val="000000"/>
                </a:solidFill>
                <a:effectLst/>
                <a:latin typeface="Consolas" panose="020B0609020204030204" pitchFamily="49" charset="0"/>
              </a:rPr>
              <a:t>);</a:t>
            </a: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a:solidFill>
                  <a:srgbClr val="3F7F5F"/>
                </a:solidFill>
                <a:effectLst/>
                <a:latin typeface="Consolas" panose="020B0609020204030204" pitchFamily="49" charset="0"/>
              </a:rPr>
              <a:t>// Establecer el tamaño y la ubicación del botón</a:t>
            </a: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err="1">
                <a:solidFill>
                  <a:srgbClr val="6A3E3E"/>
                </a:solidFill>
                <a:effectLst/>
                <a:latin typeface="Consolas" panose="020B0609020204030204" pitchFamily="49" charset="0"/>
              </a:rPr>
              <a:t>button</a:t>
            </a:r>
            <a:r>
              <a:rPr lang="es-ES" sz="4000" err="1">
                <a:solidFill>
                  <a:srgbClr val="000000"/>
                </a:solidFill>
                <a:effectLst/>
                <a:latin typeface="Consolas" panose="020B0609020204030204" pitchFamily="49" charset="0"/>
              </a:rPr>
              <a:t>.setBounds</a:t>
            </a:r>
            <a:r>
              <a:rPr lang="es-ES" sz="4000">
                <a:solidFill>
                  <a:srgbClr val="000000"/>
                </a:solidFill>
                <a:effectLst/>
                <a:latin typeface="Consolas" panose="020B0609020204030204" pitchFamily="49" charset="0"/>
              </a:rPr>
              <a:t>(50, 50, 200, 30); </a:t>
            </a:r>
            <a:r>
              <a:rPr lang="es-ES" sz="4000">
                <a:solidFill>
                  <a:srgbClr val="3F7F5F"/>
                </a:solidFill>
                <a:effectLst/>
                <a:latin typeface="Consolas" panose="020B0609020204030204" pitchFamily="49" charset="0"/>
              </a:rPr>
              <a:t>// (x, y, ancho, alto)</a:t>
            </a:r>
            <a:endParaRPr lang="es-ES" sz="4000">
              <a:solidFill>
                <a:srgbClr val="000000"/>
              </a:solidFill>
              <a:effectLst/>
              <a:latin typeface="Consolas" panose="020B0609020204030204" pitchFamily="49" charset="0"/>
            </a:endParaRP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err="1">
                <a:solidFill>
                  <a:srgbClr val="6A3E3E"/>
                </a:solidFill>
                <a:effectLst/>
                <a:latin typeface="Consolas" panose="020B0609020204030204" pitchFamily="49" charset="0"/>
              </a:rPr>
              <a:t>frame</a:t>
            </a:r>
            <a:r>
              <a:rPr lang="es-ES" sz="4000" err="1">
                <a:solidFill>
                  <a:srgbClr val="000000"/>
                </a:solidFill>
                <a:effectLst/>
                <a:latin typeface="Consolas" panose="020B0609020204030204" pitchFamily="49" charset="0"/>
              </a:rPr>
              <a:t>.setLocation</a:t>
            </a:r>
            <a:r>
              <a:rPr lang="es-ES" sz="4000">
                <a:solidFill>
                  <a:srgbClr val="000000"/>
                </a:solidFill>
                <a:effectLst/>
                <a:latin typeface="Consolas" panose="020B0609020204030204" pitchFamily="49" charset="0"/>
              </a:rPr>
              <a:t>(300, 300);</a:t>
            </a:r>
          </a:p>
          <a:p>
            <a:pPr marL="0" marR="0" indent="0">
              <a:spcBef>
                <a:spcPts val="0"/>
              </a:spcBef>
              <a:spcAft>
                <a:spcPts val="0"/>
              </a:spcAft>
              <a:buNone/>
            </a:pPr>
            <a:r>
              <a:rPr lang="es-ES" sz="4000" err="1">
                <a:solidFill>
                  <a:srgbClr val="6A3E3E"/>
                </a:solidFill>
                <a:effectLst/>
                <a:latin typeface="Consolas" panose="020B0609020204030204" pitchFamily="49" charset="0"/>
              </a:rPr>
              <a:t>frame</a:t>
            </a:r>
            <a:r>
              <a:rPr lang="es-ES" sz="4000" err="1">
                <a:solidFill>
                  <a:srgbClr val="000000"/>
                </a:solidFill>
                <a:effectLst/>
                <a:latin typeface="Consolas" panose="020B0609020204030204" pitchFamily="49" charset="0"/>
              </a:rPr>
              <a:t>.setSize</a:t>
            </a:r>
            <a:r>
              <a:rPr lang="es-ES" sz="4000">
                <a:solidFill>
                  <a:srgbClr val="000000"/>
                </a:solidFill>
                <a:effectLst/>
                <a:latin typeface="Consolas" panose="020B0609020204030204" pitchFamily="49" charset="0"/>
              </a:rPr>
              <a:t>(300, 200);</a:t>
            </a:r>
          </a:p>
          <a:p>
            <a:pPr marL="0" marR="0" indent="0">
              <a:spcBef>
                <a:spcPts val="0"/>
              </a:spcBef>
              <a:spcAft>
                <a:spcPts val="0"/>
              </a:spcAft>
              <a:buNone/>
            </a:pPr>
            <a:br>
              <a:rPr lang="es-ES" sz="4000">
                <a:solidFill>
                  <a:srgbClr val="000000"/>
                </a:solidFill>
                <a:effectLst/>
                <a:latin typeface="Consolas" panose="020B0609020204030204" pitchFamily="49" charset="0"/>
              </a:rPr>
            </a:br>
            <a:endParaRPr lang="es-ES" sz="4000">
              <a:solidFill>
                <a:srgbClr val="000000"/>
              </a:solidFill>
              <a:effectLst/>
              <a:latin typeface="Consolas" panose="020B0609020204030204" pitchFamily="49" charset="0"/>
            </a:endParaRPr>
          </a:p>
          <a:p>
            <a:pPr marL="0" marR="0" indent="0">
              <a:spcBef>
                <a:spcPts val="0"/>
              </a:spcBef>
              <a:spcAft>
                <a:spcPts val="0"/>
              </a:spcAft>
              <a:buNone/>
            </a:pPr>
            <a:r>
              <a:rPr lang="es-ES" sz="4000" err="1">
                <a:solidFill>
                  <a:srgbClr val="6A3E3E"/>
                </a:solidFill>
                <a:effectLst/>
                <a:latin typeface="Consolas" panose="020B0609020204030204" pitchFamily="49" charset="0"/>
              </a:rPr>
              <a:t>panel</a:t>
            </a:r>
            <a:r>
              <a:rPr lang="es-ES" sz="4000" err="1">
                <a:solidFill>
                  <a:srgbClr val="000000"/>
                </a:solidFill>
                <a:effectLst/>
                <a:latin typeface="Consolas" panose="020B0609020204030204" pitchFamily="49" charset="0"/>
              </a:rPr>
              <a:t>.add</a:t>
            </a:r>
            <a:r>
              <a:rPr lang="es-ES" sz="4000">
                <a:solidFill>
                  <a:srgbClr val="000000"/>
                </a:solidFill>
                <a:effectLst/>
                <a:latin typeface="Consolas" panose="020B0609020204030204" pitchFamily="49" charset="0"/>
              </a:rPr>
              <a:t>(</a:t>
            </a:r>
            <a:r>
              <a:rPr lang="es-ES" sz="4000" err="1">
                <a:solidFill>
                  <a:srgbClr val="6A3E3E"/>
                </a:solidFill>
                <a:effectLst/>
                <a:latin typeface="Consolas" panose="020B0609020204030204" pitchFamily="49" charset="0"/>
              </a:rPr>
              <a:t>button</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4000" err="1">
                <a:solidFill>
                  <a:srgbClr val="6A3E3E"/>
                </a:solidFill>
                <a:effectLst/>
                <a:latin typeface="Consolas" panose="020B0609020204030204" pitchFamily="49" charset="0"/>
              </a:rPr>
              <a:t>frame</a:t>
            </a:r>
            <a:r>
              <a:rPr lang="es-ES" sz="4000" err="1">
                <a:solidFill>
                  <a:srgbClr val="000000"/>
                </a:solidFill>
                <a:effectLst/>
                <a:latin typeface="Consolas" panose="020B0609020204030204" pitchFamily="49" charset="0"/>
              </a:rPr>
              <a:t>.setVisible</a:t>
            </a:r>
            <a:r>
              <a:rPr lang="es-ES" sz="4000">
                <a:solidFill>
                  <a:srgbClr val="000000"/>
                </a:solidFill>
                <a:effectLst/>
                <a:latin typeface="Consolas" panose="020B0609020204030204" pitchFamily="49" charset="0"/>
              </a:rPr>
              <a:t>(</a:t>
            </a:r>
            <a:r>
              <a:rPr lang="es-ES" sz="4000" b="1">
                <a:solidFill>
                  <a:srgbClr val="7F0055"/>
                </a:solidFill>
                <a:effectLst/>
                <a:latin typeface="Consolas" panose="020B0609020204030204" pitchFamily="49" charset="0"/>
              </a:rPr>
              <a:t>true</a:t>
            </a:r>
            <a:r>
              <a:rPr lang="es-ES" sz="4000">
                <a:solidFill>
                  <a:srgbClr val="000000"/>
                </a:solidFill>
                <a:effectLst/>
                <a:latin typeface="Consolas" panose="020B0609020204030204" pitchFamily="49" charset="0"/>
              </a:rPr>
              <a:t>);</a:t>
            </a:r>
          </a:p>
          <a:p>
            <a:pPr marL="0" marR="0" indent="0">
              <a:spcBef>
                <a:spcPts val="0"/>
              </a:spcBef>
              <a:spcAft>
                <a:spcPts val="0"/>
              </a:spcAft>
              <a:buNone/>
            </a:pPr>
            <a:r>
              <a:rPr lang="es-ES" sz="3200">
                <a:solidFill>
                  <a:srgbClr val="000000"/>
                </a:solidFill>
                <a:effectLst/>
                <a:latin typeface="Consolas" panose="020B0609020204030204" pitchFamily="49" charset="0"/>
              </a:rPr>
              <a:t>}</a:t>
            </a:r>
          </a:p>
          <a:p>
            <a:pPr marL="0" marR="0" indent="0">
              <a:spcBef>
                <a:spcPts val="0"/>
              </a:spcBef>
              <a:spcAft>
                <a:spcPts val="0"/>
              </a:spcAft>
              <a:buNone/>
            </a:pPr>
            <a:r>
              <a:rPr lang="es-ES" sz="3200">
                <a:solidFill>
                  <a:srgbClr val="000000"/>
                </a:solidFill>
                <a:effectLst/>
                <a:latin typeface="Consolas" panose="020B0609020204030204" pitchFamily="49" charset="0"/>
              </a:rPr>
              <a:t>}</a:t>
            </a:r>
          </a:p>
        </p:txBody>
      </p:sp>
      <p:pic>
        <p:nvPicPr>
          <p:cNvPr id="5" name="Imagen 4">
            <a:extLst>
              <a:ext uri="{FF2B5EF4-FFF2-40B4-BE49-F238E27FC236}">
                <a16:creationId xmlns:a16="http://schemas.microsoft.com/office/drawing/2014/main" id="{61D7D339-70A1-D46F-9005-D429335FF402}"/>
              </a:ext>
            </a:extLst>
          </p:cNvPr>
          <p:cNvPicPr>
            <a:picLocks noChangeAspect="1"/>
          </p:cNvPicPr>
          <p:nvPr/>
        </p:nvPicPr>
        <p:blipFill>
          <a:blip r:embed="rId3"/>
          <a:stretch>
            <a:fillRect/>
          </a:stretch>
        </p:blipFill>
        <p:spPr>
          <a:xfrm>
            <a:off x="7148315" y="365125"/>
            <a:ext cx="3834010" cy="2620552"/>
          </a:xfrm>
          <a:prstGeom prst="rect">
            <a:avLst/>
          </a:prstGeom>
        </p:spPr>
      </p:pic>
      <p:sp>
        <p:nvSpPr>
          <p:cNvPr id="6" name="CuadroTexto 5">
            <a:extLst>
              <a:ext uri="{FF2B5EF4-FFF2-40B4-BE49-F238E27FC236}">
                <a16:creationId xmlns:a16="http://schemas.microsoft.com/office/drawing/2014/main" id="{2C801E9B-D161-76F3-98B6-7C3BBEA339BF}"/>
              </a:ext>
            </a:extLst>
          </p:cNvPr>
          <p:cNvSpPr txBox="1"/>
          <p:nvPr/>
        </p:nvSpPr>
        <p:spPr>
          <a:xfrm>
            <a:off x="7148315" y="3600450"/>
            <a:ext cx="4664675" cy="1200329"/>
          </a:xfrm>
          <a:prstGeom prst="rect">
            <a:avLst/>
          </a:prstGeom>
          <a:noFill/>
        </p:spPr>
        <p:txBody>
          <a:bodyPr wrap="none" rtlCol="0">
            <a:spAutoFit/>
          </a:bodyPr>
          <a:lstStyle/>
          <a:p>
            <a:r>
              <a:rPr lang="es-ES"/>
              <a:t>1º Llamamos a al objeto color</a:t>
            </a:r>
          </a:p>
          <a:p>
            <a:r>
              <a:rPr lang="es-ES"/>
              <a:t>2º podemos usar son el método </a:t>
            </a:r>
            <a:r>
              <a:rPr lang="es-ES" err="1"/>
              <a:t>setBackGround</a:t>
            </a:r>
            <a:endParaRPr lang="es-ES"/>
          </a:p>
          <a:p>
            <a:r>
              <a:rPr lang="es-ES"/>
              <a:t>Color de fondo</a:t>
            </a:r>
          </a:p>
          <a:p>
            <a:r>
              <a:rPr lang="es-ES"/>
              <a:t>3º </a:t>
            </a:r>
            <a:r>
              <a:rPr lang="es-ES" err="1"/>
              <a:t>setForeground</a:t>
            </a:r>
            <a:r>
              <a:rPr lang="es-ES"/>
              <a:t>, el color del texto</a:t>
            </a:r>
          </a:p>
        </p:txBody>
      </p:sp>
      <p:pic>
        <p:nvPicPr>
          <p:cNvPr id="7" name="Picture 4" descr="CENEC Málaga | Málaga">
            <a:extLst>
              <a:ext uri="{FF2B5EF4-FFF2-40B4-BE49-F238E27FC236}">
                <a16:creationId xmlns:a16="http://schemas.microsoft.com/office/drawing/2014/main" id="{D0040829-A3B3-CE06-5DDF-8FD33B2BF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195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407299-A971-F100-517B-9C6881340920}"/>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sz="3100" b="1" kern="1200">
                <a:solidFill>
                  <a:srgbClr val="FFFFFF"/>
                </a:solidFill>
                <a:effectLst/>
                <a:latin typeface="+mj-lt"/>
                <a:ea typeface="+mj-ea"/>
                <a:cs typeface="+mj-cs"/>
              </a:rPr>
              <a:t>COMPONENTES: CARACTERÍSTICAS Y CAMPO DE APLICACIÓN.</a:t>
            </a:r>
            <a:endParaRPr lang="en-US" sz="3100" b="1"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uadroTexto 4">
            <a:extLst>
              <a:ext uri="{FF2B5EF4-FFF2-40B4-BE49-F238E27FC236}">
                <a16:creationId xmlns:a16="http://schemas.microsoft.com/office/drawing/2014/main" id="{D97FB12B-1238-238C-2E55-62E6A1DC5E9E}"/>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effectLst/>
              </a:rPr>
              <a:t>Debemos tener en cuenta que los</a:t>
            </a:r>
            <a:r>
              <a:rPr lang="en-US" b="1">
                <a:effectLst/>
              </a:rPr>
              <a:t> componentes </a:t>
            </a:r>
            <a:r>
              <a:rPr lang="en-US">
                <a:effectLst/>
              </a:rPr>
              <a:t>que no actúan como </a:t>
            </a:r>
            <a:r>
              <a:rPr lang="en-US" b="1">
                <a:effectLst/>
              </a:rPr>
              <a:t>contenedores </a:t>
            </a:r>
            <a:r>
              <a:rPr lang="en-US">
                <a:effectLst/>
              </a:rPr>
              <a:t>están diseñados para</a:t>
            </a:r>
            <a:r>
              <a:rPr lang="en-US" b="1">
                <a:effectLst/>
              </a:rPr>
              <a:t> interactuar con el usuario</a:t>
            </a:r>
            <a:r>
              <a:rPr lang="en-US">
                <a:effectLst/>
              </a:rPr>
              <a:t> y poseen un </a:t>
            </a:r>
            <a:r>
              <a:rPr lang="en-US" b="1">
                <a:effectLst/>
              </a:rPr>
              <a:t>diseño gráfico</a:t>
            </a:r>
            <a:r>
              <a:rPr lang="en-US">
                <a:effectLst/>
              </a:rPr>
              <a:t> para mostrar al usuario acorde con su </a:t>
            </a:r>
            <a:r>
              <a:rPr lang="en-US" b="1">
                <a:effectLst/>
              </a:rPr>
              <a:t>función o campo de aplicación</a:t>
            </a:r>
            <a:r>
              <a:rPr lang="en-US">
                <a:effectLst/>
              </a:rPr>
              <a:t>. A este tipo de componentes se les conoce en la jerga de interfaces gráficas como </a:t>
            </a:r>
            <a:r>
              <a:rPr lang="en-US" b="1">
                <a:effectLst/>
              </a:rPr>
              <a:t>Widgets</a:t>
            </a:r>
            <a:r>
              <a:rPr lang="en-US">
                <a:effectLst/>
              </a:rPr>
              <a:t>. </a:t>
            </a:r>
            <a:endParaRPr lang="en-US"/>
          </a:p>
        </p:txBody>
      </p:sp>
      <p:pic>
        <p:nvPicPr>
          <p:cNvPr id="3" name="Picture 4" descr="CENEC Málaga | Málaga">
            <a:extLst>
              <a:ext uri="{FF2B5EF4-FFF2-40B4-BE49-F238E27FC236}">
                <a16:creationId xmlns:a16="http://schemas.microsoft.com/office/drawing/2014/main" id="{CE3B9080-83A9-7D26-118B-0A84D9907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234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2B785-F5AD-81B5-9153-340B1D1E2B3C}"/>
              </a:ext>
            </a:extLst>
          </p:cNvPr>
          <p:cNvSpPr>
            <a:spLocks noGrp="1"/>
          </p:cNvSpPr>
          <p:nvPr>
            <p:ph type="title"/>
          </p:nvPr>
        </p:nvSpPr>
        <p:spPr>
          <a:xfrm>
            <a:off x="5114925" y="88901"/>
            <a:ext cx="10515600" cy="315912"/>
          </a:xfrm>
        </p:spPr>
        <p:txBody>
          <a:bodyPr>
            <a:normAutofit fontScale="90000"/>
          </a:bodyPr>
          <a:lstStyle/>
          <a:p>
            <a:r>
              <a:rPr lang="es-ES"/>
              <a:t>Crear un </a:t>
            </a:r>
            <a:r>
              <a:rPr lang="es-ES" err="1"/>
              <a:t>menu</a:t>
            </a:r>
            <a:endParaRPr lang="es-ES"/>
          </a:p>
        </p:txBody>
      </p:sp>
      <p:sp>
        <p:nvSpPr>
          <p:cNvPr id="3" name="Marcador de contenido 2">
            <a:extLst>
              <a:ext uri="{FF2B5EF4-FFF2-40B4-BE49-F238E27FC236}">
                <a16:creationId xmlns:a16="http://schemas.microsoft.com/office/drawing/2014/main" id="{5AECD146-32EF-0FE1-1A60-96E9B57A66C6}"/>
              </a:ext>
            </a:extLst>
          </p:cNvPr>
          <p:cNvSpPr>
            <a:spLocks noGrp="1"/>
          </p:cNvSpPr>
          <p:nvPr>
            <p:ph idx="1"/>
          </p:nvPr>
        </p:nvSpPr>
        <p:spPr>
          <a:xfrm>
            <a:off x="343150" y="404813"/>
            <a:ext cx="5502593" cy="6286500"/>
          </a:xfrm>
        </p:spPr>
        <p:txBody>
          <a:bodyPr>
            <a:normAutofit/>
          </a:bodyPr>
          <a:lstStyle/>
          <a:p>
            <a:pPr marL="0" marR="0" indent="0">
              <a:spcBef>
                <a:spcPts val="0"/>
              </a:spcBef>
              <a:spcAft>
                <a:spcPts val="0"/>
              </a:spcAft>
              <a:buNone/>
            </a:pPr>
            <a:endParaRPr lang="es-ES" sz="1800" b="1">
              <a:solidFill>
                <a:srgbClr val="7F0055"/>
              </a:solidFill>
              <a:effectLst/>
              <a:latin typeface="Consolas" panose="020B0609020204030204" pitchFamily="49" charset="0"/>
            </a:endParaRPr>
          </a:p>
          <a:p>
            <a:pPr marL="0" indent="0">
              <a:buNone/>
            </a:pPr>
            <a:endParaRPr lang="es-ES"/>
          </a:p>
        </p:txBody>
      </p:sp>
      <p:pic>
        <p:nvPicPr>
          <p:cNvPr id="4" name="Picture 4" descr="CENEC Málaga | Málaga">
            <a:extLst>
              <a:ext uri="{FF2B5EF4-FFF2-40B4-BE49-F238E27FC236}">
                <a16:creationId xmlns:a16="http://schemas.microsoft.com/office/drawing/2014/main" id="{4A1D3A07-68AE-AC2E-73CC-95E35D55E7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5E306057-1FD6-F980-CBE5-190082DB129E}"/>
              </a:ext>
            </a:extLst>
          </p:cNvPr>
          <p:cNvSpPr txBox="1"/>
          <p:nvPr/>
        </p:nvSpPr>
        <p:spPr>
          <a:xfrm>
            <a:off x="453709" y="547241"/>
            <a:ext cx="5892550" cy="6001643"/>
          </a:xfrm>
          <a:prstGeom prst="rect">
            <a:avLst/>
          </a:prstGeom>
          <a:noFill/>
        </p:spPr>
        <p:txBody>
          <a:bodyPr wrap="square">
            <a:spAutoFit/>
          </a:bodyPr>
          <a:lstStyle/>
          <a:p>
            <a:r>
              <a:rPr lang="es-ES" sz="1200" err="1"/>
              <a:t>package</a:t>
            </a:r>
            <a:r>
              <a:rPr lang="es-ES" sz="1200"/>
              <a:t> </a:t>
            </a:r>
            <a:r>
              <a:rPr lang="es-ES" sz="1200" err="1"/>
              <a:t>menus</a:t>
            </a:r>
            <a:r>
              <a:rPr lang="es-ES" sz="1200"/>
              <a:t>;</a:t>
            </a:r>
          </a:p>
          <a:p>
            <a:r>
              <a:rPr lang="es-ES" sz="1200" err="1"/>
              <a:t>import</a:t>
            </a:r>
            <a:r>
              <a:rPr lang="es-ES" sz="1200"/>
              <a:t> </a:t>
            </a:r>
            <a:r>
              <a:rPr lang="es-ES" sz="1200" err="1"/>
              <a:t>javax.swing</a:t>
            </a:r>
            <a:r>
              <a:rPr lang="es-ES" sz="1200"/>
              <a:t>.*;</a:t>
            </a:r>
          </a:p>
          <a:p>
            <a:r>
              <a:rPr lang="es-ES" sz="1200" err="1"/>
              <a:t>import</a:t>
            </a:r>
            <a:r>
              <a:rPr lang="es-ES" sz="1200"/>
              <a:t> </a:t>
            </a:r>
            <a:r>
              <a:rPr lang="es-ES" sz="1200" err="1"/>
              <a:t>java.awt</a:t>
            </a:r>
            <a:r>
              <a:rPr lang="es-ES" sz="1200"/>
              <a:t>.*;</a:t>
            </a:r>
          </a:p>
          <a:p>
            <a:r>
              <a:rPr lang="es-ES" sz="1200" err="1"/>
              <a:t>import</a:t>
            </a:r>
            <a:r>
              <a:rPr lang="es-ES" sz="1200"/>
              <a:t> </a:t>
            </a:r>
            <a:r>
              <a:rPr lang="es-ES" sz="1200" err="1"/>
              <a:t>java.awt.event.ActionEvent</a:t>
            </a:r>
            <a:r>
              <a:rPr lang="es-ES" sz="1200"/>
              <a:t>;</a:t>
            </a:r>
          </a:p>
          <a:p>
            <a:r>
              <a:rPr lang="es-ES" sz="1200" err="1"/>
              <a:t>import</a:t>
            </a:r>
            <a:r>
              <a:rPr lang="es-ES" sz="1200"/>
              <a:t> </a:t>
            </a:r>
            <a:r>
              <a:rPr lang="es-ES" sz="1200" err="1"/>
              <a:t>java.awt.event.ActionListener</a:t>
            </a:r>
            <a:r>
              <a:rPr lang="es-ES" sz="1200"/>
              <a:t>;</a:t>
            </a:r>
          </a:p>
          <a:p>
            <a:r>
              <a:rPr lang="es-ES" sz="1200" err="1"/>
              <a:t>public</a:t>
            </a:r>
            <a:r>
              <a:rPr lang="es-ES" sz="1200"/>
              <a:t> </a:t>
            </a:r>
            <a:r>
              <a:rPr lang="es-ES" sz="1200" err="1"/>
              <a:t>class</a:t>
            </a:r>
            <a:r>
              <a:rPr lang="es-ES" sz="1200"/>
              <a:t> Ventana8Menu </a:t>
            </a:r>
            <a:r>
              <a:rPr lang="es-ES" sz="1200" err="1"/>
              <a:t>extends</a:t>
            </a:r>
            <a:r>
              <a:rPr lang="es-ES" sz="1200"/>
              <a:t> JFrame </a:t>
            </a:r>
            <a:r>
              <a:rPr lang="es-ES" sz="1200" err="1"/>
              <a:t>implements</a:t>
            </a:r>
            <a:r>
              <a:rPr lang="es-ES" sz="1200"/>
              <a:t> </a:t>
            </a:r>
            <a:r>
              <a:rPr lang="es-ES" sz="1200" err="1"/>
              <a:t>ActionListener</a:t>
            </a:r>
            <a:r>
              <a:rPr lang="es-ES" sz="1200"/>
              <a:t> { //</a:t>
            </a:r>
            <a:r>
              <a:rPr lang="es-ES" sz="1200" err="1"/>
              <a:t>implements</a:t>
            </a:r>
            <a:r>
              <a:rPr lang="es-ES" sz="1200"/>
              <a:t> es necesario para usar </a:t>
            </a:r>
            <a:r>
              <a:rPr lang="es-ES" sz="1200" err="1"/>
              <a:t>addActionlistener</a:t>
            </a:r>
            <a:endParaRPr lang="es-ES" sz="1200"/>
          </a:p>
          <a:p>
            <a:r>
              <a:rPr lang="es-ES" sz="1200"/>
              <a:t>	// La declaración </a:t>
            </a:r>
            <a:r>
              <a:rPr lang="es-ES" sz="1200" err="1"/>
              <a:t>extends</a:t>
            </a:r>
            <a:r>
              <a:rPr lang="es-ES" sz="1200"/>
              <a:t> JFrame en una clase de </a:t>
            </a:r>
          </a:p>
          <a:p>
            <a:r>
              <a:rPr lang="es-ES" sz="1200"/>
              <a:t>	//Java indica que esa clase está heredando o extendiendo la funcionalidad de la clase JFrame </a:t>
            </a:r>
          </a:p>
          <a:p>
            <a:r>
              <a:rPr lang="es-ES" sz="1200"/>
              <a:t>	//para poder manejar eventos de acción</a:t>
            </a:r>
          </a:p>
          <a:p>
            <a:r>
              <a:rPr lang="es-ES" sz="1200"/>
              <a:t>    </a:t>
            </a:r>
            <a:r>
              <a:rPr lang="es-ES" sz="1200" err="1"/>
              <a:t>private</a:t>
            </a:r>
            <a:r>
              <a:rPr lang="es-ES" sz="1200"/>
              <a:t> </a:t>
            </a:r>
            <a:r>
              <a:rPr lang="es-ES" sz="1200" err="1"/>
              <a:t>JMenuBar</a:t>
            </a:r>
            <a:r>
              <a:rPr lang="es-ES" sz="1200"/>
              <a:t> </a:t>
            </a:r>
            <a:r>
              <a:rPr lang="es-ES" sz="1200" err="1"/>
              <a:t>mb</a:t>
            </a:r>
            <a:r>
              <a:rPr lang="es-ES" sz="1200"/>
              <a:t> = new </a:t>
            </a:r>
            <a:r>
              <a:rPr lang="es-ES" sz="1200" err="1"/>
              <a:t>JMenuBar</a:t>
            </a:r>
            <a:r>
              <a:rPr lang="es-ES" sz="1200"/>
              <a:t>(); // creamos la barra de </a:t>
            </a:r>
            <a:r>
              <a:rPr lang="es-ES" sz="1200" err="1"/>
              <a:t>menus</a:t>
            </a:r>
            <a:endParaRPr lang="es-ES" sz="1200"/>
          </a:p>
          <a:p>
            <a:r>
              <a:rPr lang="es-ES" sz="1200"/>
              <a:t>    </a:t>
            </a:r>
            <a:r>
              <a:rPr lang="es-ES" sz="1200" err="1"/>
              <a:t>private</a:t>
            </a:r>
            <a:r>
              <a:rPr lang="es-ES" sz="1200"/>
              <a:t> </a:t>
            </a:r>
            <a:r>
              <a:rPr lang="es-ES" sz="1200" err="1"/>
              <a:t>JMenu</a:t>
            </a:r>
            <a:r>
              <a:rPr lang="es-ES" sz="1200"/>
              <a:t> menu1; //creamos el elemento </a:t>
            </a:r>
            <a:r>
              <a:rPr lang="es-ES" sz="1200" err="1"/>
              <a:t>menu</a:t>
            </a:r>
            <a:endParaRPr lang="es-ES" sz="1200"/>
          </a:p>
          <a:p>
            <a:r>
              <a:rPr lang="es-ES" sz="1200"/>
              <a:t>    </a:t>
            </a:r>
            <a:r>
              <a:rPr lang="es-ES" sz="1200" err="1"/>
              <a:t>private</a:t>
            </a:r>
            <a:r>
              <a:rPr lang="es-ES" sz="1200"/>
              <a:t> </a:t>
            </a:r>
            <a:r>
              <a:rPr lang="es-ES" sz="1200" err="1"/>
              <a:t>JMenuItem</a:t>
            </a:r>
            <a:r>
              <a:rPr lang="es-ES" sz="1200"/>
              <a:t> mi1; // creamos un </a:t>
            </a:r>
            <a:r>
              <a:rPr lang="es-ES" sz="1200" err="1"/>
              <a:t>item</a:t>
            </a:r>
            <a:endParaRPr lang="es-ES" sz="1200"/>
          </a:p>
          <a:p>
            <a:r>
              <a:rPr lang="es-ES" sz="1200"/>
              <a:t>//</a:t>
            </a:r>
            <a:r>
              <a:rPr lang="es-ES" sz="1200" err="1"/>
              <a:t>metodo</a:t>
            </a:r>
            <a:r>
              <a:rPr lang="es-ES" sz="1200"/>
              <a:t> constructor</a:t>
            </a:r>
          </a:p>
          <a:p>
            <a:r>
              <a:rPr lang="es-ES" sz="1200"/>
              <a:t>    </a:t>
            </a:r>
            <a:r>
              <a:rPr lang="es-ES" sz="1200" err="1"/>
              <a:t>public</a:t>
            </a:r>
            <a:r>
              <a:rPr lang="es-ES" sz="1200"/>
              <a:t> Ventana8Menu() {</a:t>
            </a:r>
          </a:p>
          <a:p>
            <a:r>
              <a:rPr lang="es-ES" sz="1200"/>
              <a:t>        </a:t>
            </a:r>
            <a:r>
              <a:rPr lang="es-ES" sz="1200" err="1"/>
              <a:t>setTitle</a:t>
            </a:r>
            <a:r>
              <a:rPr lang="es-ES" sz="1200"/>
              <a:t>("Ejemplo de Menú con JFrame"); //titulo a la ventana</a:t>
            </a:r>
          </a:p>
          <a:p>
            <a:r>
              <a:rPr lang="es-ES" sz="1200"/>
              <a:t>        </a:t>
            </a:r>
            <a:r>
              <a:rPr lang="es-ES" sz="1200" err="1"/>
              <a:t>setDefaultCloseOperation</a:t>
            </a:r>
            <a:r>
              <a:rPr lang="es-ES" sz="1200"/>
              <a:t>(</a:t>
            </a:r>
            <a:r>
              <a:rPr lang="es-ES" sz="1200" err="1"/>
              <a:t>JFrame.EXIT_ON_CLOSE</a:t>
            </a:r>
            <a:r>
              <a:rPr lang="es-ES" sz="1200"/>
              <a:t>);</a:t>
            </a:r>
          </a:p>
          <a:p>
            <a:r>
              <a:rPr lang="es-ES" sz="1200"/>
              <a:t>        </a:t>
            </a:r>
            <a:r>
              <a:rPr lang="es-ES" sz="1200" err="1"/>
              <a:t>setLayout</a:t>
            </a:r>
            <a:r>
              <a:rPr lang="es-ES" sz="1200"/>
              <a:t>(</a:t>
            </a:r>
            <a:r>
              <a:rPr lang="es-ES" sz="1200" err="1"/>
              <a:t>null</a:t>
            </a:r>
            <a:r>
              <a:rPr lang="es-ES" sz="1200"/>
              <a:t>); </a:t>
            </a:r>
          </a:p>
          <a:p>
            <a:r>
              <a:rPr lang="es-ES" sz="1200"/>
              <a:t>               </a:t>
            </a:r>
          </a:p>
          <a:p>
            <a:r>
              <a:rPr lang="es-ES" sz="1200"/>
              <a:t>        </a:t>
            </a:r>
            <a:r>
              <a:rPr lang="es-ES" sz="1200" err="1"/>
              <a:t>setJMenuBar</a:t>
            </a:r>
            <a:r>
              <a:rPr lang="es-ES" sz="1200"/>
              <a:t>(</a:t>
            </a:r>
            <a:r>
              <a:rPr lang="es-ES" sz="1200" err="1"/>
              <a:t>mb</a:t>
            </a:r>
            <a:r>
              <a:rPr lang="es-ES" sz="1200"/>
              <a:t>); //Se agrega la barra de menús a la ventana con </a:t>
            </a:r>
            <a:r>
              <a:rPr lang="es-ES" sz="1200" err="1"/>
              <a:t>setJMenuBar</a:t>
            </a:r>
            <a:r>
              <a:rPr lang="es-ES" sz="1200"/>
              <a:t>(</a:t>
            </a:r>
            <a:r>
              <a:rPr lang="es-ES" sz="1200" err="1"/>
              <a:t>mb</a:t>
            </a:r>
            <a:r>
              <a:rPr lang="es-ES" sz="1200"/>
              <a:t>).</a:t>
            </a:r>
          </a:p>
          <a:p>
            <a:r>
              <a:rPr lang="es-ES" sz="1200"/>
              <a:t>        menu1 = new </a:t>
            </a:r>
            <a:r>
              <a:rPr lang="es-ES" sz="1200" err="1"/>
              <a:t>JMenu</a:t>
            </a:r>
            <a:r>
              <a:rPr lang="es-ES" sz="1200"/>
              <a:t>("Clientes");//se crea el elemento del </a:t>
            </a:r>
            <a:r>
              <a:rPr lang="es-ES" sz="1200" err="1"/>
              <a:t>menu</a:t>
            </a:r>
            <a:r>
              <a:rPr lang="es-ES" sz="1200"/>
              <a:t> clientes</a:t>
            </a:r>
          </a:p>
          <a:p>
            <a:r>
              <a:rPr lang="es-ES" sz="1200"/>
              <a:t>        </a:t>
            </a:r>
            <a:r>
              <a:rPr lang="es-ES" sz="1200" err="1"/>
              <a:t>mb.add</a:t>
            </a:r>
            <a:r>
              <a:rPr lang="es-ES" sz="1200"/>
              <a:t>(menu1); //se agrega a la barra de </a:t>
            </a:r>
            <a:r>
              <a:rPr lang="es-ES" sz="1200" err="1"/>
              <a:t>menus</a:t>
            </a:r>
            <a:endParaRPr lang="es-ES" sz="1200"/>
          </a:p>
          <a:p>
            <a:endParaRPr lang="es-ES" sz="1200"/>
          </a:p>
          <a:p>
            <a:r>
              <a:rPr lang="es-ES" sz="1200"/>
              <a:t>        mi1 = new </a:t>
            </a:r>
            <a:r>
              <a:rPr lang="es-ES" sz="1200" err="1"/>
              <a:t>JMenuItem</a:t>
            </a:r>
            <a:r>
              <a:rPr lang="es-ES" sz="1200"/>
              <a:t>("Añadir"); //se crea el </a:t>
            </a:r>
            <a:r>
              <a:rPr lang="es-ES" sz="1200" err="1"/>
              <a:t>item</a:t>
            </a:r>
            <a:endParaRPr lang="es-ES" sz="1200"/>
          </a:p>
          <a:p>
            <a:r>
              <a:rPr lang="es-ES" sz="1200"/>
              <a:t>        mi1.addActionListener(</a:t>
            </a:r>
            <a:r>
              <a:rPr lang="es-ES" sz="1200" err="1"/>
              <a:t>this</a:t>
            </a:r>
            <a:r>
              <a:rPr lang="es-ES" sz="1200"/>
              <a:t>); //al utilizar la implementación, nos permite usar directamente</a:t>
            </a:r>
          </a:p>
          <a:p>
            <a:r>
              <a:rPr lang="es-ES" sz="1200"/>
              <a:t>        //</a:t>
            </a:r>
            <a:r>
              <a:rPr lang="es-ES" sz="1200" err="1"/>
              <a:t>actionlistener</a:t>
            </a:r>
            <a:r>
              <a:rPr lang="es-ES" sz="1200"/>
              <a:t> </a:t>
            </a:r>
            <a:r>
              <a:rPr lang="es-ES" sz="1200" err="1"/>
              <a:t>this</a:t>
            </a:r>
            <a:r>
              <a:rPr lang="es-ES" sz="1200"/>
              <a:t> hace referencia al propio objeto</a:t>
            </a:r>
          </a:p>
          <a:p>
            <a:r>
              <a:rPr lang="es-ES" sz="1200"/>
              <a:t>        menu1.add(mi1); //se </a:t>
            </a:r>
            <a:r>
              <a:rPr lang="es-ES" sz="1200" err="1"/>
              <a:t>acrega</a:t>
            </a:r>
            <a:r>
              <a:rPr lang="es-ES" sz="1200"/>
              <a:t> al </a:t>
            </a:r>
            <a:r>
              <a:rPr lang="es-ES" sz="1200" err="1"/>
              <a:t>menu</a:t>
            </a:r>
            <a:endParaRPr lang="es-ES" sz="1200"/>
          </a:p>
          <a:p>
            <a:r>
              <a:rPr lang="es-ES" sz="1200"/>
              <a:t>    }</a:t>
            </a:r>
          </a:p>
          <a:p>
            <a:endParaRPr lang="es-ES" sz="1200"/>
          </a:p>
          <a:p>
            <a:endParaRPr lang="es-ES" sz="1200"/>
          </a:p>
        </p:txBody>
      </p:sp>
      <p:sp>
        <p:nvSpPr>
          <p:cNvPr id="12" name="CuadroTexto 11">
            <a:extLst>
              <a:ext uri="{FF2B5EF4-FFF2-40B4-BE49-F238E27FC236}">
                <a16:creationId xmlns:a16="http://schemas.microsoft.com/office/drawing/2014/main" id="{67007A54-A714-F1B7-FAED-D3C6E4767A29}"/>
              </a:ext>
            </a:extLst>
          </p:cNvPr>
          <p:cNvSpPr txBox="1"/>
          <p:nvPr/>
        </p:nvSpPr>
        <p:spPr>
          <a:xfrm>
            <a:off x="6867524" y="610136"/>
            <a:ext cx="5324476" cy="6247864"/>
          </a:xfrm>
          <a:prstGeom prst="rect">
            <a:avLst/>
          </a:prstGeom>
          <a:noFill/>
        </p:spPr>
        <p:txBody>
          <a:bodyPr wrap="square">
            <a:spAutoFit/>
          </a:bodyPr>
          <a:lstStyle/>
          <a:p>
            <a:r>
              <a:rPr lang="es-ES" sz="1600"/>
              <a:t> </a:t>
            </a:r>
            <a:r>
              <a:rPr lang="es-ES" sz="1600" err="1"/>
              <a:t>public</a:t>
            </a:r>
            <a:r>
              <a:rPr lang="es-ES" sz="1600"/>
              <a:t> </a:t>
            </a:r>
            <a:r>
              <a:rPr lang="es-ES" sz="1600" err="1"/>
              <a:t>void</a:t>
            </a:r>
            <a:r>
              <a:rPr lang="es-ES" sz="1600"/>
              <a:t> </a:t>
            </a:r>
            <a:r>
              <a:rPr lang="es-ES" sz="1600" err="1"/>
              <a:t>actionPerformed</a:t>
            </a:r>
            <a:r>
              <a:rPr lang="es-ES" sz="1600"/>
              <a:t>(</a:t>
            </a:r>
            <a:r>
              <a:rPr lang="es-ES" sz="1600" err="1"/>
              <a:t>ActionEvent</a:t>
            </a:r>
            <a:r>
              <a:rPr lang="es-ES" sz="1600"/>
              <a:t> e) {</a:t>
            </a:r>
          </a:p>
          <a:p>
            <a:r>
              <a:rPr lang="es-ES" sz="1600"/>
              <a:t>        Container </a:t>
            </a:r>
            <a:r>
              <a:rPr lang="es-ES" sz="1600" err="1"/>
              <a:t>contentPane</a:t>
            </a:r>
            <a:r>
              <a:rPr lang="es-ES" sz="1600"/>
              <a:t> = </a:t>
            </a:r>
            <a:r>
              <a:rPr lang="es-ES" sz="1600" err="1"/>
              <a:t>getContentPane</a:t>
            </a:r>
            <a:r>
              <a:rPr lang="es-ES" sz="1600"/>
              <a:t>(); //agregamos el </a:t>
            </a:r>
            <a:r>
              <a:rPr lang="es-ES" sz="1600" err="1"/>
              <a:t>pane</a:t>
            </a:r>
            <a:endParaRPr lang="es-ES" sz="1600"/>
          </a:p>
          <a:p>
            <a:r>
              <a:rPr lang="es-ES" sz="1600"/>
              <a:t>        </a:t>
            </a:r>
            <a:r>
              <a:rPr lang="es-ES" sz="1600" err="1"/>
              <a:t>if</a:t>
            </a:r>
            <a:r>
              <a:rPr lang="es-ES" sz="1600"/>
              <a:t> (</a:t>
            </a:r>
            <a:r>
              <a:rPr lang="es-ES" sz="1600" err="1"/>
              <a:t>e.getSource</a:t>
            </a:r>
            <a:r>
              <a:rPr lang="es-ES" sz="1600"/>
              <a:t>() == mi1) { //</a:t>
            </a:r>
            <a:r>
              <a:rPr lang="es-ES" sz="1600" err="1"/>
              <a:t>e.getSource</a:t>
            </a:r>
            <a:r>
              <a:rPr lang="es-ES" sz="1600"/>
              <a:t>() es un método utilizado en Java para obtener </a:t>
            </a:r>
          </a:p>
          <a:p>
            <a:r>
              <a:rPr lang="es-ES" sz="1600"/>
              <a:t>        	//el objeto que generó un evento.</a:t>
            </a:r>
          </a:p>
          <a:p>
            <a:r>
              <a:rPr lang="es-ES" sz="1600"/>
              <a:t>            </a:t>
            </a:r>
            <a:r>
              <a:rPr lang="es-ES" sz="1600" err="1"/>
              <a:t>contentPane.setBackground</a:t>
            </a:r>
            <a:r>
              <a:rPr lang="es-ES" sz="1600"/>
              <a:t>(new Color(255, 0, 0)); //cambia el color de la ventana</a:t>
            </a:r>
          </a:p>
          <a:p>
            <a:r>
              <a:rPr lang="es-ES" sz="1600"/>
              <a:t>        }       </a:t>
            </a:r>
          </a:p>
          <a:p>
            <a:r>
              <a:rPr lang="es-ES" sz="1600"/>
              <a:t>    }</a:t>
            </a:r>
          </a:p>
          <a:p>
            <a:endParaRPr lang="es-ES" sz="1600"/>
          </a:p>
          <a:p>
            <a:r>
              <a:rPr lang="es-ES" sz="1600"/>
              <a:t>    </a:t>
            </a:r>
            <a:r>
              <a:rPr lang="es-ES" sz="1600" err="1"/>
              <a:t>public</a:t>
            </a:r>
            <a:r>
              <a:rPr lang="es-ES" sz="1600"/>
              <a:t> </a:t>
            </a:r>
            <a:r>
              <a:rPr lang="es-ES" sz="1600" err="1"/>
              <a:t>static</a:t>
            </a:r>
            <a:r>
              <a:rPr lang="es-ES" sz="1600"/>
              <a:t> </a:t>
            </a:r>
            <a:r>
              <a:rPr lang="es-ES" sz="1600" err="1"/>
              <a:t>void</a:t>
            </a:r>
            <a:r>
              <a:rPr lang="es-ES" sz="1600"/>
              <a:t> </a:t>
            </a:r>
            <a:r>
              <a:rPr lang="es-ES" sz="1600" err="1"/>
              <a:t>main</a:t>
            </a:r>
            <a:r>
              <a:rPr lang="es-ES" sz="1600"/>
              <a:t>(</a:t>
            </a:r>
            <a:r>
              <a:rPr lang="es-ES" sz="1600" err="1"/>
              <a:t>String</a:t>
            </a:r>
            <a:r>
              <a:rPr lang="es-ES" sz="1600"/>
              <a:t>[] </a:t>
            </a:r>
            <a:r>
              <a:rPr lang="es-ES" sz="1600" err="1"/>
              <a:t>args</a:t>
            </a:r>
            <a:r>
              <a:rPr lang="es-ES" sz="1600"/>
              <a:t>) {</a:t>
            </a:r>
          </a:p>
          <a:p>
            <a:r>
              <a:rPr lang="es-ES" sz="1600"/>
              <a:t>    	</a:t>
            </a:r>
            <a:r>
              <a:rPr lang="es-ES" sz="1600" err="1"/>
              <a:t>SwingUtilities.invokeLater</a:t>
            </a:r>
            <a:r>
              <a:rPr lang="es-ES" sz="1600"/>
              <a:t>(new </a:t>
            </a:r>
            <a:r>
              <a:rPr lang="es-ES" sz="1600" err="1"/>
              <a:t>Runnable</a:t>
            </a:r>
            <a:r>
              <a:rPr lang="es-ES" sz="1600"/>
              <a:t>() {</a:t>
            </a:r>
          </a:p>
          <a:p>
            <a:r>
              <a:rPr lang="es-ES" sz="1600"/>
              <a:t>    	    </a:t>
            </a:r>
            <a:r>
              <a:rPr lang="es-ES" sz="1600" err="1"/>
              <a:t>public</a:t>
            </a:r>
            <a:r>
              <a:rPr lang="es-ES" sz="1600"/>
              <a:t> </a:t>
            </a:r>
            <a:r>
              <a:rPr lang="es-ES" sz="1600" err="1"/>
              <a:t>void</a:t>
            </a:r>
            <a:r>
              <a:rPr lang="es-ES" sz="1600"/>
              <a:t> run() {</a:t>
            </a:r>
          </a:p>
          <a:p>
            <a:r>
              <a:rPr lang="es-ES" sz="1600"/>
              <a:t>    	    	 Ventana8Menu formulario1 = new Ventana8Menu(); //creamos la ventana</a:t>
            </a:r>
          </a:p>
          <a:p>
            <a:r>
              <a:rPr lang="es-ES" sz="1600"/>
              <a:t>    	    	 //no necesitamos usar </a:t>
            </a:r>
            <a:r>
              <a:rPr lang="es-ES" sz="1600" err="1"/>
              <a:t>jframe</a:t>
            </a:r>
            <a:r>
              <a:rPr lang="es-ES" sz="1600"/>
              <a:t> debido a que lo estamos extendiendo con </a:t>
            </a:r>
            <a:r>
              <a:rPr lang="es-ES" sz="1600" err="1"/>
              <a:t>extends</a:t>
            </a:r>
            <a:r>
              <a:rPr lang="es-ES" sz="1600"/>
              <a:t> </a:t>
            </a:r>
            <a:r>
              <a:rPr lang="es-ES" sz="1600" err="1"/>
              <a:t>jframe</a:t>
            </a:r>
            <a:endParaRPr lang="es-ES" sz="1600"/>
          </a:p>
          <a:p>
            <a:r>
              <a:rPr lang="es-ES" sz="1600"/>
              <a:t>    	            formulario1.setBounds(10, 20, 300, 200); </a:t>
            </a:r>
          </a:p>
          <a:p>
            <a:r>
              <a:rPr lang="es-ES" sz="1600"/>
              <a:t>    	            formulario1.setVisible(true);</a:t>
            </a:r>
          </a:p>
          <a:p>
            <a:r>
              <a:rPr lang="es-ES" sz="1600"/>
              <a:t>    	    }</a:t>
            </a:r>
          </a:p>
          <a:p>
            <a:r>
              <a:rPr lang="es-ES" sz="1600"/>
              <a:t>    	});</a:t>
            </a:r>
          </a:p>
          <a:p>
            <a:r>
              <a:rPr lang="es-ES" sz="1600"/>
              <a:t>   </a:t>
            </a:r>
          </a:p>
          <a:p>
            <a:r>
              <a:rPr lang="es-ES" sz="1600"/>
              <a:t>    }</a:t>
            </a:r>
          </a:p>
          <a:p>
            <a:r>
              <a:rPr lang="es-ES" sz="1600"/>
              <a:t>}</a:t>
            </a:r>
          </a:p>
        </p:txBody>
      </p:sp>
    </p:spTree>
    <p:extLst>
      <p:ext uri="{BB962C8B-B14F-4D97-AF65-F5344CB8AC3E}">
        <p14:creationId xmlns:p14="http://schemas.microsoft.com/office/powerpoint/2010/main" val="3368107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9844C0-1AB0-4E5E-85FF-652EAD955982}"/>
              </a:ext>
            </a:extLst>
          </p:cNvPr>
          <p:cNvSpPr>
            <a:spLocks noGrp="1"/>
          </p:cNvSpPr>
          <p:nvPr>
            <p:ph type="title"/>
          </p:nvPr>
        </p:nvSpPr>
        <p:spPr>
          <a:xfrm>
            <a:off x="676275" y="127001"/>
            <a:ext cx="10515600" cy="315912"/>
          </a:xfrm>
        </p:spPr>
        <p:txBody>
          <a:bodyPr>
            <a:normAutofit fontScale="90000"/>
          </a:bodyPr>
          <a:lstStyle/>
          <a:p>
            <a:r>
              <a:rPr lang="es-ES"/>
              <a:t>Explicación del código</a:t>
            </a:r>
          </a:p>
        </p:txBody>
      </p:sp>
      <p:sp>
        <p:nvSpPr>
          <p:cNvPr id="3" name="Marcador de contenido 2">
            <a:extLst>
              <a:ext uri="{FF2B5EF4-FFF2-40B4-BE49-F238E27FC236}">
                <a16:creationId xmlns:a16="http://schemas.microsoft.com/office/drawing/2014/main" id="{13EDD47B-0B88-CEEC-29DC-6892FC14F23E}"/>
              </a:ext>
            </a:extLst>
          </p:cNvPr>
          <p:cNvSpPr>
            <a:spLocks noGrp="1"/>
          </p:cNvSpPr>
          <p:nvPr>
            <p:ph idx="1"/>
          </p:nvPr>
        </p:nvSpPr>
        <p:spPr/>
        <p:txBody>
          <a:bodyPr/>
          <a:lstStyle/>
          <a:p>
            <a:endParaRPr lang="es-ES"/>
          </a:p>
        </p:txBody>
      </p:sp>
      <p:sp>
        <p:nvSpPr>
          <p:cNvPr id="4" name="Rectángulo 3">
            <a:extLst>
              <a:ext uri="{FF2B5EF4-FFF2-40B4-BE49-F238E27FC236}">
                <a16:creationId xmlns:a16="http://schemas.microsoft.com/office/drawing/2014/main" id="{4BA30B6E-0AEF-C700-E03C-74EDC4345ECD}"/>
              </a:ext>
            </a:extLst>
          </p:cNvPr>
          <p:cNvSpPr/>
          <p:nvPr/>
        </p:nvSpPr>
        <p:spPr>
          <a:xfrm>
            <a:off x="228600" y="581026"/>
            <a:ext cx="11715750" cy="61499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s-ES" sz="1600" b="1" err="1"/>
              <a:t>private</a:t>
            </a:r>
            <a:r>
              <a:rPr lang="es-ES" sz="1600" b="1"/>
              <a:t> </a:t>
            </a:r>
            <a:r>
              <a:rPr lang="es-ES" sz="1600" b="1" err="1"/>
              <a:t>JMenuBar</a:t>
            </a:r>
            <a:r>
              <a:rPr lang="es-ES" sz="1600" b="1"/>
              <a:t> </a:t>
            </a:r>
            <a:r>
              <a:rPr lang="es-ES" sz="1600" b="1" err="1"/>
              <a:t>mb</a:t>
            </a:r>
            <a:r>
              <a:rPr lang="es-ES" sz="1600" b="1"/>
              <a:t>;: </a:t>
            </a:r>
            <a:r>
              <a:rPr lang="es-ES" sz="1600"/>
              <a:t>Esto declara una variable llamada </a:t>
            </a:r>
            <a:r>
              <a:rPr lang="es-ES" sz="1600" err="1"/>
              <a:t>mb</a:t>
            </a:r>
            <a:r>
              <a:rPr lang="es-ES" sz="1600"/>
              <a:t> de tipo </a:t>
            </a:r>
            <a:r>
              <a:rPr lang="es-ES" sz="1600" err="1"/>
              <a:t>JMenuBar</a:t>
            </a:r>
            <a:r>
              <a:rPr lang="es-ES" sz="1600"/>
              <a:t>, que es un componente de interfaz de usuario que se utiliza para crear barras de menús en una aplicación Java.</a:t>
            </a:r>
          </a:p>
          <a:p>
            <a:pPr marL="285750" indent="-285750">
              <a:buFont typeface="Arial" panose="020B0604020202020204" pitchFamily="34" charset="0"/>
              <a:buChar char="•"/>
            </a:pPr>
            <a:endParaRPr lang="es-ES" sz="1600"/>
          </a:p>
          <a:p>
            <a:pPr marL="285750" indent="-285750">
              <a:buFont typeface="Arial" panose="020B0604020202020204" pitchFamily="34" charset="0"/>
              <a:buChar char="•"/>
            </a:pPr>
            <a:r>
              <a:rPr lang="es-ES" sz="1600" b="1" err="1"/>
              <a:t>private</a:t>
            </a:r>
            <a:r>
              <a:rPr lang="es-ES" sz="1600" b="1"/>
              <a:t> </a:t>
            </a:r>
            <a:r>
              <a:rPr lang="es-ES" sz="1600" b="1" err="1"/>
              <a:t>JMenu</a:t>
            </a:r>
            <a:r>
              <a:rPr lang="es-ES" sz="1600" b="1"/>
              <a:t> menu1</a:t>
            </a:r>
            <a:r>
              <a:rPr lang="es-ES" sz="1600"/>
              <a:t>;: De manera similar, esto declara una variable llamada menu1 de tipo </a:t>
            </a:r>
            <a:r>
              <a:rPr lang="es-ES" sz="1600" err="1"/>
              <a:t>JMenu</a:t>
            </a:r>
            <a:r>
              <a:rPr lang="es-ES" sz="1600"/>
              <a:t>, que representa un elemento de menú en la barra de menús.</a:t>
            </a:r>
          </a:p>
          <a:p>
            <a:pPr marL="285750" indent="-285750">
              <a:buFont typeface="Arial" panose="020B0604020202020204" pitchFamily="34" charset="0"/>
              <a:buChar char="•"/>
            </a:pPr>
            <a:endParaRPr lang="es-ES" sz="1600"/>
          </a:p>
          <a:p>
            <a:pPr marL="285750" indent="-285750">
              <a:buFont typeface="Arial" panose="020B0604020202020204" pitchFamily="34" charset="0"/>
              <a:buChar char="•"/>
            </a:pPr>
            <a:r>
              <a:rPr lang="es-ES" sz="1600" b="1" err="1"/>
              <a:t>private</a:t>
            </a:r>
            <a:r>
              <a:rPr lang="es-ES" sz="1600" b="1"/>
              <a:t> </a:t>
            </a:r>
            <a:r>
              <a:rPr lang="es-ES" sz="1600" b="1" err="1"/>
              <a:t>JMenuItem</a:t>
            </a:r>
            <a:r>
              <a:rPr lang="es-ES" sz="1600" b="1"/>
              <a:t> mi1, mi2, mi3</a:t>
            </a:r>
            <a:r>
              <a:rPr lang="es-ES" sz="1600"/>
              <a:t>;: Esto declara tres variables de tipo </a:t>
            </a:r>
            <a:r>
              <a:rPr lang="es-ES" sz="1600" err="1"/>
              <a:t>JMenuItem</a:t>
            </a:r>
            <a:r>
              <a:rPr lang="es-ES" sz="1600"/>
              <a:t> llamadas mi1, mi2 y mi3. Los objetos </a:t>
            </a:r>
            <a:r>
              <a:rPr lang="es-ES" sz="1600" err="1"/>
              <a:t>JMenuItem</a:t>
            </a:r>
            <a:r>
              <a:rPr lang="es-ES" sz="1600"/>
              <a:t> representan elementos de menú individuales que se pueden seleccionar dentro de un menú.</a:t>
            </a:r>
          </a:p>
          <a:p>
            <a:pPr marL="285750" indent="-285750">
              <a:buFont typeface="Arial" panose="020B0604020202020204" pitchFamily="34" charset="0"/>
              <a:buChar char="•"/>
            </a:pPr>
            <a:endParaRPr lang="es-ES" sz="1600"/>
          </a:p>
          <a:p>
            <a:pPr marL="342900" indent="-342900">
              <a:buFont typeface="+mj-lt"/>
              <a:buAutoNum type="arabicPeriod"/>
            </a:pPr>
            <a:r>
              <a:rPr lang="es-ES" sz="1600"/>
              <a:t>Luego, se crea una instancia de </a:t>
            </a:r>
            <a:r>
              <a:rPr lang="es-ES" sz="1600" err="1"/>
              <a:t>JMenuBar</a:t>
            </a:r>
            <a:r>
              <a:rPr lang="es-ES" sz="1600"/>
              <a:t> y se almacena en la variable </a:t>
            </a:r>
            <a:r>
              <a:rPr lang="es-ES" sz="1600" err="1"/>
              <a:t>mb</a:t>
            </a:r>
            <a:r>
              <a:rPr lang="es-ES" sz="1600"/>
              <a:t> con </a:t>
            </a:r>
            <a:r>
              <a:rPr lang="es-ES" sz="1600" err="1"/>
              <a:t>mb</a:t>
            </a:r>
            <a:r>
              <a:rPr lang="es-ES" sz="1600"/>
              <a:t> = new </a:t>
            </a:r>
            <a:r>
              <a:rPr lang="es-ES" sz="1600" err="1"/>
              <a:t>JMenuBar</a:t>
            </a:r>
            <a:r>
              <a:rPr lang="es-ES" sz="1600"/>
              <a:t>();. Esto crea una barra de menús que se utilizará en la interfaz gráfica.</a:t>
            </a:r>
          </a:p>
          <a:p>
            <a:pPr marL="342900" indent="-342900">
              <a:buFont typeface="+mj-lt"/>
              <a:buAutoNum type="arabicPeriod"/>
            </a:pPr>
            <a:endParaRPr lang="es-ES" sz="1600"/>
          </a:p>
          <a:p>
            <a:pPr marL="342900" indent="-342900">
              <a:buFont typeface="+mj-lt"/>
              <a:buAutoNum type="arabicPeriod"/>
            </a:pPr>
            <a:r>
              <a:rPr lang="es-ES" sz="1600"/>
              <a:t>A continuación, se llama al método </a:t>
            </a:r>
            <a:r>
              <a:rPr lang="es-ES" sz="1600" err="1"/>
              <a:t>setJMenuBar</a:t>
            </a:r>
            <a:r>
              <a:rPr lang="es-ES" sz="1600"/>
              <a:t>(</a:t>
            </a:r>
            <a:r>
              <a:rPr lang="es-ES" sz="1600" err="1"/>
              <a:t>mb</a:t>
            </a:r>
            <a:r>
              <a:rPr lang="es-ES" sz="1600"/>
              <a:t>); para establecer la barra de menús </a:t>
            </a:r>
            <a:r>
              <a:rPr lang="es-ES" sz="1600" err="1"/>
              <a:t>mb</a:t>
            </a:r>
            <a:r>
              <a:rPr lang="es-ES" sz="1600"/>
              <a:t> como la barra de menús predeterminada de la ventana actual. Esto significa que la barra de menús se mostrará en la parte superior de la ventana.</a:t>
            </a:r>
          </a:p>
          <a:p>
            <a:pPr marL="342900" indent="-342900">
              <a:buFont typeface="+mj-lt"/>
              <a:buAutoNum type="arabicPeriod"/>
            </a:pPr>
            <a:endParaRPr lang="es-ES" sz="1600"/>
          </a:p>
          <a:p>
            <a:pPr marL="342900" indent="-342900">
              <a:buFont typeface="+mj-lt"/>
              <a:buAutoNum type="arabicPeriod"/>
            </a:pPr>
            <a:r>
              <a:rPr lang="es-ES" sz="1600"/>
              <a:t>Se crea una instancia de </a:t>
            </a:r>
            <a:r>
              <a:rPr lang="es-ES" sz="1600" err="1"/>
              <a:t>JMenu</a:t>
            </a:r>
            <a:r>
              <a:rPr lang="es-ES" sz="1600"/>
              <a:t> con el título "Clientes" y se almacena en la variable menu1 con menu1 = new </a:t>
            </a:r>
            <a:r>
              <a:rPr lang="es-ES" sz="1600" err="1"/>
              <a:t>JMenu</a:t>
            </a:r>
            <a:r>
              <a:rPr lang="es-ES" sz="1600"/>
              <a:t>("Clientes");. Esto crea un elemento de menú llamado "Clientes" que se agregará a la barra de menús.</a:t>
            </a:r>
          </a:p>
          <a:p>
            <a:pPr marL="342900" indent="-342900">
              <a:buFont typeface="+mj-lt"/>
              <a:buAutoNum type="arabicPeriod"/>
            </a:pPr>
            <a:endParaRPr lang="es-ES" sz="1600"/>
          </a:p>
          <a:p>
            <a:pPr marL="342900" indent="-342900">
              <a:buFont typeface="+mj-lt"/>
              <a:buAutoNum type="arabicPeriod"/>
            </a:pPr>
            <a:r>
              <a:rPr lang="es-ES" sz="1600"/>
              <a:t>Finalmente, el elemento de menú "Clientes" se agrega a la barra de menús con </a:t>
            </a:r>
            <a:r>
              <a:rPr lang="es-ES" sz="1600" err="1"/>
              <a:t>mb.add</a:t>
            </a:r>
            <a:r>
              <a:rPr lang="es-ES" sz="1600"/>
              <a:t>(menu1);. Esto coloca el menú "Clientes" en la barra de menús, y el menú puede contener otros elementos de menú, como mi1, mi2 y mi3, que aún no se han creado en este fragmento de código.</a:t>
            </a:r>
          </a:p>
        </p:txBody>
      </p:sp>
    </p:spTree>
    <p:extLst>
      <p:ext uri="{BB962C8B-B14F-4D97-AF65-F5344CB8AC3E}">
        <p14:creationId xmlns:p14="http://schemas.microsoft.com/office/powerpoint/2010/main" val="3006538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660A7D-7433-091E-D7A9-5BEAA0A0B947}"/>
              </a:ext>
            </a:extLst>
          </p:cNvPr>
          <p:cNvSpPr>
            <a:spLocks noGrp="1"/>
          </p:cNvSpPr>
          <p:nvPr>
            <p:ph type="title"/>
          </p:nvPr>
        </p:nvSpPr>
        <p:spPr>
          <a:xfrm>
            <a:off x="685618" y="0"/>
            <a:ext cx="10515600" cy="832443"/>
          </a:xfrm>
        </p:spPr>
        <p:txBody>
          <a:bodyPr/>
          <a:lstStyle/>
          <a:p>
            <a:r>
              <a:rPr lang="es-ES"/>
              <a:t>Ejercicio 1</a:t>
            </a:r>
          </a:p>
        </p:txBody>
      </p:sp>
      <p:pic>
        <p:nvPicPr>
          <p:cNvPr id="6" name="Marcador de contenido 5">
            <a:extLst>
              <a:ext uri="{FF2B5EF4-FFF2-40B4-BE49-F238E27FC236}">
                <a16:creationId xmlns:a16="http://schemas.microsoft.com/office/drawing/2014/main" id="{BEED3061-C5F9-0146-1633-D6E1C24765F1}"/>
              </a:ext>
            </a:extLst>
          </p:cNvPr>
          <p:cNvPicPr>
            <a:picLocks noGrp="1" noChangeAspect="1"/>
          </p:cNvPicPr>
          <p:nvPr>
            <p:ph idx="1"/>
          </p:nvPr>
        </p:nvPicPr>
        <p:blipFill>
          <a:blip r:embed="rId2"/>
          <a:stretch>
            <a:fillRect/>
          </a:stretch>
        </p:blipFill>
        <p:spPr>
          <a:xfrm>
            <a:off x="685618" y="749898"/>
            <a:ext cx="5758389" cy="4281880"/>
          </a:xfrm>
        </p:spPr>
      </p:pic>
      <p:pic>
        <p:nvPicPr>
          <p:cNvPr id="4" name="Picture 4" descr="CENEC Málaga | Málaga">
            <a:extLst>
              <a:ext uri="{FF2B5EF4-FFF2-40B4-BE49-F238E27FC236}">
                <a16:creationId xmlns:a16="http://schemas.microsoft.com/office/drawing/2014/main" id="{69D7252B-E5E7-A4D9-AC1D-C7B264648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EB8921A6-3958-0238-7C28-BF94585D73FF}"/>
              </a:ext>
            </a:extLst>
          </p:cNvPr>
          <p:cNvSpPr txBox="1"/>
          <p:nvPr/>
        </p:nvSpPr>
        <p:spPr>
          <a:xfrm>
            <a:off x="6931953" y="832443"/>
            <a:ext cx="4947893" cy="2862322"/>
          </a:xfrm>
          <a:prstGeom prst="rect">
            <a:avLst/>
          </a:prstGeom>
          <a:noFill/>
        </p:spPr>
        <p:txBody>
          <a:bodyPr wrap="none" rtlCol="0">
            <a:spAutoFit/>
          </a:bodyPr>
          <a:lstStyle/>
          <a:p>
            <a:r>
              <a:rPr lang="es-ES"/>
              <a:t>Crea el siguiente ejercicio, un menú con las </a:t>
            </a:r>
          </a:p>
          <a:p>
            <a:r>
              <a:rPr lang="es-ES"/>
              <a:t>Siguientes opciones:</a:t>
            </a:r>
          </a:p>
          <a:p>
            <a:endParaRPr lang="es-ES"/>
          </a:p>
          <a:p>
            <a:r>
              <a:rPr lang="es-ES"/>
              <a:t>Clientes( altas, bajas, modificaciones, listado)</a:t>
            </a:r>
          </a:p>
          <a:p>
            <a:r>
              <a:rPr lang="es-ES"/>
              <a:t>Proveedores  ( altas, bajas, modificaciones, listado)</a:t>
            </a:r>
          </a:p>
          <a:p>
            <a:endParaRPr lang="es-ES"/>
          </a:p>
          <a:p>
            <a:r>
              <a:rPr lang="es-ES"/>
              <a:t>Facturas (Crear factura, borrar factura, modificar</a:t>
            </a:r>
          </a:p>
          <a:p>
            <a:r>
              <a:rPr lang="es-ES"/>
              <a:t>Factura, listar factura</a:t>
            </a:r>
          </a:p>
          <a:p>
            <a:endParaRPr lang="es-ES"/>
          </a:p>
          <a:p>
            <a:r>
              <a:rPr lang="es-ES"/>
              <a:t>Salir</a:t>
            </a:r>
          </a:p>
        </p:txBody>
      </p:sp>
      <p:sp>
        <p:nvSpPr>
          <p:cNvPr id="8" name="Título 1">
            <a:extLst>
              <a:ext uri="{FF2B5EF4-FFF2-40B4-BE49-F238E27FC236}">
                <a16:creationId xmlns:a16="http://schemas.microsoft.com/office/drawing/2014/main" id="{6524C27B-70F5-2D64-E60A-01F774384A2B}"/>
              </a:ext>
            </a:extLst>
          </p:cNvPr>
          <p:cNvSpPr txBox="1">
            <a:spLocks/>
          </p:cNvSpPr>
          <p:nvPr/>
        </p:nvSpPr>
        <p:spPr>
          <a:xfrm>
            <a:off x="6846570" y="3694765"/>
            <a:ext cx="5033276" cy="832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a:t>Ejercicio 2</a:t>
            </a:r>
          </a:p>
        </p:txBody>
      </p:sp>
      <p:sp>
        <p:nvSpPr>
          <p:cNvPr id="10" name="CuadroTexto 9">
            <a:extLst>
              <a:ext uri="{FF2B5EF4-FFF2-40B4-BE49-F238E27FC236}">
                <a16:creationId xmlns:a16="http://schemas.microsoft.com/office/drawing/2014/main" id="{D20AF134-AAA0-A4F8-3140-DEC252E9DEF0}"/>
              </a:ext>
            </a:extLst>
          </p:cNvPr>
          <p:cNvSpPr txBox="1"/>
          <p:nvPr/>
        </p:nvSpPr>
        <p:spPr>
          <a:xfrm>
            <a:off x="6825273" y="4355276"/>
            <a:ext cx="6096000" cy="1477328"/>
          </a:xfrm>
          <a:prstGeom prst="rect">
            <a:avLst/>
          </a:prstGeom>
          <a:noFill/>
        </p:spPr>
        <p:txBody>
          <a:bodyPr wrap="square">
            <a:spAutoFit/>
          </a:bodyPr>
          <a:lstStyle/>
          <a:p>
            <a:r>
              <a:rPr lang="es-ES"/>
              <a:t>Abre con cada opción una ventana diferente en el que</a:t>
            </a:r>
          </a:p>
          <a:p>
            <a:r>
              <a:rPr lang="es-ES"/>
              <a:t>Me ponga en cada ventana un mensaje que diga</a:t>
            </a:r>
          </a:p>
          <a:p>
            <a:r>
              <a:rPr lang="es-ES"/>
              <a:t>POR EJEMPLO, SI ESTAMOS EN ALTAS DE CLIENTES</a:t>
            </a:r>
          </a:p>
          <a:p>
            <a:endParaRPr lang="es-ES"/>
          </a:p>
          <a:p>
            <a:r>
              <a:rPr lang="es-ES"/>
              <a:t>“ALTAS DE CLIENTES”</a:t>
            </a:r>
          </a:p>
        </p:txBody>
      </p:sp>
    </p:spTree>
    <p:extLst>
      <p:ext uri="{BB962C8B-B14F-4D97-AF65-F5344CB8AC3E}">
        <p14:creationId xmlns:p14="http://schemas.microsoft.com/office/powerpoint/2010/main" val="3894301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522B44-E070-DF8D-007F-F1A0750A6226}"/>
              </a:ext>
            </a:extLst>
          </p:cNvPr>
          <p:cNvSpPr>
            <a:spLocks noGrp="1"/>
          </p:cNvSpPr>
          <p:nvPr>
            <p:ph type="title"/>
          </p:nvPr>
        </p:nvSpPr>
        <p:spPr>
          <a:xfrm>
            <a:off x="4572001" y="601744"/>
            <a:ext cx="6781800" cy="1338696"/>
          </a:xfrm>
        </p:spPr>
        <p:txBody>
          <a:bodyPr>
            <a:normAutofit/>
          </a:bodyPr>
          <a:lstStyle/>
          <a:p>
            <a:r>
              <a:rPr lang="es-ES" b="1">
                <a:effectLst/>
                <a:latin typeface="Calibri" panose="020F0502020204030204" pitchFamily="34" charset="0"/>
                <a:ea typeface="Calibri" panose="020F0502020204030204" pitchFamily="34" charset="0"/>
              </a:rPr>
              <a:t>EVENTOS; ESCUCHADORES.</a:t>
            </a:r>
            <a:br>
              <a:rPr lang="es-ES" b="1">
                <a:effectLst/>
                <a:latin typeface="Calibri" panose="020F0502020204030204" pitchFamily="34" charset="0"/>
                <a:ea typeface="Calibri" panose="020F0502020204030204" pitchFamily="34" charset="0"/>
              </a:rPr>
            </a:br>
            <a:endParaRPr lang="es-ES" b="1"/>
          </a:p>
        </p:txBody>
      </p:sp>
      <p:pic>
        <p:nvPicPr>
          <p:cNvPr id="5" name="Picture 4">
            <a:extLst>
              <a:ext uri="{FF2B5EF4-FFF2-40B4-BE49-F238E27FC236}">
                <a16:creationId xmlns:a16="http://schemas.microsoft.com/office/drawing/2014/main" id="{E178512C-1795-330A-1E17-6D2EB7EF58E7}"/>
              </a:ext>
            </a:extLst>
          </p:cNvPr>
          <p:cNvPicPr>
            <a:picLocks noChangeAspect="1"/>
          </p:cNvPicPr>
          <p:nvPr/>
        </p:nvPicPr>
        <p:blipFill>
          <a:blip r:embed="rId2"/>
          <a:srcRect l="57433" r="-2" b="-2"/>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Marcador de contenido 2">
            <a:extLst>
              <a:ext uri="{FF2B5EF4-FFF2-40B4-BE49-F238E27FC236}">
                <a16:creationId xmlns:a16="http://schemas.microsoft.com/office/drawing/2014/main" id="{B5CF809D-B150-1254-58AC-3C72E924FAB8}"/>
              </a:ext>
            </a:extLst>
          </p:cNvPr>
          <p:cNvSpPr>
            <a:spLocks noGrp="1"/>
          </p:cNvSpPr>
          <p:nvPr>
            <p:ph idx="1"/>
          </p:nvPr>
        </p:nvSpPr>
        <p:spPr>
          <a:xfrm>
            <a:off x="4572001" y="2201958"/>
            <a:ext cx="6781800" cy="3900730"/>
          </a:xfrm>
        </p:spPr>
        <p:txBody>
          <a:bodyPr anchor="t">
            <a:normAutofit/>
          </a:bodyPr>
          <a:lstStyle/>
          <a:p>
            <a:pPr>
              <a:spcBef>
                <a:spcPts val="1400"/>
              </a:spcBef>
              <a:spcAft>
                <a:spcPts val="1400"/>
              </a:spcAft>
            </a:pPr>
            <a:r>
              <a:rPr lang="es-ES" sz="1700">
                <a:effectLst/>
                <a:highlight>
                  <a:srgbClr val="FFFFFF"/>
                </a:highlight>
                <a:latin typeface="Calibri" panose="020F0502020204030204" pitchFamily="34" charset="0"/>
                <a:ea typeface="Calibri" panose="020F0502020204030204" pitchFamily="34" charset="0"/>
              </a:rPr>
              <a:t>Para añadir un </a:t>
            </a:r>
            <a:r>
              <a:rPr lang="es-ES" sz="1700" b="1">
                <a:effectLst/>
                <a:highlight>
                  <a:srgbClr val="FFFFFF"/>
                </a:highlight>
                <a:latin typeface="Calibri" panose="020F0502020204030204" pitchFamily="34" charset="0"/>
                <a:ea typeface="Calibri" panose="020F0502020204030204" pitchFamily="34" charset="0"/>
              </a:rPr>
              <a:t>evento </a:t>
            </a:r>
            <a:r>
              <a:rPr lang="es-ES" sz="1700">
                <a:effectLst/>
                <a:highlight>
                  <a:srgbClr val="FFFFFF"/>
                </a:highlight>
                <a:latin typeface="Calibri" panose="020F0502020204030204" pitchFamily="34" charset="0"/>
                <a:ea typeface="Calibri" panose="020F0502020204030204" pitchFamily="34" charset="0"/>
              </a:rPr>
              <a:t>a un componente hace falta un</a:t>
            </a:r>
            <a:r>
              <a:rPr lang="es-ES" sz="1700" b="1">
                <a:effectLst/>
                <a:highlight>
                  <a:srgbClr val="FFFFFF"/>
                </a:highlight>
                <a:latin typeface="Calibri" panose="020F0502020204030204" pitchFamily="34" charset="0"/>
                <a:ea typeface="Calibri" panose="020F0502020204030204" pitchFamily="34" charset="0"/>
              </a:rPr>
              <a:t> manejador de evento </a:t>
            </a:r>
            <a:r>
              <a:rPr lang="es-ES" sz="1700">
                <a:effectLst/>
                <a:highlight>
                  <a:srgbClr val="FFFFFF"/>
                </a:highlight>
                <a:latin typeface="Calibri" panose="020F0502020204030204" pitchFamily="34" charset="0"/>
                <a:ea typeface="Calibri" panose="020F0502020204030204" pitchFamily="34" charset="0"/>
              </a:rPr>
              <a:t>que es una </a:t>
            </a:r>
            <a:r>
              <a:rPr lang="es-ES" sz="1700" b="1">
                <a:effectLst/>
                <a:highlight>
                  <a:srgbClr val="FFFFFF"/>
                </a:highlight>
                <a:latin typeface="Calibri" panose="020F0502020204030204" pitchFamily="34" charset="0"/>
                <a:ea typeface="Calibri" panose="020F0502020204030204" pitchFamily="34" charset="0"/>
              </a:rPr>
              <a:t>clase</a:t>
            </a:r>
            <a:r>
              <a:rPr lang="es-ES" sz="1700">
                <a:effectLst/>
                <a:highlight>
                  <a:srgbClr val="FFFFFF"/>
                </a:highlight>
                <a:latin typeface="Calibri" panose="020F0502020204030204" pitchFamily="34" charset="0"/>
                <a:ea typeface="Calibri" panose="020F0502020204030204" pitchFamily="34" charset="0"/>
              </a:rPr>
              <a:t> que </a:t>
            </a:r>
            <a:r>
              <a:rPr lang="es-ES" sz="1700" b="1">
                <a:effectLst/>
                <a:highlight>
                  <a:srgbClr val="FFFFFF"/>
                </a:highlight>
                <a:latin typeface="Calibri" panose="020F0502020204030204" pitchFamily="34" charset="0"/>
                <a:ea typeface="Calibri" panose="020F0502020204030204" pitchFamily="34" charset="0"/>
              </a:rPr>
              <a:t>implementa la interfaz </a:t>
            </a:r>
            <a:r>
              <a:rPr lang="es-ES" sz="1700">
                <a:effectLst/>
                <a:highlight>
                  <a:srgbClr val="FFFFFF"/>
                </a:highlight>
                <a:latin typeface="Calibri" panose="020F0502020204030204" pitchFamily="34" charset="0"/>
                <a:ea typeface="Calibri" panose="020F0502020204030204" pitchFamily="34" charset="0"/>
              </a:rPr>
              <a:t>correspondiente al</a:t>
            </a:r>
            <a:r>
              <a:rPr lang="es-ES" sz="1700" b="1">
                <a:effectLst/>
                <a:highlight>
                  <a:srgbClr val="FFFFFF"/>
                </a:highlight>
                <a:latin typeface="Calibri" panose="020F0502020204030204" pitchFamily="34" charset="0"/>
                <a:ea typeface="Calibri" panose="020F0502020204030204" pitchFamily="34" charset="0"/>
              </a:rPr>
              <a:t> evento</a:t>
            </a:r>
            <a:r>
              <a:rPr lang="es-ES" sz="1700">
                <a:effectLst/>
                <a:highlight>
                  <a:srgbClr val="FFFFFF"/>
                </a:highlight>
                <a:latin typeface="Calibri" panose="020F0502020204030204" pitchFamily="34" charset="0"/>
                <a:ea typeface="Calibri" panose="020F0502020204030204" pitchFamily="34" charset="0"/>
              </a:rPr>
              <a:t> que se desea usar o que </a:t>
            </a:r>
            <a:r>
              <a:rPr lang="es-ES" sz="1700" b="1">
                <a:effectLst/>
                <a:highlight>
                  <a:srgbClr val="FFFFFF"/>
                </a:highlight>
                <a:latin typeface="Calibri" panose="020F0502020204030204" pitchFamily="34" charset="0"/>
                <a:ea typeface="Calibri" panose="020F0502020204030204" pitchFamily="34" charset="0"/>
              </a:rPr>
              <a:t>hereda</a:t>
            </a:r>
            <a:r>
              <a:rPr lang="es-ES" sz="1700">
                <a:effectLst/>
                <a:highlight>
                  <a:srgbClr val="FFFFFF"/>
                </a:highlight>
                <a:latin typeface="Calibri" panose="020F0502020204030204" pitchFamily="34" charset="0"/>
                <a:ea typeface="Calibri" panose="020F0502020204030204" pitchFamily="34" charset="0"/>
              </a:rPr>
              <a:t> de la </a:t>
            </a:r>
            <a:r>
              <a:rPr lang="es-ES" sz="1700" b="1">
                <a:effectLst/>
                <a:highlight>
                  <a:srgbClr val="FFFFFF"/>
                </a:highlight>
                <a:latin typeface="Calibri" panose="020F0502020204030204" pitchFamily="34" charset="0"/>
                <a:ea typeface="Calibri" panose="020F0502020204030204" pitchFamily="34" charset="0"/>
              </a:rPr>
              <a:t>clase abstracta</a:t>
            </a:r>
            <a:r>
              <a:rPr lang="es-ES" sz="1700">
                <a:effectLst/>
                <a:highlight>
                  <a:srgbClr val="FFFFFF"/>
                </a:highlight>
                <a:latin typeface="Calibri" panose="020F0502020204030204" pitchFamily="34" charset="0"/>
                <a:ea typeface="Calibri" panose="020F0502020204030204" pitchFamily="34" charset="0"/>
              </a:rPr>
              <a:t> para el mismo propósito que la </a:t>
            </a:r>
            <a:r>
              <a:rPr lang="es-ES" sz="1700" b="1">
                <a:effectLst/>
                <a:highlight>
                  <a:srgbClr val="FFFFFF"/>
                </a:highlight>
                <a:latin typeface="Calibri" panose="020F0502020204030204" pitchFamily="34" charset="0"/>
                <a:ea typeface="Calibri" panose="020F0502020204030204" pitchFamily="34" charset="0"/>
              </a:rPr>
              <a:t>interfaz</a:t>
            </a:r>
            <a:r>
              <a:rPr lang="es-ES" sz="1700">
                <a:effectLst/>
                <a:highlight>
                  <a:srgbClr val="FFFFFF"/>
                </a:highlight>
                <a:latin typeface="Calibri" panose="020F0502020204030204" pitchFamily="34" charset="0"/>
                <a:ea typeface="Calibri" panose="020F0502020204030204" pitchFamily="34" charset="0"/>
              </a:rPr>
              <a:t>. </a:t>
            </a:r>
            <a:endParaRPr lang="es-ES" sz="1700">
              <a:effectLst/>
              <a:latin typeface="Calibri" panose="020F0502020204030204" pitchFamily="34" charset="0"/>
              <a:ea typeface="Calibri" panose="020F0502020204030204" pitchFamily="34" charset="0"/>
            </a:endParaRPr>
          </a:p>
          <a:p>
            <a:pPr>
              <a:spcBef>
                <a:spcPts val="1400"/>
              </a:spcBef>
              <a:spcAft>
                <a:spcPts val="1400"/>
              </a:spcAft>
            </a:pPr>
            <a:r>
              <a:rPr lang="es-ES" sz="1700">
                <a:effectLst/>
                <a:highlight>
                  <a:srgbClr val="FFFFFF"/>
                </a:highlight>
                <a:latin typeface="Calibri" panose="020F0502020204030204" pitchFamily="34" charset="0"/>
                <a:ea typeface="Calibri" panose="020F0502020204030204" pitchFamily="34" charset="0"/>
              </a:rPr>
              <a:t>La </a:t>
            </a:r>
            <a:r>
              <a:rPr lang="es-ES" sz="1700" b="1">
                <a:effectLst/>
                <a:highlight>
                  <a:srgbClr val="FFFFFF"/>
                </a:highlight>
                <a:latin typeface="Calibri" panose="020F0502020204030204" pitchFamily="34" charset="0"/>
                <a:ea typeface="Calibri" panose="020F0502020204030204" pitchFamily="34" charset="0"/>
              </a:rPr>
              <a:t>interfaz</a:t>
            </a:r>
            <a:r>
              <a:rPr lang="es-ES" sz="1700">
                <a:effectLst/>
                <a:highlight>
                  <a:srgbClr val="FFFFFF"/>
                </a:highlight>
                <a:latin typeface="Calibri" panose="020F0502020204030204" pitchFamily="34" charset="0"/>
                <a:ea typeface="Calibri" panose="020F0502020204030204" pitchFamily="34" charset="0"/>
              </a:rPr>
              <a:t> siempre tiene como nombre el propio </a:t>
            </a:r>
            <a:r>
              <a:rPr lang="es-ES" sz="1700" b="1">
                <a:effectLst/>
                <a:highlight>
                  <a:srgbClr val="FFFFFF"/>
                </a:highlight>
                <a:latin typeface="Calibri" panose="020F0502020204030204" pitchFamily="34" charset="0"/>
                <a:ea typeface="Calibri" panose="020F0502020204030204" pitchFamily="34" charset="0"/>
              </a:rPr>
              <a:t>nombre del evento</a:t>
            </a:r>
            <a:r>
              <a:rPr lang="es-ES" sz="1700">
                <a:effectLst/>
                <a:highlight>
                  <a:srgbClr val="FFFFFF"/>
                </a:highlight>
                <a:latin typeface="Calibri" panose="020F0502020204030204" pitchFamily="34" charset="0"/>
                <a:ea typeface="Calibri" panose="020F0502020204030204" pitchFamily="34" charset="0"/>
              </a:rPr>
              <a:t> seguido de la palabra </a:t>
            </a:r>
            <a:r>
              <a:rPr lang="es-ES" sz="1700" b="1">
                <a:effectLst/>
                <a:highlight>
                  <a:srgbClr val="FFFFFF"/>
                </a:highlight>
                <a:latin typeface="Calibri" panose="020F0502020204030204" pitchFamily="34" charset="0"/>
                <a:ea typeface="Calibri" panose="020F0502020204030204" pitchFamily="34" charset="0"/>
              </a:rPr>
              <a:t>Listener</a:t>
            </a:r>
            <a:r>
              <a:rPr lang="es-ES" sz="1700">
                <a:effectLst/>
                <a:highlight>
                  <a:srgbClr val="FFFFFF"/>
                </a:highlight>
                <a:latin typeface="Calibri" panose="020F0502020204030204" pitchFamily="34" charset="0"/>
                <a:ea typeface="Calibri" panose="020F0502020204030204" pitchFamily="34" charset="0"/>
              </a:rPr>
              <a:t> que significa </a:t>
            </a:r>
            <a:r>
              <a:rPr lang="es-ES" sz="1700" b="1">
                <a:effectLst/>
                <a:highlight>
                  <a:srgbClr val="FFFFFF"/>
                </a:highlight>
                <a:latin typeface="Calibri" panose="020F0502020204030204" pitchFamily="34" charset="0"/>
                <a:ea typeface="Calibri" panose="020F0502020204030204" pitchFamily="34" charset="0"/>
              </a:rPr>
              <a:t>escuchador</a:t>
            </a:r>
            <a:r>
              <a:rPr lang="es-ES" sz="1700">
                <a:effectLst/>
                <a:highlight>
                  <a:srgbClr val="FFFFFF"/>
                </a:highlight>
                <a:latin typeface="Calibri" panose="020F0502020204030204" pitchFamily="34" charset="0"/>
                <a:ea typeface="Calibri" panose="020F0502020204030204" pitchFamily="34" charset="0"/>
              </a:rPr>
              <a:t> o</a:t>
            </a:r>
            <a:r>
              <a:rPr lang="es-ES" sz="1700" b="1">
                <a:effectLst/>
                <a:highlight>
                  <a:srgbClr val="FFFFFF"/>
                </a:highlight>
                <a:latin typeface="Calibri" panose="020F0502020204030204" pitchFamily="34" charset="0"/>
                <a:ea typeface="Calibri" panose="020F0502020204030204" pitchFamily="34" charset="0"/>
              </a:rPr>
              <a:t> oyente</a:t>
            </a:r>
            <a:r>
              <a:rPr lang="es-ES" sz="1700">
                <a:effectLst/>
                <a:highlight>
                  <a:srgbClr val="FFFFFF"/>
                </a:highlight>
                <a:latin typeface="Calibri" panose="020F0502020204030204" pitchFamily="34" charset="0"/>
                <a:ea typeface="Calibri" panose="020F0502020204030204" pitchFamily="34" charset="0"/>
              </a:rPr>
              <a:t> porque al actuar como un </a:t>
            </a:r>
            <a:r>
              <a:rPr lang="es-ES" sz="1700" b="1">
                <a:effectLst/>
                <a:highlight>
                  <a:srgbClr val="FFFFFF"/>
                </a:highlight>
                <a:latin typeface="Calibri" panose="020F0502020204030204" pitchFamily="34" charset="0"/>
                <a:ea typeface="Calibri" panose="020F0502020204030204" pitchFamily="34" charset="0"/>
              </a:rPr>
              <a:t>manejador de eventos </a:t>
            </a:r>
            <a:r>
              <a:rPr lang="es-ES" sz="1700">
                <a:effectLst/>
                <a:highlight>
                  <a:srgbClr val="FFFFFF"/>
                </a:highlight>
                <a:latin typeface="Calibri" panose="020F0502020204030204" pitchFamily="34" charset="0"/>
                <a:ea typeface="Calibri" panose="020F0502020204030204" pitchFamily="34" charset="0"/>
              </a:rPr>
              <a:t>está a la espera de </a:t>
            </a:r>
            <a:r>
              <a:rPr lang="es-ES" sz="1700" b="1">
                <a:effectLst/>
                <a:highlight>
                  <a:srgbClr val="FFFFFF"/>
                </a:highlight>
                <a:latin typeface="Calibri" panose="020F0502020204030204" pitchFamily="34" charset="0"/>
                <a:ea typeface="Calibri" panose="020F0502020204030204" pitchFamily="34" charset="0"/>
              </a:rPr>
              <a:t>ser avisado </a:t>
            </a:r>
            <a:r>
              <a:rPr lang="es-ES" sz="1700">
                <a:effectLst/>
                <a:highlight>
                  <a:srgbClr val="FFFFFF"/>
                </a:highlight>
                <a:latin typeface="Calibri" panose="020F0502020204030204" pitchFamily="34" charset="0"/>
                <a:ea typeface="Calibri" panose="020F0502020204030204" pitchFamily="34" charset="0"/>
              </a:rPr>
              <a:t>por el</a:t>
            </a:r>
            <a:r>
              <a:rPr lang="es-ES" sz="1700" b="1">
                <a:effectLst/>
                <a:highlight>
                  <a:srgbClr val="FFFFFF"/>
                </a:highlight>
                <a:latin typeface="Calibri" panose="020F0502020204030204" pitchFamily="34" charset="0"/>
                <a:ea typeface="Calibri" panose="020F0502020204030204" pitchFamily="34" charset="0"/>
              </a:rPr>
              <a:t> componente </a:t>
            </a:r>
            <a:r>
              <a:rPr lang="es-ES" sz="1700">
                <a:effectLst/>
                <a:highlight>
                  <a:srgbClr val="FFFFFF"/>
                </a:highlight>
                <a:latin typeface="Calibri" panose="020F0502020204030204" pitchFamily="34" charset="0"/>
                <a:ea typeface="Calibri" panose="020F0502020204030204" pitchFamily="34" charset="0"/>
              </a:rPr>
              <a:t>como si estuviera escuchando todo el rato los avisos de los componentes que lo tienen añadido.</a:t>
            </a:r>
            <a:endParaRPr lang="es-ES" sz="1700">
              <a:effectLst/>
              <a:latin typeface="Calibri" panose="020F0502020204030204" pitchFamily="34" charset="0"/>
              <a:ea typeface="Calibri" panose="020F0502020204030204" pitchFamily="34" charset="0"/>
            </a:endParaRPr>
          </a:p>
          <a:p>
            <a:pPr>
              <a:spcBef>
                <a:spcPts val="1400"/>
              </a:spcBef>
              <a:spcAft>
                <a:spcPts val="1400"/>
              </a:spcAft>
            </a:pPr>
            <a:r>
              <a:rPr lang="es-ES" sz="1700">
                <a:effectLst/>
                <a:highlight>
                  <a:srgbClr val="FFFFFF"/>
                </a:highlight>
                <a:latin typeface="Calibri" panose="020F0502020204030204" pitchFamily="34" charset="0"/>
                <a:ea typeface="Calibri" panose="020F0502020204030204" pitchFamily="34" charset="0"/>
              </a:rPr>
              <a:t>Curiosamente el </a:t>
            </a:r>
            <a:r>
              <a:rPr lang="es-ES" sz="1700" b="1">
                <a:effectLst/>
                <a:highlight>
                  <a:srgbClr val="FFFFFF"/>
                </a:highlight>
                <a:latin typeface="Calibri" panose="020F0502020204030204" pitchFamily="34" charset="0"/>
                <a:ea typeface="Calibri" panose="020F0502020204030204" pitchFamily="34" charset="0"/>
              </a:rPr>
              <a:t>método</a:t>
            </a:r>
            <a:r>
              <a:rPr lang="es-ES" sz="1700">
                <a:effectLst/>
                <a:highlight>
                  <a:srgbClr val="FFFFFF"/>
                </a:highlight>
                <a:latin typeface="Calibri" panose="020F0502020204030204" pitchFamily="34" charset="0"/>
                <a:ea typeface="Calibri" panose="020F0502020204030204" pitchFamily="34" charset="0"/>
              </a:rPr>
              <a:t> que se usa para </a:t>
            </a:r>
            <a:r>
              <a:rPr lang="es-ES" sz="1700" b="1">
                <a:effectLst/>
                <a:highlight>
                  <a:srgbClr val="FFFFFF"/>
                </a:highlight>
                <a:latin typeface="Calibri" panose="020F0502020204030204" pitchFamily="34" charset="0"/>
                <a:ea typeface="Calibri" panose="020F0502020204030204" pitchFamily="34" charset="0"/>
              </a:rPr>
              <a:t>añadir el manejador de evento</a:t>
            </a:r>
            <a:r>
              <a:rPr lang="es-ES" sz="1700">
                <a:effectLst/>
                <a:highlight>
                  <a:srgbClr val="FFFFFF"/>
                </a:highlight>
                <a:latin typeface="Calibri" panose="020F0502020204030204" pitchFamily="34" charset="0"/>
                <a:ea typeface="Calibri" panose="020F0502020204030204" pitchFamily="34" charset="0"/>
              </a:rPr>
              <a:t> en el </a:t>
            </a:r>
            <a:r>
              <a:rPr lang="es-ES" sz="1700" b="1">
                <a:effectLst/>
                <a:highlight>
                  <a:srgbClr val="FFFFFF"/>
                </a:highlight>
                <a:latin typeface="Calibri" panose="020F0502020204030204" pitchFamily="34" charset="0"/>
                <a:ea typeface="Calibri" panose="020F0502020204030204" pitchFamily="34" charset="0"/>
              </a:rPr>
              <a:t>componente </a:t>
            </a:r>
            <a:r>
              <a:rPr lang="es-ES" sz="1700">
                <a:effectLst/>
                <a:highlight>
                  <a:srgbClr val="FFFFFF"/>
                </a:highlight>
                <a:latin typeface="Calibri" panose="020F0502020204030204" pitchFamily="34" charset="0"/>
                <a:ea typeface="Calibri" panose="020F0502020204030204" pitchFamily="34" charset="0"/>
              </a:rPr>
              <a:t>empieza por </a:t>
            </a:r>
            <a:r>
              <a:rPr lang="es-ES" sz="1700" b="1">
                <a:effectLst/>
                <a:highlight>
                  <a:srgbClr val="FFFFFF"/>
                </a:highlight>
                <a:latin typeface="Calibri" panose="020F0502020204030204" pitchFamily="34" charset="0"/>
                <a:ea typeface="Calibri" panose="020F0502020204030204" pitchFamily="34" charset="0"/>
              </a:rPr>
              <a:t>add</a:t>
            </a:r>
            <a:r>
              <a:rPr lang="es-ES" sz="1700">
                <a:effectLst/>
                <a:highlight>
                  <a:srgbClr val="FFFFFF"/>
                </a:highlight>
                <a:latin typeface="Calibri" panose="020F0502020204030204" pitchFamily="34" charset="0"/>
                <a:ea typeface="Calibri" panose="020F0502020204030204" pitchFamily="34" charset="0"/>
              </a:rPr>
              <a:t> seguido del </a:t>
            </a:r>
            <a:r>
              <a:rPr lang="es-ES" sz="1700" b="1">
                <a:effectLst/>
                <a:highlight>
                  <a:srgbClr val="FFFFFF"/>
                </a:highlight>
                <a:latin typeface="Calibri" panose="020F0502020204030204" pitchFamily="34" charset="0"/>
                <a:ea typeface="Calibri" panose="020F0502020204030204" pitchFamily="34" charset="0"/>
              </a:rPr>
              <a:t>nombre de la interfaz</a:t>
            </a:r>
            <a:r>
              <a:rPr lang="es-ES" sz="1700">
                <a:effectLst/>
                <a:highlight>
                  <a:srgbClr val="FFFFFF"/>
                </a:highlight>
                <a:latin typeface="Calibri" panose="020F0502020204030204" pitchFamily="34" charset="0"/>
                <a:ea typeface="Calibri" panose="020F0502020204030204" pitchFamily="34" charset="0"/>
              </a:rPr>
              <a:t> correspondiente al </a:t>
            </a:r>
            <a:r>
              <a:rPr lang="es-ES" sz="1700" b="1">
                <a:effectLst/>
                <a:highlight>
                  <a:srgbClr val="FFFFFF"/>
                </a:highlight>
                <a:latin typeface="Calibri" panose="020F0502020204030204" pitchFamily="34" charset="0"/>
                <a:ea typeface="Calibri" panose="020F0502020204030204" pitchFamily="34" charset="0"/>
              </a:rPr>
              <a:t>evento</a:t>
            </a:r>
            <a:r>
              <a:rPr lang="es-ES" sz="1700">
                <a:effectLst/>
                <a:highlight>
                  <a:srgbClr val="FFFFFF"/>
                </a:highlight>
                <a:latin typeface="Calibri" panose="020F0502020204030204" pitchFamily="34" charset="0"/>
                <a:ea typeface="Calibri" panose="020F0502020204030204" pitchFamily="34" charset="0"/>
              </a:rPr>
              <a:t> que se desea usar.</a:t>
            </a:r>
            <a:endParaRPr lang="es-ES" sz="1700">
              <a:effectLst/>
              <a:latin typeface="Calibri" panose="020F0502020204030204" pitchFamily="34" charset="0"/>
              <a:ea typeface="Calibri" panose="020F0502020204030204" pitchFamily="34" charset="0"/>
            </a:endParaRPr>
          </a:p>
          <a:p>
            <a:endParaRPr lang="es-ES" sz="1700"/>
          </a:p>
        </p:txBody>
      </p:sp>
    </p:spTree>
    <p:extLst>
      <p:ext uri="{BB962C8B-B14F-4D97-AF65-F5344CB8AC3E}">
        <p14:creationId xmlns:p14="http://schemas.microsoft.com/office/powerpoint/2010/main" val="1602950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DB158-C7B5-4799-5155-3483E594C237}"/>
              </a:ext>
            </a:extLst>
          </p:cNvPr>
          <p:cNvSpPr>
            <a:spLocks noGrp="1"/>
          </p:cNvSpPr>
          <p:nvPr>
            <p:ph type="title"/>
          </p:nvPr>
        </p:nvSpPr>
        <p:spPr>
          <a:xfrm>
            <a:off x="552450" y="7938"/>
            <a:ext cx="10515600" cy="630238"/>
          </a:xfrm>
        </p:spPr>
        <p:txBody>
          <a:bodyPr>
            <a:normAutofit fontScale="90000"/>
          </a:bodyPr>
          <a:lstStyle/>
          <a:p>
            <a:r>
              <a:rPr lang="es-ES"/>
              <a:t>Ejemplo</a:t>
            </a:r>
          </a:p>
        </p:txBody>
      </p:sp>
      <p:sp>
        <p:nvSpPr>
          <p:cNvPr id="3" name="Marcador de contenido 2">
            <a:extLst>
              <a:ext uri="{FF2B5EF4-FFF2-40B4-BE49-F238E27FC236}">
                <a16:creationId xmlns:a16="http://schemas.microsoft.com/office/drawing/2014/main" id="{0FFBF169-55AE-4024-C9DA-CB1AAB3144AC}"/>
              </a:ext>
            </a:extLst>
          </p:cNvPr>
          <p:cNvSpPr>
            <a:spLocks noGrp="1"/>
          </p:cNvSpPr>
          <p:nvPr>
            <p:ph idx="1"/>
          </p:nvPr>
        </p:nvSpPr>
        <p:spPr>
          <a:xfrm>
            <a:off x="295275" y="703262"/>
            <a:ext cx="10877550" cy="4708526"/>
          </a:xfrm>
        </p:spPr>
        <p:txBody>
          <a:bodyPr>
            <a:normAutofit fontScale="70000" lnSpcReduction="20000"/>
          </a:bodyPr>
          <a:lstStyle/>
          <a:p>
            <a:pPr marL="0" marR="0" indent="0">
              <a:spcBef>
                <a:spcPts val="0"/>
              </a:spcBef>
              <a:spcAft>
                <a:spcPts val="0"/>
              </a:spcAft>
              <a:buNone/>
            </a:pPr>
            <a:r>
              <a:rPr lang="es-ES" sz="2600" b="1" err="1">
                <a:solidFill>
                  <a:srgbClr val="7F0055"/>
                </a:solidFill>
                <a:effectLst/>
                <a:latin typeface="Consolas" panose="020B0609020204030204" pitchFamily="49" charset="0"/>
              </a:rPr>
              <a:t>private</a:t>
            </a:r>
            <a:r>
              <a:rPr lang="es-ES" sz="2600">
                <a:solidFill>
                  <a:srgbClr val="000000"/>
                </a:solidFill>
                <a:effectLst/>
                <a:latin typeface="Consolas" panose="020B0609020204030204" pitchFamily="49" charset="0"/>
              </a:rPr>
              <a:t> </a:t>
            </a:r>
            <a:r>
              <a:rPr lang="es-ES" sz="2600" b="1" err="1">
                <a:solidFill>
                  <a:srgbClr val="7F0055"/>
                </a:solidFill>
                <a:effectLst/>
                <a:latin typeface="Consolas" panose="020B0609020204030204" pitchFamily="49" charset="0"/>
              </a:rPr>
              <a:t>void</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abrirDialogo</a:t>
            </a:r>
            <a:r>
              <a:rPr lang="es-ES" sz="2600">
                <a:solidFill>
                  <a:srgbClr val="000000"/>
                </a:solidFill>
                <a:effectLst/>
                <a:latin typeface="Consolas" panose="020B0609020204030204" pitchFamily="49" charset="0"/>
              </a:rPr>
              <a:t>() {</a:t>
            </a:r>
          </a:p>
          <a:p>
            <a:pPr marL="0" marR="0" indent="0">
              <a:spcBef>
                <a:spcPts val="0"/>
              </a:spcBef>
              <a:spcAft>
                <a:spcPts val="0"/>
              </a:spcAft>
              <a:buNone/>
            </a:pPr>
            <a:r>
              <a:rPr lang="es-ES" sz="2600" err="1">
                <a:solidFill>
                  <a:srgbClr val="000000"/>
                </a:solidFill>
                <a:effectLst/>
                <a:latin typeface="Consolas" panose="020B0609020204030204" pitchFamily="49" charset="0"/>
              </a:rPr>
              <a:t>JDialog</a:t>
            </a:r>
            <a:r>
              <a:rPr lang="es-ES" sz="2600">
                <a:solidFill>
                  <a:srgbClr val="000000"/>
                </a:solidFill>
                <a:effectLst/>
                <a:latin typeface="Consolas" panose="020B0609020204030204" pitchFamily="49" charset="0"/>
              </a:rPr>
              <a:t> </a:t>
            </a:r>
            <a:r>
              <a:rPr lang="es-ES" sz="2600">
                <a:solidFill>
                  <a:srgbClr val="6A3E3E"/>
                </a:solidFill>
                <a:effectLst/>
                <a:latin typeface="Consolas" panose="020B0609020204030204" pitchFamily="49" charset="0"/>
              </a:rPr>
              <a:t>dialogo</a:t>
            </a:r>
            <a:r>
              <a:rPr lang="es-ES" sz="2600">
                <a:solidFill>
                  <a:srgbClr val="000000"/>
                </a:solidFill>
                <a:effectLst/>
                <a:latin typeface="Consolas" panose="020B0609020204030204" pitchFamily="49" charset="0"/>
              </a:rPr>
              <a:t> = </a:t>
            </a:r>
            <a:r>
              <a:rPr lang="es-ES" sz="2600" b="1">
                <a:solidFill>
                  <a:srgbClr val="7F0055"/>
                </a:solidFill>
                <a:effectLst/>
                <a:latin typeface="Consolas" panose="020B0609020204030204" pitchFamily="49" charset="0"/>
              </a:rPr>
              <a:t>new</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JDialog</a:t>
            </a:r>
            <a:r>
              <a:rPr lang="es-ES" sz="2600">
                <a:solidFill>
                  <a:srgbClr val="000000"/>
                </a:solidFill>
                <a:effectLst/>
                <a:latin typeface="Consolas" panose="020B0609020204030204" pitchFamily="49" charset="0"/>
              </a:rPr>
              <a:t>(</a:t>
            </a:r>
            <a:r>
              <a:rPr lang="es-ES" sz="2600" b="1" err="1">
                <a:solidFill>
                  <a:srgbClr val="7F0055"/>
                </a:solidFill>
                <a:effectLst/>
                <a:latin typeface="Consolas" panose="020B0609020204030204" pitchFamily="49" charset="0"/>
              </a:rPr>
              <a:t>this</a:t>
            </a:r>
            <a:r>
              <a:rPr lang="es-ES" sz="2600">
                <a:solidFill>
                  <a:srgbClr val="000000"/>
                </a:solidFill>
                <a:effectLst/>
                <a:latin typeface="Consolas" panose="020B0609020204030204" pitchFamily="49" charset="0"/>
              </a:rPr>
              <a:t>, </a:t>
            </a:r>
            <a:r>
              <a:rPr lang="es-ES" sz="2600">
                <a:solidFill>
                  <a:srgbClr val="2A00FF"/>
                </a:solidFill>
                <a:effectLst/>
                <a:latin typeface="Consolas" panose="020B0609020204030204" pitchFamily="49" charset="0"/>
              </a:rPr>
              <a:t>"Cuadro de Diálogo"</a:t>
            </a:r>
            <a:r>
              <a:rPr lang="es-ES" sz="2600">
                <a:solidFill>
                  <a:srgbClr val="000000"/>
                </a:solidFill>
                <a:effectLst/>
                <a:latin typeface="Consolas" panose="020B0609020204030204" pitchFamily="49" charset="0"/>
              </a:rPr>
              <a:t>, </a:t>
            </a:r>
            <a:r>
              <a:rPr lang="es-ES" sz="2600" b="1">
                <a:solidFill>
                  <a:srgbClr val="7F0055"/>
                </a:solidFill>
                <a:effectLst/>
                <a:latin typeface="Consolas" panose="020B0609020204030204" pitchFamily="49" charset="0"/>
              </a:rPr>
              <a:t>true</a:t>
            </a:r>
            <a:r>
              <a:rPr lang="es-ES" sz="2600">
                <a:solidFill>
                  <a:srgbClr val="000000"/>
                </a:solidFill>
                <a:effectLst/>
                <a:latin typeface="Consolas" panose="020B0609020204030204" pitchFamily="49" charset="0"/>
              </a:rPr>
              <a:t>);</a:t>
            </a:r>
          </a:p>
          <a:p>
            <a:pPr marL="0" marR="0" indent="0">
              <a:spcBef>
                <a:spcPts val="0"/>
              </a:spcBef>
              <a:spcAft>
                <a:spcPts val="0"/>
              </a:spcAft>
              <a:buNone/>
            </a:pPr>
            <a:br>
              <a:rPr lang="es-ES" sz="2600">
                <a:solidFill>
                  <a:srgbClr val="000000"/>
                </a:solidFill>
                <a:effectLst/>
                <a:latin typeface="Consolas" panose="020B0609020204030204" pitchFamily="49" charset="0"/>
              </a:rPr>
            </a:br>
            <a:endParaRPr lang="es-ES" sz="2600">
              <a:solidFill>
                <a:srgbClr val="000000"/>
              </a:solidFill>
              <a:effectLst/>
              <a:latin typeface="Consolas" panose="020B0609020204030204" pitchFamily="49" charset="0"/>
            </a:endParaRPr>
          </a:p>
          <a:p>
            <a:pPr marL="0" marR="0" indent="0">
              <a:spcBef>
                <a:spcPts val="0"/>
              </a:spcBef>
              <a:spcAft>
                <a:spcPts val="0"/>
              </a:spcAft>
              <a:buNone/>
            </a:pPr>
            <a:r>
              <a:rPr lang="es-ES" sz="2600">
                <a:solidFill>
                  <a:srgbClr val="3F7F5F"/>
                </a:solidFill>
                <a:effectLst/>
                <a:latin typeface="Consolas" panose="020B0609020204030204" pitchFamily="49" charset="0"/>
              </a:rPr>
              <a:t>// Contenido del cuadro de diálogo</a:t>
            </a:r>
            <a:endParaRPr lang="es-ES" sz="2600">
              <a:solidFill>
                <a:srgbClr val="000000"/>
              </a:solidFill>
              <a:effectLst/>
              <a:latin typeface="Consolas" panose="020B0609020204030204" pitchFamily="49" charset="0"/>
            </a:endParaRPr>
          </a:p>
          <a:p>
            <a:pPr marL="0" marR="0" indent="0">
              <a:spcBef>
                <a:spcPts val="0"/>
              </a:spcBef>
              <a:spcAft>
                <a:spcPts val="0"/>
              </a:spcAft>
              <a:buNone/>
            </a:pPr>
            <a:r>
              <a:rPr lang="es-ES" sz="2600" err="1">
                <a:solidFill>
                  <a:srgbClr val="000000"/>
                </a:solidFill>
                <a:effectLst/>
                <a:latin typeface="Consolas" panose="020B0609020204030204" pitchFamily="49" charset="0"/>
              </a:rPr>
              <a:t>JLabel</a:t>
            </a:r>
            <a:r>
              <a:rPr lang="es-ES" sz="2600">
                <a:solidFill>
                  <a:srgbClr val="000000"/>
                </a:solidFill>
                <a:effectLst/>
                <a:latin typeface="Consolas" panose="020B0609020204030204" pitchFamily="49" charset="0"/>
              </a:rPr>
              <a:t> </a:t>
            </a:r>
            <a:r>
              <a:rPr lang="es-ES" sz="2600">
                <a:solidFill>
                  <a:srgbClr val="6A3E3E"/>
                </a:solidFill>
                <a:effectLst/>
                <a:latin typeface="Consolas" panose="020B0609020204030204" pitchFamily="49" charset="0"/>
              </a:rPr>
              <a:t>etiqueta</a:t>
            </a:r>
            <a:r>
              <a:rPr lang="es-ES" sz="2600">
                <a:solidFill>
                  <a:srgbClr val="000000"/>
                </a:solidFill>
                <a:effectLst/>
                <a:latin typeface="Consolas" panose="020B0609020204030204" pitchFamily="49" charset="0"/>
              </a:rPr>
              <a:t> = </a:t>
            </a:r>
            <a:r>
              <a:rPr lang="es-ES" sz="2600" b="1">
                <a:solidFill>
                  <a:srgbClr val="7F0055"/>
                </a:solidFill>
                <a:effectLst/>
                <a:latin typeface="Consolas" panose="020B0609020204030204" pitchFamily="49" charset="0"/>
              </a:rPr>
              <a:t>new</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JLabel</a:t>
            </a:r>
            <a:r>
              <a:rPr lang="es-ES" sz="2600">
                <a:solidFill>
                  <a:srgbClr val="000000"/>
                </a:solidFill>
                <a:effectLst/>
                <a:latin typeface="Consolas" panose="020B0609020204030204" pitchFamily="49" charset="0"/>
              </a:rPr>
              <a:t>(</a:t>
            </a:r>
            <a:r>
              <a:rPr lang="es-ES" sz="2600">
                <a:solidFill>
                  <a:srgbClr val="2A00FF"/>
                </a:solidFill>
                <a:effectLst/>
                <a:latin typeface="Consolas" panose="020B0609020204030204" pitchFamily="49" charset="0"/>
              </a:rPr>
              <a:t>"Este es un cuadro de diálogo simple."</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err="1">
                <a:solidFill>
                  <a:srgbClr val="000000"/>
                </a:solidFill>
                <a:effectLst/>
                <a:latin typeface="Consolas" panose="020B0609020204030204" pitchFamily="49" charset="0"/>
              </a:rPr>
              <a:t>JButton</a:t>
            </a:r>
            <a:r>
              <a:rPr lang="es-ES" sz="2600">
                <a:solidFill>
                  <a:srgbClr val="000000"/>
                </a:solidFill>
                <a:effectLst/>
                <a:latin typeface="Consolas" panose="020B0609020204030204" pitchFamily="49" charset="0"/>
              </a:rPr>
              <a:t> </a:t>
            </a:r>
            <a:r>
              <a:rPr lang="es-ES" sz="2600" err="1">
                <a:solidFill>
                  <a:srgbClr val="6A3E3E"/>
                </a:solidFill>
                <a:effectLst/>
                <a:latin typeface="Consolas" panose="020B0609020204030204" pitchFamily="49" charset="0"/>
              </a:rPr>
              <a:t>botonCerrar</a:t>
            </a:r>
            <a:r>
              <a:rPr lang="es-ES" sz="2600">
                <a:solidFill>
                  <a:srgbClr val="000000"/>
                </a:solidFill>
                <a:effectLst/>
                <a:latin typeface="Consolas" panose="020B0609020204030204" pitchFamily="49" charset="0"/>
              </a:rPr>
              <a:t> = </a:t>
            </a:r>
            <a:r>
              <a:rPr lang="es-ES" sz="2600" b="1">
                <a:solidFill>
                  <a:srgbClr val="7F0055"/>
                </a:solidFill>
                <a:effectLst/>
                <a:latin typeface="Consolas" panose="020B0609020204030204" pitchFamily="49" charset="0"/>
              </a:rPr>
              <a:t>new</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JButton</a:t>
            </a:r>
            <a:r>
              <a:rPr lang="es-ES" sz="2600">
                <a:solidFill>
                  <a:srgbClr val="000000"/>
                </a:solidFill>
                <a:effectLst/>
                <a:latin typeface="Consolas" panose="020B0609020204030204" pitchFamily="49" charset="0"/>
              </a:rPr>
              <a:t>(</a:t>
            </a:r>
            <a:r>
              <a:rPr lang="es-ES" sz="2600">
                <a:solidFill>
                  <a:srgbClr val="2A00FF"/>
                </a:solidFill>
                <a:effectLst/>
                <a:latin typeface="Consolas" panose="020B0609020204030204" pitchFamily="49" charset="0"/>
              </a:rPr>
              <a:t>"Cerrar"</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err="1">
                <a:solidFill>
                  <a:srgbClr val="6A3E3E"/>
                </a:solidFill>
                <a:effectLst/>
                <a:latin typeface="Consolas" panose="020B0609020204030204" pitchFamily="49" charset="0"/>
              </a:rPr>
              <a:t>botonCerrar</a:t>
            </a:r>
            <a:r>
              <a:rPr lang="es-ES" sz="2600" err="1">
                <a:solidFill>
                  <a:srgbClr val="000000"/>
                </a:solidFill>
                <a:effectLst/>
                <a:latin typeface="Consolas" panose="020B0609020204030204" pitchFamily="49" charset="0"/>
              </a:rPr>
              <a:t>.addActionListener</a:t>
            </a:r>
            <a:r>
              <a:rPr lang="es-ES" sz="2600">
                <a:solidFill>
                  <a:srgbClr val="000000"/>
                </a:solidFill>
                <a:effectLst/>
                <a:latin typeface="Consolas" panose="020B0609020204030204" pitchFamily="49" charset="0"/>
              </a:rPr>
              <a:t>(</a:t>
            </a:r>
            <a:r>
              <a:rPr lang="es-ES" sz="2600" b="1">
                <a:solidFill>
                  <a:srgbClr val="7F0055"/>
                </a:solidFill>
                <a:effectLst/>
                <a:latin typeface="Consolas" panose="020B0609020204030204" pitchFamily="49" charset="0"/>
              </a:rPr>
              <a:t>new</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ActionListener</a:t>
            </a:r>
            <a:r>
              <a:rPr lang="es-ES" sz="2600">
                <a:solidFill>
                  <a:srgbClr val="000000"/>
                </a:solidFill>
                <a:effectLst/>
                <a:latin typeface="Consolas" panose="020B0609020204030204" pitchFamily="49" charset="0"/>
              </a:rPr>
              <a:t>() {</a:t>
            </a:r>
          </a:p>
          <a:p>
            <a:pPr marL="0" marR="0" indent="0">
              <a:lnSpc>
                <a:spcPct val="170000"/>
              </a:lnSpc>
              <a:spcBef>
                <a:spcPts val="0"/>
              </a:spcBef>
              <a:spcAft>
                <a:spcPts val="0"/>
              </a:spcAft>
              <a:buNone/>
            </a:pPr>
            <a:r>
              <a:rPr lang="es-ES" sz="2600" b="1" err="1">
                <a:solidFill>
                  <a:srgbClr val="7F0055"/>
                </a:solidFill>
                <a:effectLst/>
                <a:latin typeface="Consolas" panose="020B0609020204030204" pitchFamily="49" charset="0"/>
              </a:rPr>
              <a:t>public</a:t>
            </a:r>
            <a:r>
              <a:rPr lang="es-ES" sz="2600">
                <a:solidFill>
                  <a:srgbClr val="000000"/>
                </a:solidFill>
                <a:effectLst/>
                <a:latin typeface="Consolas" panose="020B0609020204030204" pitchFamily="49" charset="0"/>
              </a:rPr>
              <a:t> </a:t>
            </a:r>
            <a:r>
              <a:rPr lang="es-ES" sz="2600" b="1" err="1">
                <a:solidFill>
                  <a:srgbClr val="7F0055"/>
                </a:solidFill>
                <a:effectLst/>
                <a:latin typeface="Consolas" panose="020B0609020204030204" pitchFamily="49" charset="0"/>
              </a:rPr>
              <a:t>void</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actionPerformed</a:t>
            </a:r>
            <a:r>
              <a:rPr lang="es-ES" sz="2600">
                <a:solidFill>
                  <a:srgbClr val="000000"/>
                </a:solidFill>
                <a:effectLst/>
                <a:latin typeface="Consolas" panose="020B0609020204030204" pitchFamily="49" charset="0"/>
              </a:rPr>
              <a:t>(</a:t>
            </a:r>
            <a:r>
              <a:rPr lang="es-ES" sz="2600" err="1">
                <a:solidFill>
                  <a:srgbClr val="000000"/>
                </a:solidFill>
                <a:effectLst/>
                <a:latin typeface="Consolas" panose="020B0609020204030204" pitchFamily="49" charset="0"/>
              </a:rPr>
              <a:t>ActionEvent</a:t>
            </a:r>
            <a:r>
              <a:rPr lang="es-ES" sz="2600">
                <a:solidFill>
                  <a:srgbClr val="000000"/>
                </a:solidFill>
                <a:effectLst/>
                <a:latin typeface="Consolas" panose="020B0609020204030204" pitchFamily="49" charset="0"/>
              </a:rPr>
              <a:t> </a:t>
            </a:r>
            <a:r>
              <a:rPr lang="es-ES" sz="2600">
                <a:solidFill>
                  <a:srgbClr val="6A3E3E"/>
                </a:solidFill>
                <a:effectLst/>
                <a:latin typeface="Consolas" panose="020B0609020204030204" pitchFamily="49" charset="0"/>
              </a:rPr>
              <a:t>e</a:t>
            </a:r>
            <a:r>
              <a:rPr lang="es-ES" sz="2600">
                <a:solidFill>
                  <a:srgbClr val="000000"/>
                </a:solidFill>
                <a:effectLst/>
                <a:latin typeface="Consolas" panose="020B0609020204030204" pitchFamily="49" charset="0"/>
              </a:rPr>
              <a:t>) {</a:t>
            </a: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.dispose</a:t>
            </a:r>
            <a:r>
              <a:rPr lang="es-ES" sz="2600">
                <a:solidFill>
                  <a:srgbClr val="000000"/>
                </a:solidFill>
                <a:effectLst/>
                <a:latin typeface="Consolas" panose="020B0609020204030204" pitchFamily="49" charset="0"/>
              </a:rPr>
              <a:t>(); </a:t>
            </a:r>
            <a:r>
              <a:rPr lang="es-ES" sz="2600">
                <a:solidFill>
                  <a:srgbClr val="3F7F5F"/>
                </a:solidFill>
                <a:effectLst/>
                <a:latin typeface="Consolas" panose="020B0609020204030204" pitchFamily="49" charset="0"/>
              </a:rPr>
              <a:t>// Cierra el diálogo</a:t>
            </a:r>
            <a:endParaRPr lang="es-ES" sz="2600">
              <a:solidFill>
                <a:srgbClr val="000000"/>
              </a:solidFill>
              <a:effectLst/>
              <a:latin typeface="Consolas" panose="020B0609020204030204" pitchFamily="49" charset="0"/>
            </a:endParaRPr>
          </a:p>
          <a:p>
            <a:pPr marL="0" marR="0" indent="0">
              <a:spcBef>
                <a:spcPts val="0"/>
              </a:spcBef>
              <a:spcAft>
                <a:spcPts val="0"/>
              </a:spcAft>
              <a:buNone/>
            </a:pP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a:solidFill>
                  <a:srgbClr val="000000"/>
                </a:solidFill>
                <a:effectLst/>
                <a:latin typeface="Consolas" panose="020B0609020204030204" pitchFamily="49" charset="0"/>
              </a:rPr>
              <a:t>});</a:t>
            </a:r>
          </a:p>
          <a:p>
            <a:pPr marL="0" marR="0" indent="0">
              <a:spcBef>
                <a:spcPts val="0"/>
              </a:spcBef>
              <a:spcAft>
                <a:spcPts val="0"/>
              </a:spcAft>
              <a:buNone/>
            </a:pPr>
            <a:br>
              <a:rPr lang="es-ES" sz="2600">
                <a:solidFill>
                  <a:srgbClr val="000000"/>
                </a:solidFill>
                <a:effectLst/>
                <a:latin typeface="Consolas" panose="020B0609020204030204" pitchFamily="49" charset="0"/>
              </a:rPr>
            </a:br>
            <a:endParaRPr lang="es-ES" sz="2600">
              <a:solidFill>
                <a:srgbClr val="000000"/>
              </a:solidFill>
              <a:effectLst/>
              <a:latin typeface="Consolas" panose="020B0609020204030204" pitchFamily="49" charset="0"/>
            </a:endParaRP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.setLayout</a:t>
            </a:r>
            <a:r>
              <a:rPr lang="es-ES" sz="2600">
                <a:solidFill>
                  <a:srgbClr val="000000"/>
                </a:solidFill>
                <a:effectLst/>
                <a:latin typeface="Consolas" panose="020B0609020204030204" pitchFamily="49" charset="0"/>
              </a:rPr>
              <a:t>(</a:t>
            </a:r>
            <a:r>
              <a:rPr lang="es-ES" sz="2600" b="1">
                <a:solidFill>
                  <a:srgbClr val="7F0055"/>
                </a:solidFill>
                <a:effectLst/>
                <a:latin typeface="Consolas" panose="020B0609020204030204" pitchFamily="49" charset="0"/>
              </a:rPr>
              <a:t>new</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BorderLayout</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.add</a:t>
            </a:r>
            <a:r>
              <a:rPr lang="es-ES" sz="2600">
                <a:solidFill>
                  <a:srgbClr val="000000"/>
                </a:solidFill>
                <a:effectLst/>
                <a:latin typeface="Consolas" panose="020B0609020204030204" pitchFamily="49" charset="0"/>
              </a:rPr>
              <a:t>(</a:t>
            </a:r>
            <a:r>
              <a:rPr lang="es-ES" sz="2600">
                <a:solidFill>
                  <a:srgbClr val="6A3E3E"/>
                </a:solidFill>
                <a:effectLst/>
                <a:latin typeface="Consolas" panose="020B0609020204030204" pitchFamily="49" charset="0"/>
              </a:rPr>
              <a:t>etiqueta</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BorderLayout.</a:t>
            </a:r>
            <a:r>
              <a:rPr lang="es-ES" sz="2600" b="1" i="1" err="1">
                <a:solidFill>
                  <a:srgbClr val="0000C0"/>
                </a:solidFill>
                <a:effectLst/>
                <a:latin typeface="Consolas" panose="020B0609020204030204" pitchFamily="49" charset="0"/>
              </a:rPr>
              <a:t>CENTER</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.add</a:t>
            </a:r>
            <a:r>
              <a:rPr lang="es-ES" sz="2600">
                <a:solidFill>
                  <a:srgbClr val="000000"/>
                </a:solidFill>
                <a:effectLst/>
                <a:latin typeface="Consolas" panose="020B0609020204030204" pitchFamily="49" charset="0"/>
              </a:rPr>
              <a:t>(</a:t>
            </a:r>
            <a:r>
              <a:rPr lang="es-ES" sz="2600" err="1">
                <a:solidFill>
                  <a:srgbClr val="6A3E3E"/>
                </a:solidFill>
                <a:effectLst/>
                <a:latin typeface="Consolas" panose="020B0609020204030204" pitchFamily="49" charset="0"/>
              </a:rPr>
              <a:t>botonCerrar</a:t>
            </a:r>
            <a:r>
              <a:rPr lang="es-ES" sz="2600">
                <a:solidFill>
                  <a:srgbClr val="000000"/>
                </a:solidFill>
                <a:effectLst/>
                <a:latin typeface="Consolas" panose="020B0609020204030204" pitchFamily="49" charset="0"/>
              </a:rPr>
              <a:t>, </a:t>
            </a:r>
            <a:r>
              <a:rPr lang="es-ES" sz="2600" err="1">
                <a:solidFill>
                  <a:srgbClr val="000000"/>
                </a:solidFill>
                <a:effectLst/>
                <a:latin typeface="Consolas" panose="020B0609020204030204" pitchFamily="49" charset="0"/>
              </a:rPr>
              <a:t>BorderLayout.</a:t>
            </a:r>
            <a:r>
              <a:rPr lang="es-ES" sz="2600" b="1" i="1" err="1">
                <a:solidFill>
                  <a:srgbClr val="0000C0"/>
                </a:solidFill>
                <a:effectLst/>
                <a:latin typeface="Consolas" panose="020B0609020204030204" pitchFamily="49" charset="0"/>
              </a:rPr>
              <a:t>SOUTH</a:t>
            </a:r>
            <a:r>
              <a:rPr lang="es-ES" sz="2600">
                <a:solidFill>
                  <a:srgbClr val="000000"/>
                </a:solidFill>
                <a:effectLst/>
                <a:latin typeface="Consolas" panose="020B0609020204030204" pitchFamily="49" charset="0"/>
              </a:rPr>
              <a:t>);</a:t>
            </a:r>
          </a:p>
          <a:p>
            <a:pPr marL="0" marR="0" indent="0">
              <a:spcBef>
                <a:spcPts val="0"/>
              </a:spcBef>
              <a:spcAft>
                <a:spcPts val="0"/>
              </a:spcAft>
              <a:buNone/>
            </a:pPr>
            <a:br>
              <a:rPr lang="es-ES" sz="2600">
                <a:solidFill>
                  <a:srgbClr val="000000"/>
                </a:solidFill>
                <a:effectLst/>
                <a:latin typeface="Consolas" panose="020B0609020204030204" pitchFamily="49" charset="0"/>
              </a:rPr>
            </a:br>
            <a:endParaRPr lang="es-ES" sz="2600">
              <a:solidFill>
                <a:srgbClr val="000000"/>
              </a:solidFill>
              <a:effectLst/>
              <a:latin typeface="Consolas" panose="020B0609020204030204" pitchFamily="49" charset="0"/>
            </a:endParaRP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.setSize</a:t>
            </a:r>
            <a:r>
              <a:rPr lang="es-ES" sz="2600">
                <a:solidFill>
                  <a:srgbClr val="000000"/>
                </a:solidFill>
                <a:effectLst/>
                <a:latin typeface="Consolas" panose="020B0609020204030204" pitchFamily="49" charset="0"/>
              </a:rPr>
              <a:t>(200, 100);</a:t>
            </a: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.setLocationRelativeTo</a:t>
            </a:r>
            <a:r>
              <a:rPr lang="es-ES" sz="2600">
                <a:solidFill>
                  <a:srgbClr val="000000"/>
                </a:solidFill>
                <a:effectLst/>
                <a:latin typeface="Consolas" panose="020B0609020204030204" pitchFamily="49" charset="0"/>
              </a:rPr>
              <a:t>(</a:t>
            </a:r>
            <a:r>
              <a:rPr lang="es-ES" sz="2600" b="1" err="1">
                <a:solidFill>
                  <a:srgbClr val="7F0055"/>
                </a:solidFill>
                <a:effectLst/>
                <a:latin typeface="Consolas" panose="020B0609020204030204" pitchFamily="49" charset="0"/>
              </a:rPr>
              <a:t>this</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2600" err="1">
                <a:solidFill>
                  <a:srgbClr val="6A3E3E"/>
                </a:solidFill>
                <a:effectLst/>
                <a:latin typeface="Consolas" panose="020B0609020204030204" pitchFamily="49" charset="0"/>
              </a:rPr>
              <a:t>dialogo</a:t>
            </a:r>
            <a:r>
              <a:rPr lang="es-ES" sz="2600" err="1">
                <a:solidFill>
                  <a:srgbClr val="000000"/>
                </a:solidFill>
                <a:effectLst/>
                <a:latin typeface="Consolas" panose="020B0609020204030204" pitchFamily="49" charset="0"/>
              </a:rPr>
              <a:t>.setVisible</a:t>
            </a:r>
            <a:r>
              <a:rPr lang="es-ES" sz="2600">
                <a:solidFill>
                  <a:srgbClr val="000000"/>
                </a:solidFill>
                <a:effectLst/>
                <a:latin typeface="Consolas" panose="020B0609020204030204" pitchFamily="49" charset="0"/>
              </a:rPr>
              <a:t>(</a:t>
            </a:r>
            <a:r>
              <a:rPr lang="es-ES" sz="2600" b="1">
                <a:solidFill>
                  <a:srgbClr val="7F0055"/>
                </a:solidFill>
                <a:effectLst/>
                <a:latin typeface="Consolas" panose="020B0609020204030204" pitchFamily="49" charset="0"/>
              </a:rPr>
              <a:t>true</a:t>
            </a:r>
            <a:r>
              <a:rPr lang="es-ES" sz="2600">
                <a:solidFill>
                  <a:srgbClr val="000000"/>
                </a:solidFill>
                <a:effectLst/>
                <a:latin typeface="Consolas" panose="020B0609020204030204" pitchFamily="49" charset="0"/>
              </a:rPr>
              <a:t>);</a:t>
            </a:r>
          </a:p>
          <a:p>
            <a:pPr marL="0" marR="0" indent="0">
              <a:spcBef>
                <a:spcPts val="0"/>
              </a:spcBef>
              <a:spcAft>
                <a:spcPts val="0"/>
              </a:spcAft>
              <a:buNone/>
            </a:pPr>
            <a:r>
              <a:rPr lang="es-ES" sz="1800">
                <a:solidFill>
                  <a:srgbClr val="000000"/>
                </a:solidFill>
                <a:effectLst/>
                <a:latin typeface="Consolas" panose="020B0609020204030204" pitchFamily="49" charset="0"/>
              </a:rPr>
              <a:t>}</a:t>
            </a:r>
          </a:p>
          <a:p>
            <a:pPr marL="0" indent="0">
              <a:buNone/>
            </a:pPr>
            <a:endParaRPr lang="es-ES"/>
          </a:p>
        </p:txBody>
      </p:sp>
    </p:spTree>
    <p:extLst>
      <p:ext uri="{BB962C8B-B14F-4D97-AF65-F5344CB8AC3E}">
        <p14:creationId xmlns:p14="http://schemas.microsoft.com/office/powerpoint/2010/main" val="1067423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7C34508-9576-1331-6110-434D8E9405BA}"/>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3300" b="1" kern="1200">
                <a:solidFill>
                  <a:schemeClr val="tx1"/>
                </a:solidFill>
                <a:effectLst/>
                <a:latin typeface="+mj-lt"/>
                <a:ea typeface="+mj-ea"/>
                <a:cs typeface="+mj-cs"/>
              </a:rPr>
              <a:t>Diversos </a:t>
            </a:r>
            <a:r>
              <a:rPr lang="en-US" sz="3300" b="1" kern="1200" err="1">
                <a:solidFill>
                  <a:schemeClr val="tx1"/>
                </a:solidFill>
                <a:effectLst/>
                <a:latin typeface="+mj-lt"/>
                <a:ea typeface="+mj-ea"/>
                <a:cs typeface="+mj-cs"/>
              </a:rPr>
              <a:t>Tipos</a:t>
            </a:r>
            <a:r>
              <a:rPr lang="en-US" sz="3300" b="1" kern="1200">
                <a:solidFill>
                  <a:schemeClr val="tx1"/>
                </a:solidFill>
                <a:effectLst/>
                <a:latin typeface="+mj-lt"/>
                <a:ea typeface="+mj-ea"/>
                <a:cs typeface="+mj-cs"/>
              </a:rPr>
              <a:t> de Administradores de </a:t>
            </a:r>
            <a:r>
              <a:rPr lang="en-US" sz="3300" b="1" kern="1200" err="1">
                <a:solidFill>
                  <a:schemeClr val="tx1"/>
                </a:solidFill>
                <a:effectLst/>
                <a:latin typeface="+mj-lt"/>
                <a:ea typeface="+mj-ea"/>
                <a:cs typeface="+mj-cs"/>
              </a:rPr>
              <a:t>Diseño</a:t>
            </a:r>
            <a:r>
              <a:rPr lang="en-US" sz="3300" b="1" kern="1200">
                <a:solidFill>
                  <a:schemeClr val="tx1"/>
                </a:solidFill>
                <a:effectLst/>
                <a:latin typeface="+mj-lt"/>
                <a:ea typeface="+mj-ea"/>
                <a:cs typeface="+mj-cs"/>
              </a:rPr>
              <a:t> (Layout Managers)</a:t>
            </a:r>
            <a:br>
              <a:rPr lang="en-US" sz="3300" kern="1200">
                <a:solidFill>
                  <a:schemeClr val="tx1"/>
                </a:solidFill>
                <a:effectLst/>
                <a:latin typeface="+mj-lt"/>
                <a:ea typeface="+mj-ea"/>
                <a:cs typeface="+mj-cs"/>
              </a:rPr>
            </a:br>
            <a:endParaRPr lang="en-US" sz="3300" kern="1200">
              <a:solidFill>
                <a:schemeClr val="tx1"/>
              </a:solidFill>
              <a:latin typeface="+mj-lt"/>
              <a:ea typeface="+mj-ea"/>
              <a:cs typeface="+mj-cs"/>
            </a:endParaRPr>
          </a:p>
        </p:txBody>
      </p:sp>
      <p:pic>
        <p:nvPicPr>
          <p:cNvPr id="7" name="Graphic 6" descr="Implementar">
            <a:extLst>
              <a:ext uri="{FF2B5EF4-FFF2-40B4-BE49-F238E27FC236}">
                <a16:creationId xmlns:a16="http://schemas.microsoft.com/office/drawing/2014/main" id="{86AE33E4-DA00-DFEC-BDCF-0463B23F2C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1381439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0282003-37B2-82E3-DD32-6DB1C49881CC}"/>
              </a:ext>
            </a:extLst>
          </p:cNvPr>
          <p:cNvSpPr>
            <a:spLocks noGrp="1"/>
          </p:cNvSpPr>
          <p:nvPr>
            <p:ph type="title"/>
          </p:nvPr>
        </p:nvSpPr>
        <p:spPr>
          <a:xfrm>
            <a:off x="836676" y="10974"/>
            <a:ext cx="10515600" cy="834370"/>
          </a:xfrm>
        </p:spPr>
        <p:txBody>
          <a:bodyPr vert="horz" lIns="91440" tIns="45720" rIns="91440" bIns="45720" rtlCol="0" anchor="ctr">
            <a:normAutofit fontScale="90000"/>
          </a:bodyPr>
          <a:lstStyle/>
          <a:p>
            <a:pPr algn="ctr"/>
            <a:r>
              <a:rPr lang="en-US" sz="3300" b="1" kern="1200">
                <a:solidFill>
                  <a:schemeClr val="tx1"/>
                </a:solidFill>
                <a:effectLst/>
                <a:latin typeface="+mj-lt"/>
                <a:ea typeface="+mj-ea"/>
                <a:cs typeface="+mj-cs"/>
              </a:rPr>
              <a:t>Diversos </a:t>
            </a:r>
            <a:r>
              <a:rPr lang="en-US" sz="3300" b="1" kern="1200" err="1">
                <a:solidFill>
                  <a:schemeClr val="tx1"/>
                </a:solidFill>
                <a:effectLst/>
                <a:latin typeface="+mj-lt"/>
                <a:ea typeface="+mj-ea"/>
                <a:cs typeface="+mj-cs"/>
              </a:rPr>
              <a:t>Tipos</a:t>
            </a:r>
            <a:r>
              <a:rPr lang="en-US" sz="3300" b="1" kern="1200">
                <a:solidFill>
                  <a:schemeClr val="tx1"/>
                </a:solidFill>
                <a:effectLst/>
                <a:latin typeface="+mj-lt"/>
                <a:ea typeface="+mj-ea"/>
                <a:cs typeface="+mj-cs"/>
              </a:rPr>
              <a:t> de Administradores de </a:t>
            </a:r>
            <a:r>
              <a:rPr lang="en-US" sz="3300" b="1" kern="1200" err="1">
                <a:solidFill>
                  <a:schemeClr val="tx1"/>
                </a:solidFill>
                <a:effectLst/>
                <a:latin typeface="+mj-lt"/>
                <a:ea typeface="+mj-ea"/>
                <a:cs typeface="+mj-cs"/>
              </a:rPr>
              <a:t>Diseño</a:t>
            </a:r>
            <a:r>
              <a:rPr lang="en-US" sz="3300" b="1" kern="1200">
                <a:solidFill>
                  <a:schemeClr val="tx1"/>
                </a:solidFill>
                <a:effectLst/>
                <a:latin typeface="+mj-lt"/>
                <a:ea typeface="+mj-ea"/>
                <a:cs typeface="+mj-cs"/>
              </a:rPr>
              <a:t> (Layout Managers) </a:t>
            </a:r>
            <a:r>
              <a:rPr lang="en-US" sz="3300" kern="1200">
                <a:solidFill>
                  <a:schemeClr val="tx1"/>
                </a:solidFill>
                <a:latin typeface="+mj-lt"/>
                <a:ea typeface="+mj-ea"/>
                <a:cs typeface="+mj-cs"/>
              </a:rPr>
              <a:t>Layouts </a:t>
            </a:r>
            <a:r>
              <a:rPr lang="en-US" sz="3300" kern="1200" err="1">
                <a:solidFill>
                  <a:schemeClr val="tx1"/>
                </a:solidFill>
                <a:latin typeface="+mj-lt"/>
                <a:ea typeface="+mj-ea"/>
                <a:cs typeface="+mj-cs"/>
              </a:rPr>
              <a:t>en</a:t>
            </a:r>
            <a:r>
              <a:rPr lang="en-US" sz="3300" kern="1200">
                <a:solidFill>
                  <a:schemeClr val="tx1"/>
                </a:solidFill>
                <a:latin typeface="+mj-lt"/>
                <a:ea typeface="+mj-ea"/>
                <a:cs typeface="+mj-cs"/>
              </a:rPr>
              <a:t> </a:t>
            </a:r>
            <a:r>
              <a:rPr lang="en-US" sz="3300" kern="1200" err="1">
                <a:solidFill>
                  <a:schemeClr val="tx1"/>
                </a:solidFill>
                <a:latin typeface="+mj-lt"/>
                <a:ea typeface="+mj-ea"/>
                <a:cs typeface="+mj-cs"/>
              </a:rPr>
              <a:t>WindowBuilder</a:t>
            </a:r>
            <a:endParaRPr lang="en-US" sz="3300" kern="1200">
              <a:solidFill>
                <a:schemeClr val="tx1"/>
              </a:solidFill>
              <a:latin typeface="+mj-lt"/>
              <a:ea typeface="+mj-ea"/>
              <a:cs typeface="+mj-cs"/>
            </a:endParaRPr>
          </a:p>
        </p:txBody>
      </p:sp>
      <p:pic>
        <p:nvPicPr>
          <p:cNvPr id="3" name="Picture 4" descr="CENEC Málaga | Málaga">
            <a:extLst>
              <a:ext uri="{FF2B5EF4-FFF2-40B4-BE49-F238E27FC236}">
                <a16:creationId xmlns:a16="http://schemas.microsoft.com/office/drawing/2014/main" id="{60B77446-B158-5979-6918-D87A93B254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6200" y="6259830"/>
            <a:ext cx="598170" cy="5981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3">
            <a:extLst>
              <a:ext uri="{FF2B5EF4-FFF2-40B4-BE49-F238E27FC236}">
                <a16:creationId xmlns:a16="http://schemas.microsoft.com/office/drawing/2014/main" id="{E41C2559-DFAB-2445-AA15-B0B1009B05DC}"/>
              </a:ext>
            </a:extLst>
          </p:cNvPr>
          <p:cNvGraphicFramePr>
            <a:graphicFrameLocks noGrp="1"/>
          </p:cNvGraphicFramePr>
          <p:nvPr>
            <p:extLst>
              <p:ext uri="{D42A27DB-BD31-4B8C-83A1-F6EECF244321}">
                <p14:modId xmlns:p14="http://schemas.microsoft.com/office/powerpoint/2010/main" val="3074732590"/>
              </p:ext>
            </p:extLst>
          </p:nvPr>
        </p:nvGraphicFramePr>
        <p:xfrm>
          <a:off x="180976" y="856318"/>
          <a:ext cx="11923394" cy="5896906"/>
        </p:xfrm>
        <a:graphic>
          <a:graphicData uri="http://schemas.openxmlformats.org/drawingml/2006/table">
            <a:tbl>
              <a:tblPr firstRow="1" bandRow="1">
                <a:solidFill>
                  <a:schemeClr val="bg1">
                    <a:lumMod val="95000"/>
                  </a:schemeClr>
                </a:solidFill>
                <a:tableStyleId>{22838BEF-8BB2-4498-84A7-C5851F593DF1}</a:tableStyleId>
              </a:tblPr>
              <a:tblGrid>
                <a:gridCol w="1433683">
                  <a:extLst>
                    <a:ext uri="{9D8B030D-6E8A-4147-A177-3AD203B41FA5}">
                      <a16:colId xmlns:a16="http://schemas.microsoft.com/office/drawing/2014/main" val="2842916660"/>
                    </a:ext>
                  </a:extLst>
                </a:gridCol>
                <a:gridCol w="10489711">
                  <a:extLst>
                    <a:ext uri="{9D8B030D-6E8A-4147-A177-3AD203B41FA5}">
                      <a16:colId xmlns:a16="http://schemas.microsoft.com/office/drawing/2014/main" val="46786162"/>
                    </a:ext>
                  </a:extLst>
                </a:gridCol>
              </a:tblGrid>
              <a:tr h="457658">
                <a:tc>
                  <a:txBody>
                    <a:bodyPr/>
                    <a:lstStyle/>
                    <a:p>
                      <a:pPr fontAlgn="b"/>
                      <a:r>
                        <a:rPr lang="es-ES" sz="1700" b="0" cap="none" spc="0">
                          <a:solidFill>
                            <a:schemeClr val="bg1"/>
                          </a:solidFill>
                          <a:effectLst/>
                        </a:rPr>
                        <a:t>Layout</a:t>
                      </a:r>
                    </a:p>
                  </a:txBody>
                  <a:tcPr marL="30834" marR="30834" marT="95248" marB="15416" anchor="ctr">
                    <a:lnL w="12700" cmpd="sng">
                      <a:noFill/>
                    </a:lnL>
                    <a:lnR w="12700" cmpd="sng">
                      <a:noFill/>
                    </a:lnR>
                    <a:lnT w="19050" cap="flat" cmpd="sng" algn="ctr">
                      <a:noFill/>
                      <a:prstDash val="solid"/>
                    </a:lnT>
                    <a:lnB w="38100" cmpd="sng">
                      <a:noFill/>
                    </a:lnB>
                    <a:solidFill>
                      <a:schemeClr val="accent2"/>
                    </a:solidFill>
                  </a:tcPr>
                </a:tc>
                <a:tc>
                  <a:txBody>
                    <a:bodyPr/>
                    <a:lstStyle/>
                    <a:p>
                      <a:pPr fontAlgn="b"/>
                      <a:r>
                        <a:rPr lang="es-ES" sz="1700" b="0" cap="none" spc="0">
                          <a:solidFill>
                            <a:schemeClr val="bg1"/>
                          </a:solidFill>
                          <a:effectLst/>
                        </a:rPr>
                        <a:t>Descripción</a:t>
                      </a:r>
                    </a:p>
                  </a:txBody>
                  <a:tcPr marL="30834" marR="30834" marT="95248" marB="15416"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365155902"/>
                  </a:ext>
                </a:extLst>
              </a:tr>
              <a:tr h="679906">
                <a:tc>
                  <a:txBody>
                    <a:bodyPr/>
                    <a:lstStyle/>
                    <a:p>
                      <a:pPr fontAlgn="base"/>
                      <a:r>
                        <a:rPr lang="es-ES" sz="1800" b="1" cap="none" spc="0" err="1">
                          <a:solidFill>
                            <a:schemeClr val="tx1"/>
                          </a:solidFill>
                          <a:effectLst/>
                        </a:rPr>
                        <a:t>BorderLayout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Divide el contenedor en cinco áreas: norte, sur, este, oeste y centro. Los componentes se ajustan al tamaño de su área correspondiente. Ideal para disposiciones simples.</a:t>
                      </a:r>
                    </a:p>
                  </a:txBody>
                  <a:tcPr marL="30834" marR="30834" marT="95248" marB="15416"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806279478"/>
                  </a:ext>
                </a:extLst>
              </a:tr>
              <a:tr h="679906">
                <a:tc>
                  <a:txBody>
                    <a:bodyPr/>
                    <a:lstStyle/>
                    <a:p>
                      <a:pPr fontAlgn="base"/>
                      <a:r>
                        <a:rPr lang="es-ES" sz="1800" b="1" cap="none" spc="0" err="1">
                          <a:solidFill>
                            <a:schemeClr val="tx1"/>
                          </a:solidFill>
                          <a:effectLst/>
                        </a:rPr>
                        <a:t>FlowLayout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ES" sz="1600" cap="none" spc="0">
                          <a:solidFill>
                            <a:schemeClr val="tx1"/>
                          </a:solidFill>
                          <a:effectLst/>
                        </a:rPr>
                        <a:t>Coloca los componentes en una fila o columna, según la orientación. Los componentes se ajustan al tamaño preferido y se colocan en la dirección de flujo. </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961245333"/>
                  </a:ext>
                </a:extLst>
              </a:tr>
              <a:tr h="679906">
                <a:tc>
                  <a:txBody>
                    <a:bodyPr/>
                    <a:lstStyle/>
                    <a:p>
                      <a:pPr fontAlgn="base"/>
                      <a:r>
                        <a:rPr lang="es-ES" sz="1800" b="1" cap="none" spc="0" err="1">
                          <a:solidFill>
                            <a:schemeClr val="tx1"/>
                          </a:solidFill>
                          <a:effectLst/>
                        </a:rPr>
                        <a:t>GridLayout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Organiza los componentes en una cuadrícula con un número fijo de filas y columnas. Todos los componentes tienen el mismo tamaño. Ideal para cuadrículas regulares.</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491764295"/>
                  </a:ext>
                </a:extLst>
              </a:tr>
              <a:tr h="679906">
                <a:tc>
                  <a:txBody>
                    <a:bodyPr/>
                    <a:lstStyle/>
                    <a:p>
                      <a:pPr fontAlgn="base"/>
                      <a:r>
                        <a:rPr lang="es-ES" sz="1800" b="1" cap="none" spc="0" err="1">
                          <a:solidFill>
                            <a:schemeClr val="tx1"/>
                          </a:solidFill>
                          <a:effectLst/>
                        </a:rPr>
                        <a:t>CardLayout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Permite alternar entre varios paneles, mostrando uno a la vez. Útil para implementar páginas o paneles de </a:t>
                      </a:r>
                      <a:r>
                        <a:rPr lang="es-ES" sz="1600" cap="none" spc="0" err="1">
                          <a:solidFill>
                            <a:schemeClr val="tx1"/>
                          </a:solidFill>
                          <a:effectLst/>
                        </a:rPr>
                        <a:t>wizard</a:t>
                      </a:r>
                      <a:r>
                        <a:rPr lang="es-ES" sz="1600" cap="none" spc="0">
                          <a:solidFill>
                            <a:schemeClr val="tx1"/>
                          </a:solidFill>
                          <a:effectLst/>
                        </a:rPr>
                        <a:t>.</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805461934"/>
                  </a:ext>
                </a:extLst>
              </a:tr>
              <a:tr h="679906">
                <a:tc>
                  <a:txBody>
                    <a:bodyPr/>
                    <a:lstStyle/>
                    <a:p>
                      <a:pPr fontAlgn="base"/>
                      <a:r>
                        <a:rPr lang="es-ES" sz="1800" b="1" cap="none" spc="0" err="1">
                          <a:solidFill>
                            <a:schemeClr val="tx1"/>
                          </a:solidFill>
                          <a:effectLst/>
                        </a:rPr>
                        <a:t>GridBagLayout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Ofrece un control detallado del diseño, permitiendo a los componentes ocupar diferentes celdas de una cuadrícula con flexibilidad en su tamaño.</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250836812"/>
                  </a:ext>
                </a:extLst>
              </a:tr>
              <a:tr h="679906">
                <a:tc>
                  <a:txBody>
                    <a:bodyPr/>
                    <a:lstStyle/>
                    <a:p>
                      <a:pPr fontAlgn="base"/>
                      <a:r>
                        <a:rPr lang="es-ES" sz="1800" b="1" cap="none" spc="0" err="1">
                          <a:solidFill>
                            <a:schemeClr val="tx1"/>
                          </a:solidFill>
                          <a:effectLst/>
                        </a:rPr>
                        <a:t>BoxLayout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Coloca los componentes en una fila o columna, pero permite un mayor control sobre el espaciado y el tamaño de los componentes.</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122004233"/>
                  </a:ext>
                </a:extLst>
              </a:tr>
              <a:tr h="679906">
                <a:tc>
                  <a:txBody>
                    <a:bodyPr/>
                    <a:lstStyle/>
                    <a:p>
                      <a:pPr fontAlgn="base"/>
                      <a:r>
                        <a:rPr lang="es-ES" sz="1800" b="1" cap="none" spc="0" err="1">
                          <a:solidFill>
                            <a:schemeClr val="tx1"/>
                          </a:solidFill>
                          <a:effectLst/>
                        </a:rPr>
                        <a:t>GroupLayout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fontAlgn="base"/>
                      <a:r>
                        <a:rPr lang="es-ES" sz="1600" cap="none" spc="0">
                          <a:solidFill>
                            <a:schemeClr val="tx1"/>
                          </a:solidFill>
                          <a:effectLst/>
                        </a:rPr>
                        <a:t>Permite crear diseños más complejos y flexibles mediante una interfaz de estilo fluente. Proporciona un alto grado de control y es adecuado para interfaces de usuario complejas.</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050875159"/>
                  </a:ext>
                </a:extLst>
              </a:tr>
              <a:tr h="679906">
                <a:tc>
                  <a:txBody>
                    <a:bodyPr/>
                    <a:lstStyle/>
                    <a:p>
                      <a:pPr fontAlgn="base"/>
                      <a:r>
                        <a:rPr lang="es-ES" sz="1800" b="1" cap="none" spc="0" err="1">
                          <a:solidFill>
                            <a:schemeClr val="tx1"/>
                          </a:solidFill>
                          <a:effectLst/>
                        </a:rPr>
                        <a:t>SpringLayout</a:t>
                      </a:r>
                      <a:endParaRPr lang="es-ES" sz="1800" b="1" cap="none" spc="0">
                        <a:solidFill>
                          <a:schemeClr val="tx1"/>
                        </a:solidFill>
                        <a:effectLst/>
                      </a:endParaRP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fontAlgn="base"/>
                      <a:r>
                        <a:rPr lang="es-ES" sz="1600" cap="none" spc="0">
                          <a:solidFill>
                            <a:schemeClr val="tx1"/>
                          </a:solidFill>
                          <a:effectLst/>
                        </a:rPr>
                        <a:t>Utiliza restricciones basadas en resortes para definir la posición y el tamaño de los componentes. Es útil para diseños dinámicos y flexibles.</a:t>
                      </a:r>
                    </a:p>
                  </a:txBody>
                  <a:tcPr marL="30834" marR="30834" marT="95248" marB="15416"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96581550"/>
                  </a:ext>
                </a:extLst>
              </a:tr>
            </a:tbl>
          </a:graphicData>
        </a:graphic>
      </p:graphicFrame>
    </p:spTree>
    <p:extLst>
      <p:ext uri="{BB962C8B-B14F-4D97-AF65-F5344CB8AC3E}">
        <p14:creationId xmlns:p14="http://schemas.microsoft.com/office/powerpoint/2010/main" val="686634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5A5DE-18B9-E6F9-9EDB-870047FD1D83}"/>
              </a:ext>
            </a:extLst>
          </p:cNvPr>
          <p:cNvSpPr>
            <a:spLocks noGrp="1"/>
          </p:cNvSpPr>
          <p:nvPr>
            <p:ph type="title"/>
          </p:nvPr>
        </p:nvSpPr>
        <p:spPr>
          <a:xfrm>
            <a:off x="838200" y="103187"/>
            <a:ext cx="10515600" cy="577850"/>
          </a:xfrm>
        </p:spPr>
        <p:txBody>
          <a:bodyPr>
            <a:normAutofit fontScale="90000"/>
          </a:bodyPr>
          <a:lstStyle/>
          <a:p>
            <a:r>
              <a:rPr lang="es-ES"/>
              <a:t>Los más usados</a:t>
            </a:r>
          </a:p>
        </p:txBody>
      </p:sp>
      <p:pic>
        <p:nvPicPr>
          <p:cNvPr id="5" name="Imagen 4">
            <a:extLst>
              <a:ext uri="{FF2B5EF4-FFF2-40B4-BE49-F238E27FC236}">
                <a16:creationId xmlns:a16="http://schemas.microsoft.com/office/drawing/2014/main" id="{658CAB32-32B9-A5B4-2AEF-9615BD7815D6}"/>
              </a:ext>
            </a:extLst>
          </p:cNvPr>
          <p:cNvPicPr>
            <a:picLocks noChangeAspect="1"/>
          </p:cNvPicPr>
          <p:nvPr/>
        </p:nvPicPr>
        <p:blipFill>
          <a:blip r:embed="rId3"/>
          <a:stretch>
            <a:fillRect/>
          </a:stretch>
        </p:blipFill>
        <p:spPr>
          <a:xfrm>
            <a:off x="178506" y="567081"/>
            <a:ext cx="3295650" cy="2310353"/>
          </a:xfrm>
          <a:prstGeom prst="rect">
            <a:avLst/>
          </a:prstGeom>
        </p:spPr>
      </p:pic>
      <p:pic>
        <p:nvPicPr>
          <p:cNvPr id="7" name="Imagen 6">
            <a:extLst>
              <a:ext uri="{FF2B5EF4-FFF2-40B4-BE49-F238E27FC236}">
                <a16:creationId xmlns:a16="http://schemas.microsoft.com/office/drawing/2014/main" id="{E82DB3E0-B2B4-6D30-C10A-A12BDFA8C53B}"/>
              </a:ext>
            </a:extLst>
          </p:cNvPr>
          <p:cNvPicPr>
            <a:picLocks noChangeAspect="1"/>
          </p:cNvPicPr>
          <p:nvPr/>
        </p:nvPicPr>
        <p:blipFill>
          <a:blip r:embed="rId4"/>
          <a:stretch>
            <a:fillRect/>
          </a:stretch>
        </p:blipFill>
        <p:spPr>
          <a:xfrm>
            <a:off x="7352997" y="3792125"/>
            <a:ext cx="4344006" cy="2962688"/>
          </a:xfrm>
          <a:prstGeom prst="rect">
            <a:avLst/>
          </a:prstGeom>
        </p:spPr>
      </p:pic>
      <p:sp>
        <p:nvSpPr>
          <p:cNvPr id="8" name="CuadroTexto 7">
            <a:extLst>
              <a:ext uri="{FF2B5EF4-FFF2-40B4-BE49-F238E27FC236}">
                <a16:creationId xmlns:a16="http://schemas.microsoft.com/office/drawing/2014/main" id="{54DC9E64-4C0C-5936-37AA-79AB7BA4715C}"/>
              </a:ext>
            </a:extLst>
          </p:cNvPr>
          <p:cNvSpPr txBox="1"/>
          <p:nvPr/>
        </p:nvSpPr>
        <p:spPr>
          <a:xfrm>
            <a:off x="8724900" y="3564493"/>
            <a:ext cx="1452129" cy="369332"/>
          </a:xfrm>
          <a:prstGeom prst="rect">
            <a:avLst/>
          </a:prstGeom>
          <a:noFill/>
        </p:spPr>
        <p:txBody>
          <a:bodyPr wrap="none" rtlCol="0">
            <a:spAutoFit/>
          </a:bodyPr>
          <a:lstStyle/>
          <a:p>
            <a:r>
              <a:rPr lang="es-ES" err="1"/>
              <a:t>BorderLayout</a:t>
            </a:r>
            <a:endParaRPr lang="es-ES"/>
          </a:p>
        </p:txBody>
      </p:sp>
      <p:pic>
        <p:nvPicPr>
          <p:cNvPr id="10" name="Imagen 9">
            <a:extLst>
              <a:ext uri="{FF2B5EF4-FFF2-40B4-BE49-F238E27FC236}">
                <a16:creationId xmlns:a16="http://schemas.microsoft.com/office/drawing/2014/main" id="{3C1FD1F5-40EA-DADB-445A-7894D73AE868}"/>
              </a:ext>
            </a:extLst>
          </p:cNvPr>
          <p:cNvPicPr>
            <a:picLocks noChangeAspect="1"/>
          </p:cNvPicPr>
          <p:nvPr/>
        </p:nvPicPr>
        <p:blipFill>
          <a:blip r:embed="rId5"/>
          <a:stretch>
            <a:fillRect/>
          </a:stretch>
        </p:blipFill>
        <p:spPr>
          <a:xfrm>
            <a:off x="7257733" y="655711"/>
            <a:ext cx="4534533" cy="2934109"/>
          </a:xfrm>
          <a:prstGeom prst="rect">
            <a:avLst/>
          </a:prstGeom>
        </p:spPr>
      </p:pic>
      <p:sp>
        <p:nvSpPr>
          <p:cNvPr id="11" name="CuadroTexto 10">
            <a:extLst>
              <a:ext uri="{FF2B5EF4-FFF2-40B4-BE49-F238E27FC236}">
                <a16:creationId xmlns:a16="http://schemas.microsoft.com/office/drawing/2014/main" id="{E2DCFA2E-08A8-6027-8729-03B4DE7FBDB0}"/>
              </a:ext>
            </a:extLst>
          </p:cNvPr>
          <p:cNvSpPr txBox="1"/>
          <p:nvPr/>
        </p:nvSpPr>
        <p:spPr>
          <a:xfrm>
            <a:off x="8724899" y="311705"/>
            <a:ext cx="1640770" cy="369332"/>
          </a:xfrm>
          <a:prstGeom prst="rect">
            <a:avLst/>
          </a:prstGeom>
          <a:noFill/>
        </p:spPr>
        <p:txBody>
          <a:bodyPr wrap="none" rtlCol="0">
            <a:spAutoFit/>
          </a:bodyPr>
          <a:lstStyle/>
          <a:p>
            <a:r>
              <a:rPr lang="es-ES" err="1"/>
              <a:t>AbsoluteLayout</a:t>
            </a:r>
            <a:endParaRPr lang="es-ES"/>
          </a:p>
        </p:txBody>
      </p:sp>
      <p:pic>
        <p:nvPicPr>
          <p:cNvPr id="13" name="Imagen 12">
            <a:extLst>
              <a:ext uri="{FF2B5EF4-FFF2-40B4-BE49-F238E27FC236}">
                <a16:creationId xmlns:a16="http://schemas.microsoft.com/office/drawing/2014/main" id="{1BAB2229-B23A-1EF6-309B-3A9364F8A0DC}"/>
              </a:ext>
            </a:extLst>
          </p:cNvPr>
          <p:cNvPicPr>
            <a:picLocks noChangeAspect="1"/>
          </p:cNvPicPr>
          <p:nvPr/>
        </p:nvPicPr>
        <p:blipFill>
          <a:blip r:embed="rId6"/>
          <a:stretch>
            <a:fillRect/>
          </a:stretch>
        </p:blipFill>
        <p:spPr>
          <a:xfrm>
            <a:off x="3609947" y="4356380"/>
            <a:ext cx="3743049" cy="2519360"/>
          </a:xfrm>
          <a:prstGeom prst="rect">
            <a:avLst/>
          </a:prstGeom>
        </p:spPr>
      </p:pic>
      <p:sp>
        <p:nvSpPr>
          <p:cNvPr id="14" name="CuadroTexto 13">
            <a:extLst>
              <a:ext uri="{FF2B5EF4-FFF2-40B4-BE49-F238E27FC236}">
                <a16:creationId xmlns:a16="http://schemas.microsoft.com/office/drawing/2014/main" id="{A4EB1C1A-E27A-8658-CD00-8AB6474D7913}"/>
              </a:ext>
            </a:extLst>
          </p:cNvPr>
          <p:cNvSpPr txBox="1"/>
          <p:nvPr/>
        </p:nvSpPr>
        <p:spPr>
          <a:xfrm>
            <a:off x="4615797" y="3933825"/>
            <a:ext cx="1255600" cy="369332"/>
          </a:xfrm>
          <a:prstGeom prst="rect">
            <a:avLst/>
          </a:prstGeom>
          <a:noFill/>
        </p:spPr>
        <p:txBody>
          <a:bodyPr wrap="none" rtlCol="0">
            <a:spAutoFit/>
          </a:bodyPr>
          <a:lstStyle/>
          <a:p>
            <a:r>
              <a:rPr lang="es-ES" err="1"/>
              <a:t>FlowLayout</a:t>
            </a:r>
            <a:endParaRPr lang="es-ES"/>
          </a:p>
        </p:txBody>
      </p:sp>
      <p:pic>
        <p:nvPicPr>
          <p:cNvPr id="16" name="Imagen 15">
            <a:extLst>
              <a:ext uri="{FF2B5EF4-FFF2-40B4-BE49-F238E27FC236}">
                <a16:creationId xmlns:a16="http://schemas.microsoft.com/office/drawing/2014/main" id="{7C5B1D82-83AC-B4B5-60E5-F4A4A67D2EC2}"/>
              </a:ext>
            </a:extLst>
          </p:cNvPr>
          <p:cNvPicPr>
            <a:picLocks noChangeAspect="1"/>
          </p:cNvPicPr>
          <p:nvPr/>
        </p:nvPicPr>
        <p:blipFill>
          <a:blip r:embed="rId7"/>
          <a:stretch>
            <a:fillRect/>
          </a:stretch>
        </p:blipFill>
        <p:spPr>
          <a:xfrm>
            <a:off x="3688461" y="933165"/>
            <a:ext cx="3569272" cy="2338752"/>
          </a:xfrm>
          <a:prstGeom prst="rect">
            <a:avLst/>
          </a:prstGeom>
        </p:spPr>
      </p:pic>
      <p:sp>
        <p:nvSpPr>
          <p:cNvPr id="17" name="CuadroTexto 16">
            <a:extLst>
              <a:ext uri="{FF2B5EF4-FFF2-40B4-BE49-F238E27FC236}">
                <a16:creationId xmlns:a16="http://schemas.microsoft.com/office/drawing/2014/main" id="{7E627234-0662-CD26-5BB2-9A69B6131431}"/>
              </a:ext>
            </a:extLst>
          </p:cNvPr>
          <p:cNvSpPr txBox="1"/>
          <p:nvPr/>
        </p:nvSpPr>
        <p:spPr>
          <a:xfrm>
            <a:off x="4545559" y="605936"/>
            <a:ext cx="1211614" cy="369332"/>
          </a:xfrm>
          <a:prstGeom prst="rect">
            <a:avLst/>
          </a:prstGeom>
          <a:noFill/>
        </p:spPr>
        <p:txBody>
          <a:bodyPr wrap="none" rtlCol="0">
            <a:spAutoFit/>
          </a:bodyPr>
          <a:lstStyle/>
          <a:p>
            <a:r>
              <a:rPr lang="es-ES" err="1"/>
              <a:t>GridLayout</a:t>
            </a:r>
            <a:endParaRPr lang="es-ES"/>
          </a:p>
        </p:txBody>
      </p:sp>
      <p:pic>
        <p:nvPicPr>
          <p:cNvPr id="19" name="Imagen 18">
            <a:extLst>
              <a:ext uri="{FF2B5EF4-FFF2-40B4-BE49-F238E27FC236}">
                <a16:creationId xmlns:a16="http://schemas.microsoft.com/office/drawing/2014/main" id="{D925CBBF-339F-84BF-02A9-4CFC52097631}"/>
              </a:ext>
            </a:extLst>
          </p:cNvPr>
          <p:cNvPicPr>
            <a:picLocks noChangeAspect="1"/>
          </p:cNvPicPr>
          <p:nvPr/>
        </p:nvPicPr>
        <p:blipFill>
          <a:blip r:embed="rId8"/>
          <a:stretch>
            <a:fillRect/>
          </a:stretch>
        </p:blipFill>
        <p:spPr>
          <a:xfrm>
            <a:off x="140749" y="3933825"/>
            <a:ext cx="3469197" cy="2310353"/>
          </a:xfrm>
          <a:prstGeom prst="rect">
            <a:avLst/>
          </a:prstGeom>
        </p:spPr>
      </p:pic>
      <p:sp>
        <p:nvSpPr>
          <p:cNvPr id="20" name="CuadroTexto 19">
            <a:extLst>
              <a:ext uri="{FF2B5EF4-FFF2-40B4-BE49-F238E27FC236}">
                <a16:creationId xmlns:a16="http://schemas.microsoft.com/office/drawing/2014/main" id="{C103EA49-1DD5-D266-EEE9-D1B5F453E96D}"/>
              </a:ext>
            </a:extLst>
          </p:cNvPr>
          <p:cNvSpPr txBox="1"/>
          <p:nvPr/>
        </p:nvSpPr>
        <p:spPr>
          <a:xfrm>
            <a:off x="1062972" y="3611235"/>
            <a:ext cx="1152623" cy="369332"/>
          </a:xfrm>
          <a:prstGeom prst="rect">
            <a:avLst/>
          </a:prstGeom>
          <a:noFill/>
        </p:spPr>
        <p:txBody>
          <a:bodyPr wrap="none" rtlCol="0">
            <a:spAutoFit/>
          </a:bodyPr>
          <a:lstStyle/>
          <a:p>
            <a:r>
              <a:rPr lang="es-ES" err="1"/>
              <a:t>BoxLayout</a:t>
            </a:r>
            <a:endParaRPr lang="es-ES"/>
          </a:p>
        </p:txBody>
      </p:sp>
      <p:pic>
        <p:nvPicPr>
          <p:cNvPr id="3" name="Picture 4" descr="CENEC Málaga | Málaga">
            <a:extLst>
              <a:ext uri="{FF2B5EF4-FFF2-40B4-BE49-F238E27FC236}">
                <a16:creationId xmlns:a16="http://schemas.microsoft.com/office/drawing/2014/main" id="{36584ABF-48AD-D075-5160-232FD6FC1E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49050" y="6202680"/>
            <a:ext cx="655320" cy="65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383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B20F6D-3372-B803-5105-D2D8459B1C10}"/>
              </a:ext>
            </a:extLst>
          </p:cNvPr>
          <p:cNvSpPr>
            <a:spLocks noGrp="1"/>
          </p:cNvSpPr>
          <p:nvPr>
            <p:ph type="title"/>
          </p:nvPr>
        </p:nvSpPr>
        <p:spPr>
          <a:xfrm>
            <a:off x="838200" y="-35069"/>
            <a:ext cx="10515600" cy="1325563"/>
          </a:xfrm>
        </p:spPr>
        <p:txBody>
          <a:bodyPr/>
          <a:lstStyle/>
          <a:p>
            <a:r>
              <a:rPr lang="es-ES" err="1"/>
              <a:t>Layout</a:t>
            </a:r>
            <a:r>
              <a:rPr lang="es-ES"/>
              <a:t> </a:t>
            </a:r>
          </a:p>
        </p:txBody>
      </p:sp>
      <p:sp>
        <p:nvSpPr>
          <p:cNvPr id="3" name="Marcador de contenido 2">
            <a:extLst>
              <a:ext uri="{FF2B5EF4-FFF2-40B4-BE49-F238E27FC236}">
                <a16:creationId xmlns:a16="http://schemas.microsoft.com/office/drawing/2014/main" id="{5196161A-E97E-6AC5-74EA-DA291C8DAE31}"/>
              </a:ext>
            </a:extLst>
          </p:cNvPr>
          <p:cNvSpPr>
            <a:spLocks noGrp="1"/>
          </p:cNvSpPr>
          <p:nvPr>
            <p:ph idx="1"/>
          </p:nvPr>
        </p:nvSpPr>
        <p:spPr/>
        <p:txBody>
          <a:bodyPr/>
          <a:lstStyle/>
          <a:p>
            <a:r>
              <a:rPr lang="es-ES"/>
              <a:t>Cada </a:t>
            </a:r>
            <a:r>
              <a:rPr lang="es-ES" err="1"/>
              <a:t>layout</a:t>
            </a:r>
            <a:r>
              <a:rPr lang="es-ES"/>
              <a:t> sirve para realizar algo en concreto.</a:t>
            </a:r>
          </a:p>
          <a:p>
            <a:r>
              <a:rPr lang="es-ES"/>
              <a:t>Absolute </a:t>
            </a:r>
            <a:r>
              <a:rPr lang="es-ES" err="1"/>
              <a:t>layout</a:t>
            </a:r>
            <a:r>
              <a:rPr lang="es-ES"/>
              <a:t> no es </a:t>
            </a:r>
            <a:r>
              <a:rPr lang="es-ES" err="1"/>
              <a:t>redimensionable</a:t>
            </a:r>
            <a:r>
              <a:rPr lang="es-ES"/>
              <a:t>, es decir responsive</a:t>
            </a:r>
          </a:p>
          <a:p>
            <a:r>
              <a:rPr lang="es-ES"/>
              <a:t>Cada </a:t>
            </a:r>
            <a:r>
              <a:rPr lang="es-ES" err="1"/>
              <a:t>layout</a:t>
            </a:r>
            <a:r>
              <a:rPr lang="es-ES"/>
              <a:t> tiene unas propiedades, importante el tema de la posición se encuentra en constructor</a:t>
            </a:r>
          </a:p>
        </p:txBody>
      </p:sp>
      <p:pic>
        <p:nvPicPr>
          <p:cNvPr id="5" name="Imagen 4">
            <a:extLst>
              <a:ext uri="{FF2B5EF4-FFF2-40B4-BE49-F238E27FC236}">
                <a16:creationId xmlns:a16="http://schemas.microsoft.com/office/drawing/2014/main" id="{9104BCE4-1A85-5BE6-986B-02BB22ECB539}"/>
              </a:ext>
            </a:extLst>
          </p:cNvPr>
          <p:cNvPicPr>
            <a:picLocks noChangeAspect="1"/>
          </p:cNvPicPr>
          <p:nvPr/>
        </p:nvPicPr>
        <p:blipFill>
          <a:blip r:embed="rId2"/>
          <a:stretch>
            <a:fillRect/>
          </a:stretch>
        </p:blipFill>
        <p:spPr>
          <a:xfrm>
            <a:off x="2747519" y="3933681"/>
            <a:ext cx="6354062" cy="2057687"/>
          </a:xfrm>
          <a:prstGeom prst="rect">
            <a:avLst/>
          </a:prstGeom>
        </p:spPr>
      </p:pic>
      <p:pic>
        <p:nvPicPr>
          <p:cNvPr id="4" name="Picture 4" descr="CENEC Málaga | Málaga">
            <a:extLst>
              <a:ext uri="{FF2B5EF4-FFF2-40B4-BE49-F238E27FC236}">
                <a16:creationId xmlns:a16="http://schemas.microsoft.com/office/drawing/2014/main" id="{E70056AF-57DF-900D-C792-BB9934C53C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50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ompecabezas blanco con una pieza roja">
            <a:extLst>
              <a:ext uri="{FF2B5EF4-FFF2-40B4-BE49-F238E27FC236}">
                <a16:creationId xmlns:a16="http://schemas.microsoft.com/office/drawing/2014/main" id="{67D257FF-AC31-A185-4578-4FD438149463}"/>
              </a:ext>
            </a:extLst>
          </p:cNvPr>
          <p:cNvPicPr>
            <a:picLocks noChangeAspect="1"/>
          </p:cNvPicPr>
          <p:nvPr/>
        </p:nvPicPr>
        <p:blipFill>
          <a:blip r:embed="rId2"/>
          <a:srcRect l="28615" r="27010"/>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02C5F7-5F36-2D22-ACBA-2180DCF487E6}"/>
              </a:ext>
            </a:extLst>
          </p:cNvPr>
          <p:cNvSpPr>
            <a:spLocks noGrp="1"/>
          </p:cNvSpPr>
          <p:nvPr>
            <p:ph type="title"/>
          </p:nvPr>
        </p:nvSpPr>
        <p:spPr>
          <a:xfrm>
            <a:off x="6115317" y="405685"/>
            <a:ext cx="5464968" cy="1559301"/>
          </a:xfrm>
        </p:spPr>
        <p:txBody>
          <a:bodyPr>
            <a:normAutofit/>
          </a:bodyPr>
          <a:lstStyle/>
          <a:p>
            <a:r>
              <a:rPr lang="es-ES" sz="4000" b="1" kern="100">
                <a:effectLst/>
                <a:latin typeface="Verdana" panose="020B0604030504040204" pitchFamily="34" charset="0"/>
                <a:ea typeface="Aptos" panose="020B0004020202020204" pitchFamily="34" charset="0"/>
                <a:cs typeface="Times New Roman" panose="02020603050405020304" pitchFamily="18" charset="0"/>
              </a:rPr>
              <a:t>FlowLayout:</a:t>
            </a:r>
            <a:br>
              <a:rPr lang="es-ES" sz="4000" kern="100">
                <a:effectLst/>
                <a:latin typeface="Aptos" panose="020B0004020202020204" pitchFamily="34" charset="0"/>
                <a:ea typeface="Aptos" panose="020B0004020202020204" pitchFamily="34" charset="0"/>
                <a:cs typeface="Times New Roman" panose="02020603050405020304" pitchFamily="18" charset="0"/>
              </a:rPr>
            </a:br>
            <a:endParaRPr lang="es-ES" sz="4000"/>
          </a:p>
        </p:txBody>
      </p:sp>
      <p:sp>
        <p:nvSpPr>
          <p:cNvPr id="3" name="Marcador de contenido 2">
            <a:extLst>
              <a:ext uri="{FF2B5EF4-FFF2-40B4-BE49-F238E27FC236}">
                <a16:creationId xmlns:a16="http://schemas.microsoft.com/office/drawing/2014/main" id="{A0292B11-369E-1C3C-1C9A-2B68A2AB90FF}"/>
              </a:ext>
            </a:extLst>
          </p:cNvPr>
          <p:cNvSpPr>
            <a:spLocks noGrp="1"/>
          </p:cNvSpPr>
          <p:nvPr>
            <p:ph idx="1"/>
          </p:nvPr>
        </p:nvSpPr>
        <p:spPr>
          <a:xfrm>
            <a:off x="6115317" y="2743200"/>
            <a:ext cx="5247340" cy="3496878"/>
          </a:xfrm>
        </p:spPr>
        <p:txBody>
          <a:bodyPr anchor="ctr">
            <a:normAutofit/>
          </a:bodyPr>
          <a:lstStyle/>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Coloca los componentes en una fila, alineándolos de izquierda a derecha. Cuando no hay suficiente espacio en la fila, pasa a la siguiente.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Características</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Alineación horizontal: LEFT, CENTER, RIGHT (predeterminado: CENTER).</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Soporte para espaciado entre componentes con setHgap(int hgap) y setVgap(int vgap).</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400" kern="100">
                <a:effectLst/>
                <a:latin typeface="Verdana" panose="020B0604030504040204" pitchFamily="34" charset="0"/>
                <a:ea typeface="Aptos" panose="020B0004020202020204" pitchFamily="34" charset="0"/>
                <a:cs typeface="Times New Roman" panose="02020603050405020304" pitchFamily="18" charset="0"/>
              </a:rPr>
              <a:t>: Barras de herramientas, paneles con botones o componentes similares en tamaño.</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400"/>
          </a:p>
        </p:txBody>
      </p:sp>
    </p:spTree>
    <p:extLst>
      <p:ext uri="{BB962C8B-B14F-4D97-AF65-F5344CB8AC3E}">
        <p14:creationId xmlns:p14="http://schemas.microsoft.com/office/powerpoint/2010/main" val="19196711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a vía férrea que se extiende a través del desierto">
            <a:extLst>
              <a:ext uri="{FF2B5EF4-FFF2-40B4-BE49-F238E27FC236}">
                <a16:creationId xmlns:a16="http://schemas.microsoft.com/office/drawing/2014/main" id="{C8699EE5-43C3-D431-CDEE-3C1002017C6A}"/>
              </a:ext>
            </a:extLst>
          </p:cNvPr>
          <p:cNvPicPr>
            <a:picLocks noChangeAspect="1"/>
          </p:cNvPicPr>
          <p:nvPr/>
        </p:nvPicPr>
        <p:blipFill>
          <a:blip r:embed="rId2"/>
          <a:srcRect r="1389"/>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60CB9D8-269D-721F-8D0A-363707C136FB}"/>
              </a:ext>
            </a:extLst>
          </p:cNvPr>
          <p:cNvSpPr>
            <a:spLocks noGrp="1"/>
          </p:cNvSpPr>
          <p:nvPr>
            <p:ph type="title"/>
          </p:nvPr>
        </p:nvSpPr>
        <p:spPr>
          <a:xfrm>
            <a:off x="6115317" y="405685"/>
            <a:ext cx="5464968" cy="1559301"/>
          </a:xfrm>
        </p:spPr>
        <p:txBody>
          <a:bodyPr>
            <a:normAutofit/>
          </a:bodyPr>
          <a:lstStyle/>
          <a:p>
            <a:r>
              <a:rPr lang="es-ES" sz="4000" b="1" kern="100">
                <a:effectLst/>
                <a:latin typeface="Verdana" panose="020B0604030504040204" pitchFamily="34" charset="0"/>
                <a:ea typeface="Aptos" panose="020B0004020202020204" pitchFamily="34" charset="0"/>
                <a:cs typeface="Times New Roman" panose="02020603050405020304" pitchFamily="18" charset="0"/>
              </a:rPr>
              <a:t>BorderLayout:</a:t>
            </a:r>
            <a:br>
              <a:rPr lang="es-ES" sz="4000" kern="100">
                <a:effectLst/>
                <a:latin typeface="Aptos" panose="020B0004020202020204" pitchFamily="34" charset="0"/>
                <a:ea typeface="Aptos" panose="020B0004020202020204" pitchFamily="34" charset="0"/>
                <a:cs typeface="Times New Roman" panose="02020603050405020304" pitchFamily="18" charset="0"/>
              </a:rPr>
            </a:br>
            <a:endParaRPr lang="es-ES" sz="4000"/>
          </a:p>
        </p:txBody>
      </p:sp>
      <p:sp>
        <p:nvSpPr>
          <p:cNvPr id="3" name="Marcador de contenido 2">
            <a:extLst>
              <a:ext uri="{FF2B5EF4-FFF2-40B4-BE49-F238E27FC236}">
                <a16:creationId xmlns:a16="http://schemas.microsoft.com/office/drawing/2014/main" id="{F1659ED1-C4F8-83E8-D7A4-E6DD5FC4CAB3}"/>
              </a:ext>
            </a:extLst>
          </p:cNvPr>
          <p:cNvSpPr>
            <a:spLocks noGrp="1"/>
          </p:cNvSpPr>
          <p:nvPr>
            <p:ph idx="1"/>
          </p:nvPr>
        </p:nvSpPr>
        <p:spPr>
          <a:xfrm>
            <a:off x="6076684" y="1524000"/>
            <a:ext cx="5285973" cy="4716078"/>
          </a:xfrm>
        </p:spPr>
        <p:txBody>
          <a:bodyPr anchor="ctr">
            <a:normAutofit/>
          </a:bodyPr>
          <a:lstStyle/>
          <a:p>
            <a:endParaRPr lang="es-ES" sz="1300">
              <a:effectLst/>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300" kern="100">
                <a:effectLst/>
                <a:latin typeface="Verdana" panose="020B0604030504040204" pitchFamily="34" charset="0"/>
                <a:ea typeface="Aptos" panose="020B0004020202020204" pitchFamily="34" charset="0"/>
                <a:cs typeface="Times New Roman" panose="02020603050405020304" pitchFamily="18" charset="0"/>
              </a:rPr>
              <a:t>: Divide el contenedor en cinco regiones: NORTH, SOUTH, EAST, WEST, y CENTER. Cada región puede contener un solo componente.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Características</a:t>
            </a:r>
            <a:r>
              <a:rPr lang="es-ES" sz="1300" kern="100">
                <a:effectLst/>
                <a:latin typeface="Verdana" panose="020B0604030504040204" pitchFamily="34" charset="0"/>
                <a:ea typeface="Aptos" panose="020B0004020202020204" pitchFamily="34" charset="0"/>
                <a:cs typeface="Times New Roman" panose="02020603050405020304" pitchFamily="18" charset="0"/>
              </a:rPr>
              <a:t>:</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300" kern="100">
                <a:effectLst/>
                <a:latin typeface="Verdana" panose="020B0604030504040204" pitchFamily="34" charset="0"/>
                <a:ea typeface="Aptos" panose="020B0004020202020204" pitchFamily="34" charset="0"/>
                <a:cs typeface="Times New Roman" panose="02020603050405020304" pitchFamily="18" charset="0"/>
              </a:rPr>
              <a:t>El componente en la región CENTER se expande para ocupar todo el espacio sobrante.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300" kern="100">
                <a:effectLst/>
                <a:latin typeface="Verdana" panose="020B0604030504040204" pitchFamily="34" charset="0"/>
                <a:ea typeface="Aptos" panose="020B0004020202020204" pitchFamily="34" charset="0"/>
                <a:cs typeface="Times New Roman" panose="02020603050405020304" pitchFamily="18" charset="0"/>
              </a:rPr>
              <a:t>Las regiones NORTH y SOUTH se expanden horizontalmente, mientras que las regiones EAST y WEST se expanden verticalmente.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300" kern="100">
                <a:effectLst/>
                <a:latin typeface="Verdana" panose="020B0604030504040204" pitchFamily="34" charset="0"/>
                <a:ea typeface="Aptos" panose="020B0004020202020204" pitchFamily="34" charset="0"/>
                <a:cs typeface="Times New Roman" panose="02020603050405020304" pitchFamily="18" charset="0"/>
              </a:rPr>
              <a:t> Diseño de ventanas principales donde se necesita organizar la interfaz en áreas definidas, como encabezados, pies de página y barras laterales.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300"/>
          </a:p>
        </p:txBody>
      </p:sp>
    </p:spTree>
    <p:extLst>
      <p:ext uri="{BB962C8B-B14F-4D97-AF65-F5344CB8AC3E}">
        <p14:creationId xmlns:p14="http://schemas.microsoft.com/office/powerpoint/2010/main" val="1040127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squeletos de cajas en 3D">
            <a:extLst>
              <a:ext uri="{FF2B5EF4-FFF2-40B4-BE49-F238E27FC236}">
                <a16:creationId xmlns:a16="http://schemas.microsoft.com/office/drawing/2014/main" id="{EF8E86B5-ECC6-83CC-2D7E-7DA7E81A5546}"/>
              </a:ext>
            </a:extLst>
          </p:cNvPr>
          <p:cNvPicPr>
            <a:picLocks noChangeAspect="1"/>
          </p:cNvPicPr>
          <p:nvPr/>
        </p:nvPicPr>
        <p:blipFill>
          <a:blip r:embed="rId2"/>
          <a:srcRect l="12460" r="9030"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59B718-E544-9B43-9452-42965B20B498}"/>
              </a:ext>
            </a:extLst>
          </p:cNvPr>
          <p:cNvSpPr>
            <a:spLocks noGrp="1"/>
          </p:cNvSpPr>
          <p:nvPr>
            <p:ph type="title"/>
          </p:nvPr>
        </p:nvSpPr>
        <p:spPr>
          <a:xfrm>
            <a:off x="761801" y="352766"/>
            <a:ext cx="10591999" cy="1023584"/>
          </a:xfrm>
        </p:spPr>
        <p:txBody>
          <a:bodyPr>
            <a:normAutofit/>
          </a:bodyPr>
          <a:lstStyle/>
          <a:p>
            <a:r>
              <a:rPr lang="es-ES" sz="4000" b="1" kern="100">
                <a:effectLst/>
                <a:latin typeface="Verdana" panose="020B0604030504040204" pitchFamily="34" charset="0"/>
                <a:ea typeface="Aptos" panose="020B0004020202020204" pitchFamily="34" charset="0"/>
                <a:cs typeface="Times New Roman" panose="02020603050405020304" pitchFamily="18" charset="0"/>
              </a:rPr>
              <a:t>GridLayout</a:t>
            </a:r>
            <a:r>
              <a:rPr lang="es-ES" sz="4000" kern="100">
                <a:effectLst/>
                <a:latin typeface="Verdana" panose="020B0604030504040204" pitchFamily="34" charset="0"/>
                <a:ea typeface="Aptos" panose="020B0004020202020204" pitchFamily="34" charset="0"/>
                <a:cs typeface="Times New Roman" panose="02020603050405020304" pitchFamily="18" charset="0"/>
              </a:rPr>
              <a:t>:</a:t>
            </a:r>
            <a:endParaRPr lang="es-ES" sz="4000"/>
          </a:p>
        </p:txBody>
      </p:sp>
      <p:sp>
        <p:nvSpPr>
          <p:cNvPr id="3" name="Marcador de contenido 2">
            <a:extLst>
              <a:ext uri="{FF2B5EF4-FFF2-40B4-BE49-F238E27FC236}">
                <a16:creationId xmlns:a16="http://schemas.microsoft.com/office/drawing/2014/main" id="{DC9FCD48-350E-04EF-3723-526F730117DA}"/>
              </a:ext>
            </a:extLst>
          </p:cNvPr>
          <p:cNvSpPr>
            <a:spLocks noGrp="1"/>
          </p:cNvSpPr>
          <p:nvPr>
            <p:ph idx="1"/>
          </p:nvPr>
        </p:nvSpPr>
        <p:spPr>
          <a:xfrm>
            <a:off x="6524626" y="1295400"/>
            <a:ext cx="4829174" cy="5024669"/>
          </a:xfrm>
        </p:spPr>
        <p:txBody>
          <a:bodyPr anchor="ctr">
            <a:normAutofit/>
          </a:bodyPr>
          <a:lstStyle/>
          <a:p>
            <a:endParaRPr lang="es-ES" sz="1300">
              <a:effectLst/>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300" kern="100">
                <a:effectLst/>
                <a:latin typeface="Verdana" panose="020B0604030504040204" pitchFamily="34" charset="0"/>
                <a:ea typeface="Aptos" panose="020B0004020202020204" pitchFamily="34" charset="0"/>
                <a:cs typeface="Times New Roman" panose="02020603050405020304" pitchFamily="18" charset="0"/>
              </a:rPr>
              <a:t> Organiza los componentes en una cuadrícula con un número fijo de filas y columnas, distribuyendo los componentes uniformemente.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Características: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300" kern="100">
                <a:effectLst/>
                <a:latin typeface="Verdana" panose="020B0604030504040204" pitchFamily="34" charset="0"/>
                <a:ea typeface="Aptos" panose="020B0004020202020204" pitchFamily="34" charset="0"/>
                <a:cs typeface="Times New Roman" panose="02020603050405020304" pitchFamily="18" charset="0"/>
              </a:rPr>
              <a:t>Todos los componentes tienen el mismo tamaño.</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n-GB" sz="1300" kern="100">
                <a:effectLst/>
                <a:latin typeface="Verdana" panose="020B0604030504040204" pitchFamily="34" charset="0"/>
                <a:ea typeface="Aptos" panose="020B0004020202020204" pitchFamily="34" charset="0"/>
                <a:cs typeface="Times New Roman" panose="02020603050405020304" pitchFamily="18" charset="0"/>
              </a:rPr>
              <a:t>Configurable con </a:t>
            </a:r>
            <a:r>
              <a:rPr lang="en-GB" sz="1300" kern="100" err="1">
                <a:effectLst/>
                <a:latin typeface="Verdana" panose="020B0604030504040204" pitchFamily="34" charset="0"/>
                <a:ea typeface="Aptos" panose="020B0004020202020204" pitchFamily="34" charset="0"/>
                <a:cs typeface="Times New Roman" panose="02020603050405020304" pitchFamily="18" charset="0"/>
              </a:rPr>
              <a:t>setRows</a:t>
            </a:r>
            <a:r>
              <a:rPr lang="en-GB" sz="1300" kern="100">
                <a:effectLst/>
                <a:latin typeface="Verdana" panose="020B0604030504040204" pitchFamily="34" charset="0"/>
                <a:ea typeface="Aptos" panose="020B0004020202020204" pitchFamily="34" charset="0"/>
                <a:cs typeface="Times New Roman" panose="02020603050405020304" pitchFamily="18" charset="0"/>
              </a:rPr>
              <a:t>(int rows) y </a:t>
            </a:r>
            <a:r>
              <a:rPr lang="en-GB" sz="1300" kern="100" err="1">
                <a:effectLst/>
                <a:latin typeface="Verdana" panose="020B0604030504040204" pitchFamily="34" charset="0"/>
                <a:ea typeface="Aptos" panose="020B0004020202020204" pitchFamily="34" charset="0"/>
                <a:cs typeface="Times New Roman" panose="02020603050405020304" pitchFamily="18" charset="0"/>
              </a:rPr>
              <a:t>setColumns</a:t>
            </a:r>
            <a:r>
              <a:rPr lang="en-GB" sz="1300" kern="100">
                <a:effectLst/>
                <a:latin typeface="Verdana" panose="020B0604030504040204" pitchFamily="34" charset="0"/>
                <a:ea typeface="Aptos" panose="020B0004020202020204" pitchFamily="34" charset="0"/>
                <a:cs typeface="Times New Roman" panose="02020603050405020304" pitchFamily="18" charset="0"/>
              </a:rPr>
              <a:t>(int cols).</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300" kern="100">
                <a:effectLst/>
                <a:latin typeface="Verdana" panose="020B0604030504040204" pitchFamily="34" charset="0"/>
                <a:ea typeface="Aptos" panose="020B0004020202020204" pitchFamily="34" charset="0"/>
                <a:cs typeface="Times New Roman" panose="02020603050405020304" pitchFamily="18" charset="0"/>
              </a:rPr>
              <a:t>Soporta espaciado entre componentes con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setHgap</a:t>
            </a:r>
            <a:r>
              <a:rPr lang="es-ES" sz="1300" kern="100">
                <a:effectLst/>
                <a:latin typeface="Verdana" panose="020B0604030504040204" pitchFamily="34" charset="0"/>
                <a:ea typeface="Aptos" panose="020B0004020202020204" pitchFamily="34" charset="0"/>
                <a:cs typeface="Times New Roman" panose="02020603050405020304" pitchFamily="18" charset="0"/>
              </a:rPr>
              <a:t>(</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int</a:t>
            </a:r>
            <a:r>
              <a:rPr lang="es-ES" sz="1300" kern="100">
                <a:effectLst/>
                <a:latin typeface="Verdana" panose="020B0604030504040204" pitchFamily="34" charset="0"/>
                <a:ea typeface="Aptos" panose="020B0004020202020204" pitchFamily="34" charset="0"/>
                <a:cs typeface="Times New Roman" panose="02020603050405020304" pitchFamily="18" charset="0"/>
              </a:rPr>
              <a:t>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hgap</a:t>
            </a:r>
            <a:r>
              <a:rPr lang="es-ES" sz="1300" kern="100">
                <a:effectLst/>
                <a:latin typeface="Verdana" panose="020B0604030504040204" pitchFamily="34" charset="0"/>
                <a:ea typeface="Aptos" panose="020B0004020202020204" pitchFamily="34" charset="0"/>
                <a:cs typeface="Times New Roman" panose="02020603050405020304" pitchFamily="18" charset="0"/>
              </a:rPr>
              <a:t>) y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setVgap</a:t>
            </a:r>
            <a:r>
              <a:rPr lang="es-ES" sz="1300" kern="100">
                <a:effectLst/>
                <a:latin typeface="Verdana" panose="020B0604030504040204" pitchFamily="34" charset="0"/>
                <a:ea typeface="Aptos" panose="020B0004020202020204" pitchFamily="34" charset="0"/>
                <a:cs typeface="Times New Roman" panose="02020603050405020304" pitchFamily="18" charset="0"/>
              </a:rPr>
              <a:t>(</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int</a:t>
            </a:r>
            <a:r>
              <a:rPr lang="es-ES" sz="1300" kern="100">
                <a:effectLst/>
                <a:latin typeface="Verdana" panose="020B0604030504040204" pitchFamily="34" charset="0"/>
                <a:ea typeface="Aptos" panose="020B0004020202020204" pitchFamily="34" charset="0"/>
                <a:cs typeface="Times New Roman" panose="02020603050405020304" pitchFamily="18" charset="0"/>
              </a:rPr>
              <a:t>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vgap</a:t>
            </a:r>
            <a:r>
              <a:rPr lang="es-ES" sz="1300" kern="100">
                <a:effectLst/>
                <a:latin typeface="Verdana" panose="020B0604030504040204" pitchFamily="34" charset="0"/>
                <a:ea typeface="Aptos" panose="020B0004020202020204" pitchFamily="34" charset="0"/>
                <a:cs typeface="Times New Roman" panose="02020603050405020304" pitchFamily="18" charset="0"/>
              </a:rPr>
              <a:t>).</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300" kern="100">
                <a:effectLst/>
                <a:latin typeface="Verdana" panose="020B0604030504040204" pitchFamily="34" charset="0"/>
                <a:ea typeface="Aptos" panose="020B0004020202020204" pitchFamily="34" charset="0"/>
                <a:cs typeface="Times New Roman" panose="02020603050405020304" pitchFamily="18" charset="0"/>
              </a:rPr>
              <a:t> Tablas de datos, paneles de botones donde se requiere una disposición uniforme.</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300"/>
          </a:p>
        </p:txBody>
      </p:sp>
    </p:spTree>
    <p:extLst>
      <p:ext uri="{BB962C8B-B14F-4D97-AF65-F5344CB8AC3E}">
        <p14:creationId xmlns:p14="http://schemas.microsoft.com/office/powerpoint/2010/main" val="2579732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mágenes de papel artesanal de múltiples colores">
            <a:extLst>
              <a:ext uri="{FF2B5EF4-FFF2-40B4-BE49-F238E27FC236}">
                <a16:creationId xmlns:a16="http://schemas.microsoft.com/office/drawing/2014/main" id="{DA0F710A-EA3E-D937-3FE5-D56D24E2444E}"/>
              </a:ext>
            </a:extLst>
          </p:cNvPr>
          <p:cNvPicPr>
            <a:picLocks noChangeAspect="1"/>
          </p:cNvPicPr>
          <p:nvPr/>
        </p:nvPicPr>
        <p:blipFill>
          <a:blip r:embed="rId2"/>
          <a:srcRect l="11862" r="9628"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FC427FC-0373-EF9F-AE44-4126D6370C8F}"/>
              </a:ext>
            </a:extLst>
          </p:cNvPr>
          <p:cNvSpPr>
            <a:spLocks noGrp="1"/>
          </p:cNvSpPr>
          <p:nvPr>
            <p:ph type="title"/>
          </p:nvPr>
        </p:nvSpPr>
        <p:spPr>
          <a:xfrm>
            <a:off x="761801" y="352766"/>
            <a:ext cx="10591999" cy="1023584"/>
          </a:xfrm>
        </p:spPr>
        <p:txBody>
          <a:bodyPr>
            <a:normAutofit/>
          </a:bodyPr>
          <a:lstStyle/>
          <a:p>
            <a:r>
              <a:rPr lang="es-ES" sz="3100" b="1" kern="100">
                <a:effectLst/>
                <a:latin typeface="Verdana" panose="020B0604030504040204" pitchFamily="34" charset="0"/>
                <a:ea typeface="Aptos" panose="020B0004020202020204" pitchFamily="34" charset="0"/>
                <a:cs typeface="Times New Roman" panose="02020603050405020304" pitchFamily="18" charset="0"/>
              </a:rPr>
              <a:t>CardLayout</a:t>
            </a:r>
            <a:r>
              <a:rPr lang="es-ES" sz="3100" kern="100">
                <a:effectLst/>
                <a:latin typeface="Verdana" panose="020B0604030504040204" pitchFamily="34" charset="0"/>
                <a:ea typeface="Aptos" panose="020B0004020202020204" pitchFamily="34" charset="0"/>
                <a:cs typeface="Times New Roman" panose="02020603050405020304" pitchFamily="18" charset="0"/>
              </a:rPr>
              <a:t>:</a:t>
            </a:r>
            <a:br>
              <a:rPr lang="es-ES" sz="3100" kern="100">
                <a:effectLst/>
                <a:latin typeface="Aptos" panose="020B0004020202020204" pitchFamily="34" charset="0"/>
                <a:ea typeface="Aptos" panose="020B0004020202020204" pitchFamily="34" charset="0"/>
                <a:cs typeface="Times New Roman" panose="02020603050405020304" pitchFamily="18" charset="0"/>
              </a:rPr>
            </a:br>
            <a:endParaRPr lang="es-ES" sz="3100"/>
          </a:p>
        </p:txBody>
      </p:sp>
      <p:sp>
        <p:nvSpPr>
          <p:cNvPr id="3" name="Marcador de contenido 2">
            <a:extLst>
              <a:ext uri="{FF2B5EF4-FFF2-40B4-BE49-F238E27FC236}">
                <a16:creationId xmlns:a16="http://schemas.microsoft.com/office/drawing/2014/main" id="{7666CA0A-769C-E204-26CC-A81714B051A2}"/>
              </a:ext>
            </a:extLst>
          </p:cNvPr>
          <p:cNvSpPr>
            <a:spLocks noGrp="1"/>
          </p:cNvSpPr>
          <p:nvPr>
            <p:ph idx="1"/>
          </p:nvPr>
        </p:nvSpPr>
        <p:spPr>
          <a:xfrm>
            <a:off x="6803408" y="2249766"/>
            <a:ext cx="4550391" cy="4070303"/>
          </a:xfrm>
        </p:spPr>
        <p:txBody>
          <a:bodyPr anchor="ctr">
            <a:normAutofit/>
          </a:bodyPr>
          <a:lstStyle/>
          <a:p>
            <a:endParaRPr lang="es-ES" sz="1400">
              <a:effectLst/>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Organiza los componentes como si fueran tarjetas apiladas unas sobre otras, mostrando solo una tarjeta a la vez.</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Características</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Ideal para interfaces con "pantallas" o "vistas" que cambian en respuesta a la interacción del usuario.</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Métodos como show(Container parent, String name) permiten cambiar entre las tarjetas.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400" kern="100">
                <a:effectLst/>
                <a:latin typeface="Verdana" panose="020B0604030504040204" pitchFamily="34" charset="0"/>
                <a:ea typeface="Aptos" panose="020B0004020202020204" pitchFamily="34" charset="0"/>
                <a:cs typeface="Times New Roman" panose="02020603050405020304" pitchFamily="18" charset="0"/>
              </a:rPr>
              <a:t> Asistentes, aplicaciones con múltiples vistas dentro de la misma ventana.</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400"/>
          </a:p>
        </p:txBody>
      </p:sp>
    </p:spTree>
    <p:extLst>
      <p:ext uri="{BB962C8B-B14F-4D97-AF65-F5344CB8AC3E}">
        <p14:creationId xmlns:p14="http://schemas.microsoft.com/office/powerpoint/2010/main" val="39668570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sfera con una red de nodos conectados">
            <a:extLst>
              <a:ext uri="{FF2B5EF4-FFF2-40B4-BE49-F238E27FC236}">
                <a16:creationId xmlns:a16="http://schemas.microsoft.com/office/drawing/2014/main" id="{71C9FF32-3E6E-1BE5-14E7-3C631495AC16}"/>
              </a:ext>
            </a:extLst>
          </p:cNvPr>
          <p:cNvPicPr>
            <a:picLocks noChangeAspect="1"/>
          </p:cNvPicPr>
          <p:nvPr/>
        </p:nvPicPr>
        <p:blipFill>
          <a:blip r:embed="rId2"/>
          <a:srcRect l="11784" r="1" b="1"/>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F4165E0-DFED-0B46-6C57-3835E2B44AF9}"/>
              </a:ext>
            </a:extLst>
          </p:cNvPr>
          <p:cNvSpPr>
            <a:spLocks noGrp="1"/>
          </p:cNvSpPr>
          <p:nvPr>
            <p:ph type="title"/>
          </p:nvPr>
        </p:nvSpPr>
        <p:spPr>
          <a:xfrm>
            <a:off x="761801" y="352766"/>
            <a:ext cx="10591999" cy="1023584"/>
          </a:xfrm>
        </p:spPr>
        <p:txBody>
          <a:bodyPr>
            <a:normAutofit/>
          </a:bodyPr>
          <a:lstStyle/>
          <a:p>
            <a:r>
              <a:rPr lang="es-ES" sz="3100" b="1" kern="100">
                <a:effectLst/>
                <a:latin typeface="Verdana" panose="020B0604030504040204" pitchFamily="34" charset="0"/>
                <a:ea typeface="Aptos" panose="020B0004020202020204" pitchFamily="34" charset="0"/>
                <a:cs typeface="Times New Roman" panose="02020603050405020304" pitchFamily="18" charset="0"/>
              </a:rPr>
              <a:t>GridBagLayout:</a:t>
            </a:r>
            <a:br>
              <a:rPr lang="es-ES" sz="3100" kern="100">
                <a:effectLst/>
                <a:latin typeface="Aptos" panose="020B0004020202020204" pitchFamily="34" charset="0"/>
                <a:ea typeface="Aptos" panose="020B0004020202020204" pitchFamily="34" charset="0"/>
                <a:cs typeface="Times New Roman" panose="02020603050405020304" pitchFamily="18" charset="0"/>
              </a:rPr>
            </a:br>
            <a:endParaRPr lang="es-ES" sz="3100"/>
          </a:p>
        </p:txBody>
      </p:sp>
      <p:sp>
        <p:nvSpPr>
          <p:cNvPr id="3" name="Marcador de contenido 2">
            <a:extLst>
              <a:ext uri="{FF2B5EF4-FFF2-40B4-BE49-F238E27FC236}">
                <a16:creationId xmlns:a16="http://schemas.microsoft.com/office/drawing/2014/main" id="{7A5BD86F-BA98-0078-2281-763AEEA36181}"/>
              </a:ext>
            </a:extLst>
          </p:cNvPr>
          <p:cNvSpPr>
            <a:spLocks noGrp="1"/>
          </p:cNvSpPr>
          <p:nvPr>
            <p:ph idx="1"/>
          </p:nvPr>
        </p:nvSpPr>
        <p:spPr>
          <a:xfrm>
            <a:off x="6803408" y="2249766"/>
            <a:ext cx="4550391" cy="4070303"/>
          </a:xfrm>
        </p:spPr>
        <p:txBody>
          <a:bodyPr anchor="ctr">
            <a:normAutofit/>
          </a:bodyPr>
          <a:lstStyle/>
          <a:p>
            <a:endParaRPr lang="es-ES" sz="1400">
              <a:effectLst/>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Un administrador de diseño altamente flexible que permite colocar componentes en una cuadrícula, pero con la capacidad de que cada celda tenga un tamaño diferente.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Características</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Permite especificar el ancho, alto y posición de los componentes de forma muy detallada.</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Uso de GridBagConstraints para controlar la disposición, anclaje y relleno de los componentes.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400" kern="100">
                <a:effectLst/>
                <a:latin typeface="Verdana" panose="020B0604030504040204" pitchFamily="34" charset="0"/>
                <a:ea typeface="Aptos" panose="020B0004020202020204" pitchFamily="34" charset="0"/>
                <a:cs typeface="Times New Roman" panose="02020603050405020304" pitchFamily="18" charset="0"/>
              </a:rPr>
              <a:t> Diseños complejos donde se necesita control preciso sobre el tamaño y posición de los componentes.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400"/>
          </a:p>
        </p:txBody>
      </p:sp>
    </p:spTree>
    <p:extLst>
      <p:ext uri="{BB962C8B-B14F-4D97-AF65-F5344CB8AC3E}">
        <p14:creationId xmlns:p14="http://schemas.microsoft.com/office/powerpoint/2010/main" val="1140303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a vista superior de bloques de madera sobre un fondo blanco">
            <a:extLst>
              <a:ext uri="{FF2B5EF4-FFF2-40B4-BE49-F238E27FC236}">
                <a16:creationId xmlns:a16="http://schemas.microsoft.com/office/drawing/2014/main" id="{D6FF1A9F-015A-12B3-0AC7-635D966ACDB4}"/>
              </a:ext>
            </a:extLst>
          </p:cNvPr>
          <p:cNvPicPr>
            <a:picLocks noChangeAspect="1"/>
          </p:cNvPicPr>
          <p:nvPr/>
        </p:nvPicPr>
        <p:blipFill>
          <a:blip r:embed="rId2"/>
          <a:srcRect r="21490"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D91D08-5EBC-952B-5A61-08FDA0AB3D5D}"/>
              </a:ext>
            </a:extLst>
          </p:cNvPr>
          <p:cNvSpPr>
            <a:spLocks noGrp="1"/>
          </p:cNvSpPr>
          <p:nvPr>
            <p:ph type="title"/>
          </p:nvPr>
        </p:nvSpPr>
        <p:spPr>
          <a:xfrm>
            <a:off x="761801" y="352766"/>
            <a:ext cx="10591999" cy="1023584"/>
          </a:xfrm>
        </p:spPr>
        <p:txBody>
          <a:bodyPr>
            <a:normAutofit/>
          </a:bodyPr>
          <a:lstStyle/>
          <a:p>
            <a:r>
              <a:rPr lang="es-ES" sz="3100" b="1" kern="100">
                <a:effectLst/>
                <a:latin typeface="Verdana" panose="020B0604030504040204" pitchFamily="34" charset="0"/>
                <a:ea typeface="Aptos" panose="020B0004020202020204" pitchFamily="34" charset="0"/>
                <a:cs typeface="Times New Roman" panose="02020603050405020304" pitchFamily="18" charset="0"/>
              </a:rPr>
              <a:t>BoxLayout</a:t>
            </a:r>
            <a:r>
              <a:rPr lang="es-ES" sz="3100" kern="100">
                <a:effectLst/>
                <a:latin typeface="Verdana" panose="020B0604030504040204" pitchFamily="34" charset="0"/>
                <a:ea typeface="Aptos" panose="020B0004020202020204" pitchFamily="34" charset="0"/>
                <a:cs typeface="Times New Roman" panose="02020603050405020304" pitchFamily="18" charset="0"/>
              </a:rPr>
              <a:t>:</a:t>
            </a:r>
            <a:br>
              <a:rPr lang="es-ES" sz="3100" kern="100">
                <a:effectLst/>
                <a:latin typeface="Aptos" panose="020B0004020202020204" pitchFamily="34" charset="0"/>
                <a:ea typeface="Aptos" panose="020B0004020202020204" pitchFamily="34" charset="0"/>
                <a:cs typeface="Times New Roman" panose="02020603050405020304" pitchFamily="18" charset="0"/>
              </a:rPr>
            </a:br>
            <a:endParaRPr lang="es-ES" sz="3100"/>
          </a:p>
        </p:txBody>
      </p:sp>
      <p:sp>
        <p:nvSpPr>
          <p:cNvPr id="3" name="Marcador de contenido 2">
            <a:extLst>
              <a:ext uri="{FF2B5EF4-FFF2-40B4-BE49-F238E27FC236}">
                <a16:creationId xmlns:a16="http://schemas.microsoft.com/office/drawing/2014/main" id="{9B02989F-7964-D690-6A7A-9C0FDF6F657D}"/>
              </a:ext>
            </a:extLst>
          </p:cNvPr>
          <p:cNvSpPr>
            <a:spLocks noGrp="1"/>
          </p:cNvSpPr>
          <p:nvPr>
            <p:ph idx="1"/>
          </p:nvPr>
        </p:nvSpPr>
        <p:spPr>
          <a:xfrm>
            <a:off x="6803408" y="2249766"/>
            <a:ext cx="4550391" cy="4070303"/>
          </a:xfrm>
        </p:spPr>
        <p:txBody>
          <a:bodyPr anchor="ctr">
            <a:normAutofit/>
          </a:bodyPr>
          <a:lstStyle/>
          <a:p>
            <a:endParaRPr lang="es-ES" sz="1400">
              <a:effectLst/>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Organiza los componentes en una sola fila o columna, alineándolos horizontalmente o verticalmente.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Características</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Soporta alineación específica de componentes con setAlignmentX() y setAlignmentY().</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600"/>
              </a:spcAft>
              <a:buSzPts val="1000"/>
              <a:buFont typeface="Wingdings" panose="05000000000000000000" pitchFamily="2" charset="2"/>
              <a:buChar char=""/>
              <a:tabLst>
                <a:tab pos="13716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A menudo utilizado junto con Box para crear espacios y rellenos entre componentes.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 Típico:</a:t>
            </a:r>
            <a:r>
              <a:rPr lang="es-ES" sz="1400" kern="100">
                <a:effectLst/>
                <a:latin typeface="Verdana" panose="020B0604030504040204" pitchFamily="34" charset="0"/>
                <a:ea typeface="Aptos" panose="020B0004020202020204" pitchFamily="34" charset="0"/>
                <a:cs typeface="Times New Roman" panose="02020603050405020304" pitchFamily="18" charset="0"/>
              </a:rPr>
              <a:t> Paneles de control, barras de menús, o listas de opciones donde la alineación es importante.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400"/>
          </a:p>
        </p:txBody>
      </p:sp>
    </p:spTree>
    <p:extLst>
      <p:ext uri="{BB962C8B-B14F-4D97-AF65-F5344CB8AC3E}">
        <p14:creationId xmlns:p14="http://schemas.microsoft.com/office/powerpoint/2010/main" val="30028602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410282-E7A7-7C6D-6A66-CC54336284F4}"/>
              </a:ext>
            </a:extLst>
          </p:cNvPr>
          <p:cNvSpPr>
            <a:spLocks noGrp="1"/>
          </p:cNvSpPr>
          <p:nvPr>
            <p:ph type="title"/>
          </p:nvPr>
        </p:nvSpPr>
        <p:spPr/>
        <p:txBody>
          <a:bodyPr/>
          <a:lstStyle/>
          <a:p>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Administradores por Defecto Asociados a Cada Contenedor</a:t>
            </a:r>
            <a:br>
              <a:rPr lang="es-ES" sz="1800" kern="100">
                <a:effectLst/>
                <a:highlight>
                  <a:srgbClr val="B3E5A1"/>
                </a:highlight>
                <a:latin typeface="Aptos" panose="020B0004020202020204" pitchFamily="34" charset="0"/>
                <a:ea typeface="Aptos" panose="020B0004020202020204" pitchFamily="34" charset="0"/>
                <a:cs typeface="Times New Roman" panose="02020603050405020304" pitchFamily="18" charset="0"/>
              </a:rPr>
            </a:br>
            <a:endParaRPr lang="es-ES"/>
          </a:p>
        </p:txBody>
      </p:sp>
      <p:graphicFrame>
        <p:nvGraphicFramePr>
          <p:cNvPr id="4" name="Diagrama 3">
            <a:extLst>
              <a:ext uri="{FF2B5EF4-FFF2-40B4-BE49-F238E27FC236}">
                <a16:creationId xmlns:a16="http://schemas.microsoft.com/office/drawing/2014/main" id="{4090DBB6-3975-E149-0B14-6F83A93FA603}"/>
              </a:ext>
            </a:extLst>
          </p:cNvPr>
          <p:cNvGraphicFramePr/>
          <p:nvPr>
            <p:extLst>
              <p:ext uri="{D42A27DB-BD31-4B8C-83A1-F6EECF244321}">
                <p14:modId xmlns:p14="http://schemas.microsoft.com/office/powerpoint/2010/main" val="631642492"/>
              </p:ext>
            </p:extLst>
          </p:nvPr>
        </p:nvGraphicFramePr>
        <p:xfrm>
          <a:off x="581026" y="1219201"/>
          <a:ext cx="11039474" cy="5038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1125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CBFB100-1378-F5A0-2004-245AC4BE5D50}"/>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3300" b="1" kern="1200" err="1">
                <a:solidFill>
                  <a:schemeClr val="tx1"/>
                </a:solidFill>
                <a:effectLst/>
                <a:latin typeface="+mj-lt"/>
                <a:ea typeface="+mj-ea"/>
                <a:cs typeface="+mj-cs"/>
              </a:rPr>
              <a:t>Asociación</a:t>
            </a:r>
            <a:r>
              <a:rPr lang="en-US" sz="3300" b="1" kern="1200">
                <a:solidFill>
                  <a:schemeClr val="tx1"/>
                </a:solidFill>
                <a:effectLst/>
                <a:latin typeface="+mj-lt"/>
                <a:ea typeface="+mj-ea"/>
                <a:cs typeface="+mj-cs"/>
              </a:rPr>
              <a:t> de </a:t>
            </a:r>
            <a:r>
              <a:rPr lang="en-US" sz="3300" b="1" kern="1200" err="1">
                <a:solidFill>
                  <a:schemeClr val="tx1"/>
                </a:solidFill>
                <a:effectLst/>
                <a:latin typeface="+mj-lt"/>
                <a:ea typeface="+mj-ea"/>
                <a:cs typeface="+mj-cs"/>
              </a:rPr>
              <a:t>acciones</a:t>
            </a:r>
            <a:r>
              <a:rPr lang="en-US" sz="3300" b="1" kern="1200">
                <a:solidFill>
                  <a:schemeClr val="tx1"/>
                </a:solidFill>
                <a:effectLst/>
                <a:latin typeface="+mj-lt"/>
                <a:ea typeface="+mj-ea"/>
                <a:cs typeface="+mj-cs"/>
              </a:rPr>
              <a:t> a </a:t>
            </a:r>
            <a:r>
              <a:rPr lang="en-US" sz="3300" b="1" kern="1200" err="1">
                <a:solidFill>
                  <a:schemeClr val="tx1"/>
                </a:solidFill>
                <a:effectLst/>
                <a:latin typeface="+mj-lt"/>
                <a:ea typeface="+mj-ea"/>
                <a:cs typeface="+mj-cs"/>
              </a:rPr>
              <a:t>eventos</a:t>
            </a:r>
            <a:r>
              <a:rPr lang="en-US" sz="3300" b="1" kern="1200">
                <a:solidFill>
                  <a:schemeClr val="tx1"/>
                </a:solidFill>
                <a:effectLst/>
                <a:latin typeface="+mj-lt"/>
                <a:ea typeface="+mj-ea"/>
                <a:cs typeface="+mj-cs"/>
              </a:rPr>
              <a:t>. </a:t>
            </a:r>
            <a:r>
              <a:rPr lang="en-US" sz="3300" b="1" kern="1200" err="1">
                <a:solidFill>
                  <a:schemeClr val="tx1"/>
                </a:solidFill>
                <a:effectLst/>
                <a:latin typeface="+mj-lt"/>
                <a:ea typeface="+mj-ea"/>
                <a:cs typeface="+mj-cs"/>
              </a:rPr>
              <a:t>Programación</a:t>
            </a:r>
            <a:r>
              <a:rPr lang="en-US" sz="3300" b="1" kern="1200">
                <a:solidFill>
                  <a:schemeClr val="tx1"/>
                </a:solidFill>
                <a:effectLst/>
                <a:latin typeface="+mj-lt"/>
                <a:ea typeface="+mj-ea"/>
                <a:cs typeface="+mj-cs"/>
              </a:rPr>
              <a:t> de </a:t>
            </a:r>
            <a:r>
              <a:rPr lang="en-US" sz="3300" b="1" kern="1200" err="1">
                <a:solidFill>
                  <a:schemeClr val="tx1"/>
                </a:solidFill>
                <a:effectLst/>
                <a:latin typeface="+mj-lt"/>
                <a:ea typeface="+mj-ea"/>
                <a:cs typeface="+mj-cs"/>
              </a:rPr>
              <a:t>eventos</a:t>
            </a:r>
            <a:br>
              <a:rPr lang="en-US" sz="3300" kern="1200">
                <a:solidFill>
                  <a:schemeClr val="tx1"/>
                </a:solidFill>
                <a:effectLst/>
                <a:latin typeface="+mj-lt"/>
                <a:ea typeface="+mj-ea"/>
                <a:cs typeface="+mj-cs"/>
              </a:rPr>
            </a:br>
            <a:endParaRPr lang="en-US" sz="3300" kern="1200">
              <a:solidFill>
                <a:schemeClr val="tx1"/>
              </a:solidFill>
              <a:latin typeface="+mj-lt"/>
              <a:ea typeface="+mj-ea"/>
              <a:cs typeface="+mj-cs"/>
            </a:endParaRPr>
          </a:p>
        </p:txBody>
      </p:sp>
      <p:pic>
        <p:nvPicPr>
          <p:cNvPr id="7" name="Graphic 6" descr="Programar acción de evento">
            <a:extLst>
              <a:ext uri="{FF2B5EF4-FFF2-40B4-BE49-F238E27FC236}">
                <a16:creationId xmlns:a16="http://schemas.microsoft.com/office/drawing/2014/main" id="{F7F2FEF5-2974-91D4-6F92-A4C41B850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383773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980E6D-66BD-A10C-CB6D-B75826857930}"/>
              </a:ext>
            </a:extLst>
          </p:cNvPr>
          <p:cNvSpPr>
            <a:spLocks noGrp="1"/>
          </p:cNvSpPr>
          <p:nvPr>
            <p:ph type="title"/>
          </p:nvPr>
        </p:nvSpPr>
        <p:spPr/>
        <p:txBody>
          <a:bodyPr/>
          <a:lstStyle/>
          <a:p>
            <a:r>
              <a:rPr lang="es-ES" sz="1800" b="1" kern="100">
                <a:solidFill>
                  <a:srgbClr val="000000"/>
                </a:solidFill>
                <a:effectLst/>
                <a:highlight>
                  <a:srgbClr val="D9F2D0"/>
                </a:highlight>
                <a:latin typeface="Verdana" panose="020B0604030504040204" pitchFamily="34" charset="0"/>
                <a:ea typeface="Aptos" panose="020B0004020202020204" pitchFamily="34" charset="0"/>
                <a:cs typeface="Times New Roman" panose="02020603050405020304" pitchFamily="18" charset="0"/>
              </a:rPr>
              <a:t>Conceptos Clave en la Programación de Eventos</a:t>
            </a:r>
            <a:br>
              <a:rPr lang="es-ES" sz="18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rPr>
            </a:br>
            <a:endParaRPr lang="es-ES"/>
          </a:p>
        </p:txBody>
      </p:sp>
      <p:sp>
        <p:nvSpPr>
          <p:cNvPr id="3" name="Marcador de contenido 2">
            <a:extLst>
              <a:ext uri="{FF2B5EF4-FFF2-40B4-BE49-F238E27FC236}">
                <a16:creationId xmlns:a16="http://schemas.microsoft.com/office/drawing/2014/main" id="{DF512A6A-3781-7AE9-10B4-33852FA2E056}"/>
              </a:ext>
            </a:extLst>
          </p:cNvPr>
          <p:cNvSpPr>
            <a:spLocks noGrp="1"/>
          </p:cNvSpPr>
          <p:nvPr>
            <p:ph idx="1"/>
          </p:nvPr>
        </p:nvSpPr>
        <p:spPr/>
        <p:txBody>
          <a:bodyPr/>
          <a:lstStyle/>
          <a:p>
            <a:endParaRPr lang="es-ES"/>
          </a:p>
        </p:txBody>
      </p:sp>
      <p:graphicFrame>
        <p:nvGraphicFramePr>
          <p:cNvPr id="4" name="Diagrama 3">
            <a:extLst>
              <a:ext uri="{FF2B5EF4-FFF2-40B4-BE49-F238E27FC236}">
                <a16:creationId xmlns:a16="http://schemas.microsoft.com/office/drawing/2014/main" id="{8EAFAF3C-11AD-A3F1-678B-9664EAF42493}"/>
              </a:ext>
            </a:extLst>
          </p:cNvPr>
          <p:cNvGraphicFramePr/>
          <p:nvPr>
            <p:extLst>
              <p:ext uri="{D42A27DB-BD31-4B8C-83A1-F6EECF244321}">
                <p14:modId xmlns:p14="http://schemas.microsoft.com/office/powerpoint/2010/main" val="2734408534"/>
              </p:ext>
            </p:extLst>
          </p:nvPr>
        </p:nvGraphicFramePr>
        <p:xfrm>
          <a:off x="838200" y="1038225"/>
          <a:ext cx="10229849" cy="5454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1059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ntroles deslizantes del volumen">
            <a:extLst>
              <a:ext uri="{FF2B5EF4-FFF2-40B4-BE49-F238E27FC236}">
                <a16:creationId xmlns:a16="http://schemas.microsoft.com/office/drawing/2014/main" id="{033D734E-2582-9A95-893B-99DAA41C8008}"/>
              </a:ext>
            </a:extLst>
          </p:cNvPr>
          <p:cNvPicPr>
            <a:picLocks noChangeAspect="1"/>
          </p:cNvPicPr>
          <p:nvPr/>
        </p:nvPicPr>
        <p:blipFill>
          <a:blip r:embed="rId2"/>
          <a:srcRect r="5902" b="-1"/>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49AF65-1DE4-B03F-A457-4EFE9804D80B}"/>
              </a:ext>
            </a:extLst>
          </p:cNvPr>
          <p:cNvSpPr>
            <a:spLocks noGrp="1"/>
          </p:cNvSpPr>
          <p:nvPr>
            <p:ph type="title"/>
          </p:nvPr>
        </p:nvSpPr>
        <p:spPr>
          <a:xfrm>
            <a:off x="761801" y="352766"/>
            <a:ext cx="10591999" cy="1023584"/>
          </a:xfrm>
        </p:spPr>
        <p:txBody>
          <a:bodyPr>
            <a:normAutofit/>
          </a:bodyPr>
          <a:lstStyle/>
          <a:p>
            <a:r>
              <a:rPr lang="es-ES" sz="3100" b="1" kern="100">
                <a:effectLst/>
                <a:latin typeface="Verdana" panose="020B0604030504040204" pitchFamily="34" charset="0"/>
                <a:ea typeface="Aptos" panose="020B0004020202020204" pitchFamily="34" charset="0"/>
                <a:cs typeface="Times New Roman" panose="02020603050405020304" pitchFamily="18" charset="0"/>
              </a:rPr>
              <a:t>ActionEvent y ActionListener:</a:t>
            </a:r>
            <a:br>
              <a:rPr lang="es-ES" sz="3100" kern="100">
                <a:effectLst/>
                <a:latin typeface="Aptos" panose="020B0004020202020204" pitchFamily="34" charset="0"/>
                <a:ea typeface="Aptos" panose="020B0004020202020204" pitchFamily="34" charset="0"/>
                <a:cs typeface="Times New Roman" panose="02020603050405020304" pitchFamily="18" charset="0"/>
              </a:rPr>
            </a:br>
            <a:endParaRPr lang="es-ES" sz="3100"/>
          </a:p>
        </p:txBody>
      </p:sp>
      <p:sp>
        <p:nvSpPr>
          <p:cNvPr id="3" name="Marcador de contenido 2">
            <a:extLst>
              <a:ext uri="{FF2B5EF4-FFF2-40B4-BE49-F238E27FC236}">
                <a16:creationId xmlns:a16="http://schemas.microsoft.com/office/drawing/2014/main" id="{AA3B424D-658E-FAA2-2F36-B814A3D8090C}"/>
              </a:ext>
            </a:extLst>
          </p:cNvPr>
          <p:cNvSpPr>
            <a:spLocks noGrp="1"/>
          </p:cNvSpPr>
          <p:nvPr>
            <p:ph idx="1"/>
          </p:nvPr>
        </p:nvSpPr>
        <p:spPr>
          <a:xfrm>
            <a:off x="6410325" y="1276350"/>
            <a:ext cx="5705275" cy="5043719"/>
          </a:xfrm>
        </p:spPr>
        <p:txBody>
          <a:bodyPr anchor="ctr">
            <a:normAutofit/>
          </a:bodyPr>
          <a:lstStyle/>
          <a:p>
            <a:pPr marL="742950" lvl="1" indent="-285750">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Utilizado para manejar eventos de acción, como clics de botón o la selección de una opción en un menú.</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Uso</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button = new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 Me");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ActionListener()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actionPerformed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ActionEvent</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Botón</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clickeado</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sz="1600"/>
          </a:p>
        </p:txBody>
      </p:sp>
    </p:spTree>
    <p:extLst>
      <p:ext uri="{BB962C8B-B14F-4D97-AF65-F5344CB8AC3E}">
        <p14:creationId xmlns:p14="http://schemas.microsoft.com/office/powerpoint/2010/main" val="34246546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D275F9-9DEC-D84A-3A94-2C459D303E32}"/>
              </a:ext>
            </a:extLst>
          </p:cNvPr>
          <p:cNvSpPr>
            <a:spLocks noGrp="1"/>
          </p:cNvSpPr>
          <p:nvPr>
            <p:ph type="title"/>
          </p:nvPr>
        </p:nvSpPr>
        <p:spPr>
          <a:xfrm>
            <a:off x="761800" y="762001"/>
            <a:ext cx="5334197" cy="1708242"/>
          </a:xfrm>
        </p:spPr>
        <p:txBody>
          <a:bodyPr anchor="ctr">
            <a:normAutofit/>
          </a:bodyPr>
          <a:lstStyle/>
          <a:p>
            <a:r>
              <a:rPr lang="es-ES" sz="3700" b="1" kern="100">
                <a:effectLst/>
                <a:latin typeface="Verdana" panose="020B0604030504040204" pitchFamily="34" charset="0"/>
                <a:ea typeface="Aptos" panose="020B0004020202020204" pitchFamily="34" charset="0"/>
                <a:cs typeface="Times New Roman" panose="02020603050405020304" pitchFamily="18" charset="0"/>
              </a:rPr>
              <a:t>MouseEvent y MouseListener:</a:t>
            </a:r>
            <a:br>
              <a:rPr lang="es-ES" sz="3700" kern="100">
                <a:effectLst/>
                <a:latin typeface="Aptos" panose="020B0004020202020204" pitchFamily="34" charset="0"/>
                <a:ea typeface="Aptos" panose="020B0004020202020204" pitchFamily="34" charset="0"/>
                <a:cs typeface="Times New Roman" panose="02020603050405020304" pitchFamily="18" charset="0"/>
              </a:rPr>
            </a:br>
            <a:endParaRPr lang="es-ES" sz="3700"/>
          </a:p>
        </p:txBody>
      </p:sp>
      <p:sp>
        <p:nvSpPr>
          <p:cNvPr id="3" name="Marcador de contenido 2">
            <a:extLst>
              <a:ext uri="{FF2B5EF4-FFF2-40B4-BE49-F238E27FC236}">
                <a16:creationId xmlns:a16="http://schemas.microsoft.com/office/drawing/2014/main" id="{515B8157-8A6F-E281-9E97-54B5BD94F5D6}"/>
              </a:ext>
            </a:extLst>
          </p:cNvPr>
          <p:cNvSpPr>
            <a:spLocks noGrp="1"/>
          </p:cNvSpPr>
          <p:nvPr>
            <p:ph idx="1"/>
          </p:nvPr>
        </p:nvSpPr>
        <p:spPr>
          <a:xfrm>
            <a:off x="114300" y="2041619"/>
            <a:ext cx="6448425" cy="4511581"/>
          </a:xfrm>
        </p:spPr>
        <p:txBody>
          <a:bodyPr anchor="ctr">
            <a:normAutofit/>
          </a:bodyPr>
          <a:lstStyle/>
          <a:p>
            <a:pPr marL="457200" lvl="1" indent="0">
              <a:spcAft>
                <a:spcPts val="600"/>
              </a:spcAft>
              <a:buSzPts val="1000"/>
              <a:buNone/>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Maneja eventos relacionados con el ratón, como clics, entradas y salidas del ratón en un componente, y movimiento del ratón.</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600"/>
              </a:spcAft>
              <a:buSzPts val="1000"/>
              <a:buNone/>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panel = new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panel.addMouseListener</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MouseAdapter</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mouseClicked</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MouseEvent</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 clicked at: " +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e.getX</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 " +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e.getY</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GB" sz="1400">
                <a:effectLst/>
                <a:latin typeface="Consolas" panose="020B0609020204030204" pitchFamily="49" charset="0"/>
                <a:ea typeface="Aptos" panose="020B0004020202020204" pitchFamily="34" charset="0"/>
                <a:cs typeface="Times New Roman" panose="02020603050405020304" pitchFamily="18" charset="0"/>
              </a:rPr>
              <a:t>});</a:t>
            </a:r>
            <a:endParaRPr lang="es-ES" sz="1400"/>
          </a:p>
        </p:txBody>
      </p:sp>
      <p:pic>
        <p:nvPicPr>
          <p:cNvPr id="5" name="Picture 4" descr="Gráfico económico digital">
            <a:extLst>
              <a:ext uri="{FF2B5EF4-FFF2-40B4-BE49-F238E27FC236}">
                <a16:creationId xmlns:a16="http://schemas.microsoft.com/office/drawing/2014/main" id="{B4F432BA-14CF-4766-4479-59DF77B8177F}"/>
              </a:ext>
            </a:extLst>
          </p:cNvPr>
          <p:cNvPicPr>
            <a:picLocks noChangeAspect="1"/>
          </p:cNvPicPr>
          <p:nvPr/>
        </p:nvPicPr>
        <p:blipFill>
          <a:blip r:embed="rId2"/>
          <a:srcRect l="35802" r="20515"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624523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28E0B9E-E617-2C42-060B-7F22772597D2}"/>
              </a:ext>
            </a:extLst>
          </p:cNvPr>
          <p:cNvSpPr>
            <a:spLocks noGrp="1"/>
          </p:cNvSpPr>
          <p:nvPr>
            <p:ph type="title"/>
          </p:nvPr>
        </p:nvSpPr>
        <p:spPr>
          <a:xfrm>
            <a:off x="761800" y="762001"/>
            <a:ext cx="5334197" cy="1708242"/>
          </a:xfrm>
        </p:spPr>
        <p:txBody>
          <a:bodyPr anchor="ctr">
            <a:normAutofit/>
          </a:bodyPr>
          <a:lstStyle/>
          <a:p>
            <a:r>
              <a:rPr lang="es-ES" sz="3700" b="1" kern="100">
                <a:effectLst/>
                <a:latin typeface="Verdana" panose="020B0604030504040204" pitchFamily="34" charset="0"/>
                <a:ea typeface="Aptos" panose="020B0004020202020204" pitchFamily="34" charset="0"/>
                <a:cs typeface="Times New Roman" panose="02020603050405020304" pitchFamily="18" charset="0"/>
              </a:rPr>
              <a:t>KeyEvent y KeyListener:</a:t>
            </a:r>
            <a:br>
              <a:rPr lang="es-ES" sz="3700" kern="100">
                <a:effectLst/>
                <a:latin typeface="Aptos" panose="020B0004020202020204" pitchFamily="34" charset="0"/>
                <a:ea typeface="Aptos" panose="020B0004020202020204" pitchFamily="34" charset="0"/>
                <a:cs typeface="Times New Roman" panose="02020603050405020304" pitchFamily="18" charset="0"/>
              </a:rPr>
            </a:br>
            <a:endParaRPr lang="es-ES" sz="3700"/>
          </a:p>
        </p:txBody>
      </p:sp>
      <p:sp>
        <p:nvSpPr>
          <p:cNvPr id="3" name="Marcador de contenido 2">
            <a:extLst>
              <a:ext uri="{FF2B5EF4-FFF2-40B4-BE49-F238E27FC236}">
                <a16:creationId xmlns:a16="http://schemas.microsoft.com/office/drawing/2014/main" id="{562F2AC9-B8D6-BA0C-CA43-4B2DA148F35F}"/>
              </a:ext>
            </a:extLst>
          </p:cNvPr>
          <p:cNvSpPr>
            <a:spLocks noGrp="1"/>
          </p:cNvSpPr>
          <p:nvPr>
            <p:ph idx="1"/>
          </p:nvPr>
        </p:nvSpPr>
        <p:spPr>
          <a:xfrm>
            <a:off x="247650" y="2152650"/>
            <a:ext cx="6429375" cy="4087429"/>
          </a:xfrm>
        </p:spPr>
        <p:txBody>
          <a:bodyPr anchor="ctr">
            <a:normAutofit/>
          </a:bodyPr>
          <a:lstStyle/>
          <a:p>
            <a:pPr marL="457200" lvl="1" indent="0">
              <a:spcAft>
                <a:spcPts val="600"/>
              </a:spcAft>
              <a:buSzPts val="1000"/>
              <a:buNone/>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Utilizado para manejar eventos de teclado, como la pulsación y liberación de teclas.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600"/>
              </a:spcAft>
              <a:buSzPts val="1000"/>
              <a:buNone/>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(20);</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textField.addKeyListener</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KeyAdapter</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keyPressed</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KeyEvent</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 pressed: " + </a:t>
            </a:r>
            <a:r>
              <a:rPr lang="en-GB" sz="1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e.getKeyChar</a:t>
            </a: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GB" sz="1400">
                <a:effectLst/>
                <a:latin typeface="Consolas" panose="020B0609020204030204" pitchFamily="49" charset="0"/>
                <a:ea typeface="Aptos" panose="020B0004020202020204" pitchFamily="34" charset="0"/>
                <a:cs typeface="Times New Roman" panose="02020603050405020304" pitchFamily="18" charset="0"/>
              </a:rPr>
              <a:t>});</a:t>
            </a:r>
            <a:endParaRPr lang="es-ES" sz="1400"/>
          </a:p>
        </p:txBody>
      </p:sp>
      <p:pic>
        <p:nvPicPr>
          <p:cNvPr id="5" name="Picture 4" descr="Primer plano de un teclado">
            <a:extLst>
              <a:ext uri="{FF2B5EF4-FFF2-40B4-BE49-F238E27FC236}">
                <a16:creationId xmlns:a16="http://schemas.microsoft.com/office/drawing/2014/main" id="{5AD22BA4-2CB7-630B-AD65-6EB86E43CCE3}"/>
              </a:ext>
            </a:extLst>
          </p:cNvPr>
          <p:cNvPicPr>
            <a:picLocks noChangeAspect="1"/>
          </p:cNvPicPr>
          <p:nvPr/>
        </p:nvPicPr>
        <p:blipFill>
          <a:blip r:embed="rId2"/>
          <a:srcRect l="14833" r="34884"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399253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2B7E27-E6EE-6309-B54D-E1C874AD035F}"/>
              </a:ext>
            </a:extLst>
          </p:cNvPr>
          <p:cNvSpPr>
            <a:spLocks noGrp="1"/>
          </p:cNvSpPr>
          <p:nvPr>
            <p:ph type="title"/>
          </p:nvPr>
        </p:nvSpPr>
        <p:spPr>
          <a:xfrm>
            <a:off x="761800" y="762001"/>
            <a:ext cx="5334197" cy="1708242"/>
          </a:xfrm>
        </p:spPr>
        <p:txBody>
          <a:bodyPr anchor="ctr">
            <a:normAutofit/>
          </a:bodyPr>
          <a:lstStyle/>
          <a:p>
            <a:r>
              <a:rPr lang="es-ES" sz="3700" b="1" kern="100">
                <a:effectLst/>
                <a:latin typeface="Verdana" panose="020B0604030504040204" pitchFamily="34" charset="0"/>
                <a:ea typeface="Aptos" panose="020B0004020202020204" pitchFamily="34" charset="0"/>
                <a:cs typeface="Times New Roman" panose="02020603050405020304" pitchFamily="18" charset="0"/>
              </a:rPr>
              <a:t>FocusEvent y FocusListener:</a:t>
            </a:r>
            <a:br>
              <a:rPr lang="es-ES" sz="3700" kern="100">
                <a:effectLst/>
                <a:latin typeface="Aptos" panose="020B0004020202020204" pitchFamily="34" charset="0"/>
                <a:ea typeface="Aptos" panose="020B0004020202020204" pitchFamily="34" charset="0"/>
                <a:cs typeface="Times New Roman" panose="02020603050405020304" pitchFamily="18" charset="0"/>
              </a:rPr>
            </a:br>
            <a:endParaRPr lang="es-ES" sz="3700"/>
          </a:p>
        </p:txBody>
      </p:sp>
      <p:sp>
        <p:nvSpPr>
          <p:cNvPr id="3" name="Marcador de contenido 2">
            <a:extLst>
              <a:ext uri="{FF2B5EF4-FFF2-40B4-BE49-F238E27FC236}">
                <a16:creationId xmlns:a16="http://schemas.microsoft.com/office/drawing/2014/main" id="{A006BC6E-1F13-9204-7332-1BEA55CDD2E7}"/>
              </a:ext>
            </a:extLst>
          </p:cNvPr>
          <p:cNvSpPr>
            <a:spLocks noGrp="1"/>
          </p:cNvSpPr>
          <p:nvPr>
            <p:ph idx="1"/>
          </p:nvPr>
        </p:nvSpPr>
        <p:spPr>
          <a:xfrm>
            <a:off x="428626" y="2047876"/>
            <a:ext cx="5667372" cy="4192204"/>
          </a:xfrm>
        </p:spPr>
        <p:txBody>
          <a:bodyPr anchor="ctr">
            <a:normAutofit fontScale="92500" lnSpcReduction="10000"/>
          </a:bodyPr>
          <a:lstStyle/>
          <a:p>
            <a:pPr marL="457200" lvl="1" indent="0">
              <a:spcAft>
                <a:spcPts val="600"/>
              </a:spcAft>
              <a:buSzPts val="1000"/>
              <a:buNone/>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600" kern="100">
                <a:effectLst/>
                <a:latin typeface="Verdana" panose="020B0604030504040204" pitchFamily="34" charset="0"/>
                <a:ea typeface="Aptos" panose="020B0004020202020204" pitchFamily="34" charset="0"/>
                <a:cs typeface="Times New Roman" panose="02020603050405020304" pitchFamily="18" charset="0"/>
              </a:rPr>
              <a:t>: Maneja eventos relacionados con el enfoque de los componentes, como cuando un componente gana o pierde el enfoque.</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spcAft>
                <a:spcPts val="600"/>
              </a:spcAft>
              <a:buSzPts val="1000"/>
              <a:buNone/>
              <a:tabLst>
                <a:tab pos="914400" algn="l"/>
              </a:tabLst>
            </a:pPr>
            <a:r>
              <a:rPr lang="es-ES" sz="1600" b="1" kern="100">
                <a:effectLst/>
                <a:latin typeface="Verdana" panose="020B0604030504040204" pitchFamily="34" charset="0"/>
                <a:ea typeface="Aptos" panose="020B0004020202020204" pitchFamily="34" charset="0"/>
                <a:cs typeface="Times New Roman" panose="02020603050405020304" pitchFamily="18" charset="0"/>
              </a:rPr>
              <a:t>Uso</a:t>
            </a:r>
            <a:r>
              <a:rPr lang="es-ES" sz="1600"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(20);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textField.addFocusListener</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FocusAdapter</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focusGained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FocusEvent</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6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gained focus");</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sz="16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GB" sz="1600">
                <a:effectLst/>
                <a:latin typeface="Consolas" panose="020B0609020204030204" pitchFamily="49" charset="0"/>
                <a:ea typeface="Aptos" panose="020B0004020202020204" pitchFamily="34" charset="0"/>
                <a:cs typeface="Times New Roman" panose="02020603050405020304" pitchFamily="18" charset="0"/>
              </a:rPr>
              <a:t>});</a:t>
            </a:r>
            <a:endParaRPr lang="es-ES" sz="1600"/>
          </a:p>
        </p:txBody>
      </p:sp>
      <p:pic>
        <p:nvPicPr>
          <p:cNvPr id="5" name="Picture 4" descr="Planta crece en una grieta de hormigón">
            <a:extLst>
              <a:ext uri="{FF2B5EF4-FFF2-40B4-BE49-F238E27FC236}">
                <a16:creationId xmlns:a16="http://schemas.microsoft.com/office/drawing/2014/main" id="{384801D6-3E5E-6550-0DAC-6C40874A2A26}"/>
              </a:ext>
            </a:extLst>
          </p:cNvPr>
          <p:cNvPicPr>
            <a:picLocks noChangeAspect="1"/>
          </p:cNvPicPr>
          <p:nvPr/>
        </p:nvPicPr>
        <p:blipFill>
          <a:blip r:embed="rId2"/>
          <a:srcRect l="14764" r="33399"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160797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24591A-A0ED-F974-C94F-F36C9042BEC5}"/>
              </a:ext>
            </a:extLst>
          </p:cNvPr>
          <p:cNvSpPr>
            <a:spLocks noGrp="1"/>
          </p:cNvSpPr>
          <p:nvPr>
            <p:ph type="title"/>
          </p:nvPr>
        </p:nvSpPr>
        <p:spPr>
          <a:xfrm>
            <a:off x="761800" y="762001"/>
            <a:ext cx="5334197" cy="1708242"/>
          </a:xfrm>
        </p:spPr>
        <p:txBody>
          <a:bodyPr anchor="ctr">
            <a:normAutofit/>
          </a:bodyPr>
          <a:lstStyle/>
          <a:p>
            <a:r>
              <a:rPr lang="es-ES" sz="3700" b="1" kern="100">
                <a:effectLst/>
                <a:latin typeface="Verdana" panose="020B0604030504040204" pitchFamily="34" charset="0"/>
                <a:ea typeface="Aptos" panose="020B0004020202020204" pitchFamily="34" charset="0"/>
                <a:cs typeface="Times New Roman" panose="02020603050405020304" pitchFamily="18" charset="0"/>
              </a:rPr>
              <a:t>WindowEvent y WindowListener:</a:t>
            </a:r>
            <a:br>
              <a:rPr lang="es-ES" sz="3700" kern="100">
                <a:effectLst/>
                <a:latin typeface="Aptos" panose="020B0004020202020204" pitchFamily="34" charset="0"/>
                <a:ea typeface="Aptos" panose="020B0004020202020204" pitchFamily="34" charset="0"/>
                <a:cs typeface="Times New Roman" panose="02020603050405020304" pitchFamily="18" charset="0"/>
              </a:rPr>
            </a:br>
            <a:endParaRPr lang="es-ES" sz="3700"/>
          </a:p>
        </p:txBody>
      </p:sp>
      <p:sp>
        <p:nvSpPr>
          <p:cNvPr id="3" name="Marcador de contenido 2">
            <a:extLst>
              <a:ext uri="{FF2B5EF4-FFF2-40B4-BE49-F238E27FC236}">
                <a16:creationId xmlns:a16="http://schemas.microsoft.com/office/drawing/2014/main" id="{717BB176-A425-6648-2D0C-1770F095B30C}"/>
              </a:ext>
            </a:extLst>
          </p:cNvPr>
          <p:cNvSpPr>
            <a:spLocks noGrp="1"/>
          </p:cNvSpPr>
          <p:nvPr>
            <p:ph idx="1"/>
          </p:nvPr>
        </p:nvSpPr>
        <p:spPr>
          <a:xfrm>
            <a:off x="190500" y="2085975"/>
            <a:ext cx="6762750" cy="4686299"/>
          </a:xfrm>
        </p:spPr>
        <p:txBody>
          <a:bodyPr anchor="ctr">
            <a:normAutofit/>
          </a:bodyPr>
          <a:lstStyle/>
          <a:p>
            <a:pPr marL="742950" lvl="1" indent="-285750">
              <a:spcAft>
                <a:spcPts val="600"/>
              </a:spcAft>
              <a:buSzPts val="1000"/>
              <a:buFont typeface="Courier New" panose="02070309020205020404" pitchFamily="49" charset="0"/>
              <a:buChar char="o"/>
              <a:tabLst>
                <a:tab pos="914400" algn="l"/>
              </a:tabLst>
            </a:pPr>
            <a:r>
              <a:rPr lang="es-ES" sz="12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200" kern="100">
                <a:effectLst/>
                <a:latin typeface="Verdana" panose="020B0604030504040204" pitchFamily="34" charset="0"/>
                <a:ea typeface="Aptos" panose="020B0004020202020204" pitchFamily="34" charset="0"/>
                <a:cs typeface="Times New Roman" panose="02020603050405020304" pitchFamily="18" charset="0"/>
              </a:rPr>
              <a:t>: Utilizado para manejar eventos de ventana, como abrir, cerrar, minimizar, o maximizar una ventana.</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200" b="1" kern="100">
                <a:effectLst/>
                <a:latin typeface="Verdana" panose="020B0604030504040204" pitchFamily="34" charset="0"/>
                <a:ea typeface="Aptos" panose="020B0004020202020204" pitchFamily="34" charset="0"/>
                <a:cs typeface="Times New Roman" panose="02020603050405020304" pitchFamily="18" charset="0"/>
              </a:rPr>
              <a:t>Uso</a:t>
            </a:r>
            <a:r>
              <a:rPr lang="es-ES" sz="1200" kern="100">
                <a:effectLst/>
                <a:latin typeface="Verdana" panose="020B0604030504040204" pitchFamily="34" charset="0"/>
                <a:ea typeface="Aptos" panose="020B0004020202020204" pitchFamily="34" charset="0"/>
                <a:cs typeface="Times New Roman" panose="02020603050405020304" pitchFamily="18" charset="0"/>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frame = new </a:t>
            </a: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 Event Example");</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frame.addWindowListener</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WindowAdapter</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windowClosing</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WindowEvent</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 is closing");</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2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System.exit</a:t>
            </a:r>
            <a:r>
              <a:rPr lang="es-ES"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(0);</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s-ES" sz="12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2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sz="1200"/>
          </a:p>
        </p:txBody>
      </p:sp>
      <p:pic>
        <p:nvPicPr>
          <p:cNvPr id="5" name="Picture 4" descr="Outdoor warehouse">
            <a:extLst>
              <a:ext uri="{FF2B5EF4-FFF2-40B4-BE49-F238E27FC236}">
                <a16:creationId xmlns:a16="http://schemas.microsoft.com/office/drawing/2014/main" id="{41A2CE60-D17D-1C75-43D7-CD3B0F08EC12}"/>
              </a:ext>
            </a:extLst>
          </p:cNvPr>
          <p:cNvPicPr>
            <a:picLocks noChangeAspect="1"/>
          </p:cNvPicPr>
          <p:nvPr/>
        </p:nvPicPr>
        <p:blipFill>
          <a:blip r:embed="rId2"/>
          <a:srcRect l="18607" r="2975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1382752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blioteca pública desenfocada abstracta con estanterías">
            <a:extLst>
              <a:ext uri="{FF2B5EF4-FFF2-40B4-BE49-F238E27FC236}">
                <a16:creationId xmlns:a16="http://schemas.microsoft.com/office/drawing/2014/main" id="{C31D4FA0-C4A9-6943-D1CD-0BADD51595CA}"/>
              </a:ext>
            </a:extLst>
          </p:cNvPr>
          <p:cNvPicPr>
            <a:picLocks noChangeAspect="1"/>
          </p:cNvPicPr>
          <p:nvPr/>
        </p:nvPicPr>
        <p:blipFill>
          <a:blip r:embed="rId2"/>
          <a:srcRect l="12501" r="34840"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1BDE948-D74C-FAE6-0FE4-B9CF463187D0}"/>
              </a:ext>
            </a:extLst>
          </p:cNvPr>
          <p:cNvSpPr>
            <a:spLocks noGrp="1"/>
          </p:cNvSpPr>
          <p:nvPr>
            <p:ph type="title"/>
          </p:nvPr>
        </p:nvSpPr>
        <p:spPr>
          <a:xfrm>
            <a:off x="6115317" y="405685"/>
            <a:ext cx="5464968" cy="1559301"/>
          </a:xfrm>
        </p:spPr>
        <p:txBody>
          <a:bodyPr>
            <a:normAutofit/>
          </a:bodyPr>
          <a:lstStyle/>
          <a:p>
            <a:r>
              <a:rPr lang="es-ES" sz="2500" b="1" kern="100">
                <a:effectLst/>
                <a:highlight>
                  <a:srgbClr val="B3E5A1"/>
                </a:highlight>
                <a:latin typeface="Verdana" panose="020B0604030504040204" pitchFamily="34" charset="0"/>
                <a:ea typeface="Aptos" panose="020B0004020202020204" pitchFamily="34" charset="0"/>
                <a:cs typeface="Times New Roman" panose="02020603050405020304" pitchFamily="18" charset="0"/>
              </a:rPr>
              <a:t>Implementación de Listeners: Clases Anónimas y Expresiones Lambda</a:t>
            </a:r>
            <a:br>
              <a:rPr lang="es-ES" sz="2500" kern="100">
                <a:effectLst/>
                <a:highlight>
                  <a:srgbClr val="B3E5A1"/>
                </a:highlight>
                <a:latin typeface="Aptos" panose="020B0004020202020204" pitchFamily="34" charset="0"/>
                <a:ea typeface="Aptos" panose="020B0004020202020204" pitchFamily="34" charset="0"/>
                <a:cs typeface="Times New Roman" panose="02020603050405020304" pitchFamily="18" charset="0"/>
              </a:rPr>
            </a:br>
            <a:endParaRPr lang="es-ES" sz="2500"/>
          </a:p>
        </p:txBody>
      </p:sp>
      <p:sp>
        <p:nvSpPr>
          <p:cNvPr id="3" name="Marcador de contenido 2">
            <a:extLst>
              <a:ext uri="{FF2B5EF4-FFF2-40B4-BE49-F238E27FC236}">
                <a16:creationId xmlns:a16="http://schemas.microsoft.com/office/drawing/2014/main" id="{DD787F28-27B1-93D6-4A88-5C1E3F9E4361}"/>
              </a:ext>
            </a:extLst>
          </p:cNvPr>
          <p:cNvSpPr>
            <a:spLocks noGrp="1"/>
          </p:cNvSpPr>
          <p:nvPr>
            <p:ph idx="1"/>
          </p:nvPr>
        </p:nvSpPr>
        <p:spPr>
          <a:xfrm>
            <a:off x="5897689" y="1695450"/>
            <a:ext cx="5464968" cy="4544628"/>
          </a:xfrm>
        </p:spPr>
        <p:txBody>
          <a:bodyPr anchor="ctr">
            <a:normAutofit/>
          </a:bodyPr>
          <a:lstStyle/>
          <a:p>
            <a:pPr marL="342900" lvl="0" indent="-342900">
              <a:spcAft>
                <a:spcPts val="600"/>
              </a:spcAft>
              <a:buSzPts val="1000"/>
              <a:buFont typeface="Symbol" panose="05050102010706020507" pitchFamily="18" charset="2"/>
              <a:buChar char=""/>
              <a:tabLst>
                <a:tab pos="4572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Clases Anónimas:</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Descripción</a:t>
            </a:r>
            <a:r>
              <a:rPr lang="es-ES" sz="1400" kern="100">
                <a:effectLst/>
                <a:latin typeface="Verdana" panose="020B0604030504040204" pitchFamily="34" charset="0"/>
                <a:ea typeface="Aptos" panose="020B0004020202020204" pitchFamily="34" charset="0"/>
                <a:cs typeface="Times New Roman" panose="02020603050405020304" pitchFamily="18" charset="0"/>
              </a:rPr>
              <a:t>: Utilizadas cuando se necesita una implementación rápida de un listener sin la necesidad de crear una clase separada.</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Ejemplo</a:t>
            </a:r>
            <a:r>
              <a:rPr lang="es-ES" sz="1400" kern="100">
                <a:effectLst/>
                <a:latin typeface="Verdana" panose="020B0604030504040204" pitchFamily="34" charset="0"/>
                <a:ea typeface="Aptos" panose="020B0004020202020204" pitchFamily="34" charset="0"/>
                <a:cs typeface="Times New Roman" panose="02020603050405020304" pitchFamily="18" charset="0"/>
              </a:rPr>
              <a:t>:</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 button = new JButton("Click Me");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button.addActionListener(new ActionListener()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actionPerformed(ActionEvent e)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System.out.println("Botón clickeado");</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800"/>
              </a:spcAft>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sz="1400"/>
          </a:p>
        </p:txBody>
      </p:sp>
    </p:spTree>
    <p:extLst>
      <p:ext uri="{BB962C8B-B14F-4D97-AF65-F5344CB8AC3E}">
        <p14:creationId xmlns:p14="http://schemas.microsoft.com/office/powerpoint/2010/main" val="925841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imer plano de un teclado numérico de calculadora">
            <a:extLst>
              <a:ext uri="{FF2B5EF4-FFF2-40B4-BE49-F238E27FC236}">
                <a16:creationId xmlns:a16="http://schemas.microsoft.com/office/drawing/2014/main" id="{BCFBA6F8-CF5F-5D86-339C-70B0D4D3FFEE}"/>
              </a:ext>
            </a:extLst>
          </p:cNvPr>
          <p:cNvPicPr>
            <a:picLocks noChangeAspect="1"/>
          </p:cNvPicPr>
          <p:nvPr/>
        </p:nvPicPr>
        <p:blipFill>
          <a:blip r:embed="rId2"/>
          <a:srcRect l="20551" r="27185" b="-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6C67D4-529A-8A82-866C-8CA41DFCE494}"/>
              </a:ext>
            </a:extLst>
          </p:cNvPr>
          <p:cNvSpPr>
            <a:spLocks noGrp="1"/>
          </p:cNvSpPr>
          <p:nvPr>
            <p:ph type="title"/>
          </p:nvPr>
        </p:nvSpPr>
        <p:spPr>
          <a:xfrm>
            <a:off x="6115317" y="405685"/>
            <a:ext cx="5464968" cy="1559301"/>
          </a:xfrm>
        </p:spPr>
        <p:txBody>
          <a:bodyPr>
            <a:normAutofit/>
          </a:bodyPr>
          <a:lstStyle/>
          <a:p>
            <a:pPr marL="342900" lvl="0" indent="-342900">
              <a:spcAft>
                <a:spcPts val="600"/>
              </a:spcAft>
              <a:tabLst>
                <a:tab pos="457200" algn="l"/>
              </a:tabLst>
            </a:pPr>
            <a:r>
              <a:rPr lang="es-ES" sz="3400" b="1" kern="100">
                <a:effectLst/>
                <a:latin typeface="Verdana" panose="020B0604030504040204" pitchFamily="34" charset="0"/>
                <a:ea typeface="Aptos" panose="020B0004020202020204" pitchFamily="34" charset="0"/>
                <a:cs typeface="Times New Roman" panose="02020603050405020304" pitchFamily="18" charset="0"/>
              </a:rPr>
              <a:t>Expresiones Lambda:</a:t>
            </a:r>
            <a:br>
              <a:rPr lang="es-ES" sz="3400" kern="100">
                <a:effectLst/>
                <a:latin typeface="Aptos" panose="020B0004020202020204" pitchFamily="34" charset="0"/>
                <a:ea typeface="Aptos" panose="020B0004020202020204" pitchFamily="34" charset="0"/>
                <a:cs typeface="Times New Roman" panose="02020603050405020304" pitchFamily="18" charset="0"/>
              </a:rPr>
            </a:br>
            <a:endParaRPr lang="es-ES" sz="3400"/>
          </a:p>
        </p:txBody>
      </p:sp>
      <p:sp>
        <p:nvSpPr>
          <p:cNvPr id="3" name="Marcador de contenido 2">
            <a:extLst>
              <a:ext uri="{FF2B5EF4-FFF2-40B4-BE49-F238E27FC236}">
                <a16:creationId xmlns:a16="http://schemas.microsoft.com/office/drawing/2014/main" id="{D51CB069-1E1D-6828-4026-BCA23EA8EEF9}"/>
              </a:ext>
            </a:extLst>
          </p:cNvPr>
          <p:cNvSpPr>
            <a:spLocks noGrp="1"/>
          </p:cNvSpPr>
          <p:nvPr>
            <p:ph idx="1"/>
          </p:nvPr>
        </p:nvSpPr>
        <p:spPr>
          <a:xfrm>
            <a:off x="6115317" y="2743200"/>
            <a:ext cx="5247340" cy="3496878"/>
          </a:xfrm>
        </p:spPr>
        <p:txBody>
          <a:bodyPr anchor="ctr">
            <a:normAutofit/>
          </a:bodyPr>
          <a:lstStyle/>
          <a:p>
            <a:endParaRPr lang="es-ES" sz="1700">
              <a:effectLst/>
            </a:endParaRPr>
          </a:p>
          <a:p>
            <a:pPr marL="742950" lvl="1" indent="-285750">
              <a:spcAft>
                <a:spcPts val="600"/>
              </a:spcAft>
              <a:buSzPts val="1000"/>
              <a:buFont typeface="Courier New" panose="02070309020205020404" pitchFamily="49" charset="0"/>
              <a:buChar char="o"/>
              <a:tabLst>
                <a:tab pos="914400" algn="l"/>
              </a:tabLst>
            </a:pPr>
            <a:r>
              <a:rPr lang="es-ES" sz="1700" kern="100">
                <a:effectLst/>
                <a:latin typeface="Verdana" panose="020B0604030504040204" pitchFamily="34" charset="0"/>
                <a:ea typeface="Aptos" panose="020B0004020202020204" pitchFamily="34" charset="0"/>
                <a:cs typeface="Times New Roman" panose="02020603050405020304" pitchFamily="18" charset="0"/>
              </a:rPr>
              <a:t>Descripción: Simplifica la sintaxis de los listeners cuando se utiliza con interfaces funcionales (interfaces con un solo método abstracto), como ActionListener.</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spcAft>
                <a:spcPts val="600"/>
              </a:spcAft>
              <a:buSzPts val="1000"/>
              <a:buFont typeface="Courier New" panose="02070309020205020404" pitchFamily="49" charset="0"/>
              <a:buChar char="o"/>
              <a:tabLst>
                <a:tab pos="914400" algn="l"/>
              </a:tabLst>
            </a:pPr>
            <a:r>
              <a:rPr lang="es-ES" sz="1700"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n-GB" sz="17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 button = new JButton("Click Me");</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s-ES" sz="17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button.addActionListener(e -&gt; System.out.println("Botón clickeado"));</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endParaRPr lang="es-ES" sz="1700"/>
          </a:p>
        </p:txBody>
      </p:sp>
    </p:spTree>
    <p:extLst>
      <p:ext uri="{BB962C8B-B14F-4D97-AF65-F5344CB8AC3E}">
        <p14:creationId xmlns:p14="http://schemas.microsoft.com/office/powerpoint/2010/main" val="6149057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F6A85B-1323-411E-949C-3D74FD602FF3}"/>
              </a:ext>
            </a:extLst>
          </p:cNvPr>
          <p:cNvSpPr>
            <a:spLocks noGrp="1"/>
          </p:cNvSpPr>
          <p:nvPr>
            <p:ph type="title"/>
          </p:nvPr>
        </p:nvSpPr>
        <p:spPr>
          <a:xfrm>
            <a:off x="6917709" y="144081"/>
            <a:ext cx="4156512" cy="1708244"/>
          </a:xfrm>
        </p:spPr>
        <p:txBody>
          <a:bodyPr anchor="ctr">
            <a:normAutofit/>
          </a:bodyPr>
          <a:lstStyle/>
          <a:p>
            <a:r>
              <a:rPr lang="es-ES" sz="3700" b="1">
                <a:effectLst/>
                <a:latin typeface="Verdana" panose="020B0604030504040204" pitchFamily="34" charset="0"/>
                <a:ea typeface="Aptos" panose="020B0004020202020204" pitchFamily="34" charset="0"/>
                <a:cs typeface="Times New Roman" panose="02020603050405020304" pitchFamily="18" charset="0"/>
              </a:rPr>
              <a:t>Manejando Múltiples Eventos</a:t>
            </a:r>
            <a:endParaRPr lang="es-ES" sz="3700"/>
          </a:p>
        </p:txBody>
      </p:sp>
      <p:pic>
        <p:nvPicPr>
          <p:cNvPr id="15" name="Picture 4" descr="Primer plano de un teclado numérico de calculadora">
            <a:extLst>
              <a:ext uri="{FF2B5EF4-FFF2-40B4-BE49-F238E27FC236}">
                <a16:creationId xmlns:a16="http://schemas.microsoft.com/office/drawing/2014/main" id="{B413D4EA-BD6E-8573-4DFA-ED8DCE589BC6}"/>
              </a:ext>
            </a:extLst>
          </p:cNvPr>
          <p:cNvPicPr>
            <a:picLocks noChangeAspect="1"/>
          </p:cNvPicPr>
          <p:nvPr/>
        </p:nvPicPr>
        <p:blipFill>
          <a:blip r:embed="rId2"/>
          <a:srcRect l="17238" r="23873" b="-1"/>
          <a:stretch/>
        </p:blipFill>
        <p:spPr>
          <a:xfrm>
            <a:off x="-1" y="-2"/>
            <a:ext cx="6096001" cy="6858002"/>
          </a:xfrm>
          <a:prstGeom prst="rect">
            <a:avLst/>
          </a:prstGeom>
        </p:spPr>
      </p:pic>
      <p:sp>
        <p:nvSpPr>
          <p:cNvPr id="3" name="Marcador de contenido 2">
            <a:extLst>
              <a:ext uri="{FF2B5EF4-FFF2-40B4-BE49-F238E27FC236}">
                <a16:creationId xmlns:a16="http://schemas.microsoft.com/office/drawing/2014/main" id="{E2E8EB1A-E5BB-83F1-7E1F-94E9339B1D8D}"/>
              </a:ext>
            </a:extLst>
          </p:cNvPr>
          <p:cNvSpPr>
            <a:spLocks noGrp="1"/>
          </p:cNvSpPr>
          <p:nvPr>
            <p:ph idx="1"/>
          </p:nvPr>
        </p:nvSpPr>
        <p:spPr>
          <a:xfrm>
            <a:off x="6486524" y="2095500"/>
            <a:ext cx="5019675" cy="4476749"/>
          </a:xfrm>
        </p:spPr>
        <p:txBody>
          <a:bodyPr anchor="ctr">
            <a:normAutofit/>
          </a:bodyPr>
          <a:lstStyle/>
          <a:p>
            <a:pPr marL="228600">
              <a:spcBef>
                <a:spcPts val="0"/>
              </a:spcBef>
            </a:pPr>
            <a:r>
              <a:rPr lang="es-ES" sz="1400" kern="100">
                <a:effectLst/>
                <a:latin typeface="Verdana" panose="020B0604030504040204" pitchFamily="34" charset="0"/>
                <a:ea typeface="Aptos" panose="020B0004020202020204" pitchFamily="34" charset="0"/>
                <a:cs typeface="Times New Roman" panose="02020603050405020304" pitchFamily="18" charset="0"/>
              </a:rPr>
              <a:t>Es común que un componente necesite manejar múltiples tipos de eventos. Para ello, se pueden agregar diferentes listeners al mismo componente:</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0"/>
              </a:spcBef>
              <a:buSzPts val="1000"/>
              <a:buFont typeface="Symbol" panose="05050102010706020507" pitchFamily="18" charset="2"/>
              <a:buChar char=""/>
              <a:tabLst>
                <a:tab pos="457200" algn="l"/>
              </a:tabLst>
            </a:pPr>
            <a:r>
              <a:rPr lang="es-ES" sz="1400"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400" kern="100">
              <a:effectLs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 button = new JButton("Click Me");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Manejo de ActionEvent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button.addActionListener(e -&gt; System.out.println("Button clicked"));</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Manejo de MouseEvent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button.addMouseListener(new MouseAdapter()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mouseEntered(MouseEvent e) {</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System.out.println("Mouse entered button area");</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r>
              <a:rPr lang="es-ES"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endParaRPr lang="es-ES" sz="1400"/>
          </a:p>
        </p:txBody>
      </p:sp>
    </p:spTree>
    <p:extLst>
      <p:ext uri="{BB962C8B-B14F-4D97-AF65-F5344CB8AC3E}">
        <p14:creationId xmlns:p14="http://schemas.microsoft.com/office/powerpoint/2010/main" val="2732441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68449-9740-A7B2-B00A-54432462BE52}"/>
              </a:ext>
            </a:extLst>
          </p:cNvPr>
          <p:cNvSpPr>
            <a:spLocks noGrp="1"/>
          </p:cNvSpPr>
          <p:nvPr>
            <p:ph type="title"/>
          </p:nvPr>
        </p:nvSpPr>
        <p:spPr>
          <a:xfrm>
            <a:off x="942975" y="-215900"/>
            <a:ext cx="10515600" cy="1325563"/>
          </a:xfrm>
        </p:spPr>
        <p:txBody>
          <a:bodyPr/>
          <a:lstStyle/>
          <a:p>
            <a:r>
              <a:rPr lang="es-ES"/>
              <a:t>Añadir actionPerformed </a:t>
            </a:r>
          </a:p>
        </p:txBody>
      </p:sp>
      <p:sp>
        <p:nvSpPr>
          <p:cNvPr id="3" name="Marcador de contenido 2">
            <a:extLst>
              <a:ext uri="{FF2B5EF4-FFF2-40B4-BE49-F238E27FC236}">
                <a16:creationId xmlns:a16="http://schemas.microsoft.com/office/drawing/2014/main" id="{5E002A95-AEF3-4DA7-42A9-89CFE5C07F59}"/>
              </a:ext>
            </a:extLst>
          </p:cNvPr>
          <p:cNvSpPr>
            <a:spLocks noGrp="1"/>
          </p:cNvSpPr>
          <p:nvPr>
            <p:ph idx="1"/>
          </p:nvPr>
        </p:nvSpPr>
        <p:spPr>
          <a:xfrm>
            <a:off x="323850" y="1109663"/>
            <a:ext cx="10515600" cy="4351338"/>
          </a:xfrm>
        </p:spPr>
        <p:txBody>
          <a:bodyPr/>
          <a:lstStyle/>
          <a:p>
            <a:pPr marL="0" indent="0">
              <a:buNone/>
            </a:pPr>
            <a:r>
              <a:rPr lang="es-ES"/>
              <a:t>Esto nos va a permitir</a:t>
            </a:r>
          </a:p>
          <a:p>
            <a:pPr marL="0" indent="0">
              <a:buNone/>
            </a:pPr>
            <a:r>
              <a:rPr lang="es-ES"/>
              <a:t>Que al pulsar</a:t>
            </a:r>
          </a:p>
          <a:p>
            <a:pPr marL="0" indent="0">
              <a:buNone/>
            </a:pPr>
            <a:r>
              <a:rPr lang="es-ES"/>
              <a:t>El botón haga algo, lo que</a:t>
            </a:r>
          </a:p>
          <a:p>
            <a:pPr marL="0" indent="0">
              <a:buNone/>
            </a:pPr>
            <a:r>
              <a:rPr lang="es-ES"/>
              <a:t>Le programemos.</a:t>
            </a:r>
          </a:p>
        </p:txBody>
      </p:sp>
      <p:pic>
        <p:nvPicPr>
          <p:cNvPr id="5" name="Imagen 4">
            <a:extLst>
              <a:ext uri="{FF2B5EF4-FFF2-40B4-BE49-F238E27FC236}">
                <a16:creationId xmlns:a16="http://schemas.microsoft.com/office/drawing/2014/main" id="{817DD45C-9779-654E-6D98-F86C3F37440A}"/>
              </a:ext>
            </a:extLst>
          </p:cNvPr>
          <p:cNvPicPr>
            <a:picLocks noChangeAspect="1"/>
          </p:cNvPicPr>
          <p:nvPr/>
        </p:nvPicPr>
        <p:blipFill>
          <a:blip r:embed="rId2"/>
          <a:stretch>
            <a:fillRect/>
          </a:stretch>
        </p:blipFill>
        <p:spPr>
          <a:xfrm>
            <a:off x="4776188" y="833438"/>
            <a:ext cx="7158637" cy="5382852"/>
          </a:xfrm>
          <a:prstGeom prst="rect">
            <a:avLst/>
          </a:prstGeom>
        </p:spPr>
      </p:pic>
      <p:pic>
        <p:nvPicPr>
          <p:cNvPr id="4" name="Picture 4" descr="CENEC Málaga | Málaga">
            <a:extLst>
              <a:ext uri="{FF2B5EF4-FFF2-40B4-BE49-F238E27FC236}">
                <a16:creationId xmlns:a16="http://schemas.microsoft.com/office/drawing/2014/main" id="{1EFA328A-AC97-9662-4E95-5B27B7B07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14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Rectangle 2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EB326A-6FDB-5680-E6E1-7CD3525597E6}"/>
              </a:ext>
            </a:extLst>
          </p:cNvPr>
          <p:cNvSpPr>
            <a:spLocks noGrp="1"/>
          </p:cNvSpPr>
          <p:nvPr>
            <p:ph type="title"/>
          </p:nvPr>
        </p:nvSpPr>
        <p:spPr>
          <a:xfrm>
            <a:off x="466722" y="586855"/>
            <a:ext cx="3201366" cy="3387497"/>
          </a:xfrm>
        </p:spPr>
        <p:txBody>
          <a:bodyPr anchor="b">
            <a:normAutofit/>
          </a:bodyPr>
          <a:lstStyle/>
          <a:p>
            <a:pPr algn="r"/>
            <a:r>
              <a:rPr lang="es-ES" sz="4000" b="1">
                <a:solidFill>
                  <a:srgbClr val="FFFFFF"/>
                </a:solidFill>
              </a:rPr>
              <a:t>Sabias que: El hilo de despacho de eventos</a:t>
            </a:r>
          </a:p>
        </p:txBody>
      </p:sp>
      <p:sp>
        <p:nvSpPr>
          <p:cNvPr id="6" name="Marcador de contenido 5">
            <a:extLst>
              <a:ext uri="{FF2B5EF4-FFF2-40B4-BE49-F238E27FC236}">
                <a16:creationId xmlns:a16="http://schemas.microsoft.com/office/drawing/2014/main" id="{EAF29B22-C9A9-163F-BD61-B167F25866B1}"/>
              </a:ext>
            </a:extLst>
          </p:cNvPr>
          <p:cNvSpPr>
            <a:spLocks noGrp="1"/>
          </p:cNvSpPr>
          <p:nvPr>
            <p:ph idx="1"/>
          </p:nvPr>
        </p:nvSpPr>
        <p:spPr>
          <a:xfrm>
            <a:off x="4810259" y="649480"/>
            <a:ext cx="6555347" cy="5546047"/>
          </a:xfrm>
        </p:spPr>
        <p:txBody>
          <a:bodyPr anchor="ctr">
            <a:normAutofit/>
          </a:bodyPr>
          <a:lstStyle/>
          <a:p>
            <a:r>
              <a:rPr lang="es-ES" sz="2000" i="0">
                <a:effectLst/>
                <a:latin typeface="Söhne"/>
              </a:rPr>
              <a:t>El "hilo de despacho de eventos" (Event Dispatch Thread o EDT, en inglés) es un concepto importante en la programación de interfaces de usuario en Java, especialmente en el contexto de la biblioteca Swing. El EDT es un hilo dedicado que se utiliza para gestionar eventos de interfaz de usuario, como clics de ratón, pulsaciones de teclas y actualizaciones de componentes gráficos</a:t>
            </a:r>
            <a:endParaRPr lang="es-ES" sz="2000"/>
          </a:p>
        </p:txBody>
      </p:sp>
      <p:pic>
        <p:nvPicPr>
          <p:cNvPr id="3" name="Picture 4" descr="CENEC Málaga | Málaga">
            <a:extLst>
              <a:ext uri="{FF2B5EF4-FFF2-40B4-BE49-F238E27FC236}">
                <a16:creationId xmlns:a16="http://schemas.microsoft.com/office/drawing/2014/main" id="{68D8968E-AD17-9C35-E26A-8DE069B55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912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271222-58EA-D4A3-6C0E-E0CD763B69E0}"/>
              </a:ext>
            </a:extLst>
          </p:cNvPr>
          <p:cNvSpPr>
            <a:spLocks noGrp="1"/>
          </p:cNvSpPr>
          <p:nvPr>
            <p:ph type="title"/>
          </p:nvPr>
        </p:nvSpPr>
        <p:spPr>
          <a:xfrm>
            <a:off x="647700" y="71438"/>
            <a:ext cx="10515600" cy="1325563"/>
          </a:xfrm>
        </p:spPr>
        <p:txBody>
          <a:bodyPr/>
          <a:lstStyle/>
          <a:p>
            <a:r>
              <a:rPr lang="es-ES"/>
              <a:t>Ejercicio 1</a:t>
            </a:r>
          </a:p>
        </p:txBody>
      </p:sp>
      <p:pic>
        <p:nvPicPr>
          <p:cNvPr id="5" name="Imagen 4">
            <a:extLst>
              <a:ext uri="{FF2B5EF4-FFF2-40B4-BE49-F238E27FC236}">
                <a16:creationId xmlns:a16="http://schemas.microsoft.com/office/drawing/2014/main" id="{5AA3BA51-6BC9-9C95-A2AF-44140AA0B8F2}"/>
              </a:ext>
            </a:extLst>
          </p:cNvPr>
          <p:cNvPicPr>
            <a:picLocks noChangeAspect="1"/>
          </p:cNvPicPr>
          <p:nvPr/>
        </p:nvPicPr>
        <p:blipFill>
          <a:blip r:embed="rId2"/>
          <a:stretch>
            <a:fillRect/>
          </a:stretch>
        </p:blipFill>
        <p:spPr>
          <a:xfrm>
            <a:off x="647700" y="1397001"/>
            <a:ext cx="4857917" cy="2294016"/>
          </a:xfrm>
          <a:prstGeom prst="rect">
            <a:avLst/>
          </a:prstGeom>
        </p:spPr>
      </p:pic>
      <p:sp>
        <p:nvSpPr>
          <p:cNvPr id="6" name="CuadroTexto 5">
            <a:extLst>
              <a:ext uri="{FF2B5EF4-FFF2-40B4-BE49-F238E27FC236}">
                <a16:creationId xmlns:a16="http://schemas.microsoft.com/office/drawing/2014/main" id="{2E0D8356-7173-27BF-7D4F-5DE50F6D693B}"/>
              </a:ext>
            </a:extLst>
          </p:cNvPr>
          <p:cNvSpPr txBox="1"/>
          <p:nvPr/>
        </p:nvSpPr>
        <p:spPr>
          <a:xfrm>
            <a:off x="5981700" y="1081942"/>
            <a:ext cx="5865708" cy="923330"/>
          </a:xfrm>
          <a:prstGeom prst="rect">
            <a:avLst/>
          </a:prstGeom>
          <a:noFill/>
        </p:spPr>
        <p:txBody>
          <a:bodyPr wrap="none" rtlCol="0">
            <a:spAutoFit/>
          </a:bodyPr>
          <a:lstStyle/>
          <a:p>
            <a:r>
              <a:rPr lang="es-ES"/>
              <a:t>Realiza este ejercicio en el que tenemos hasta tres </a:t>
            </a:r>
            <a:r>
              <a:rPr lang="es-ES" err="1"/>
              <a:t>jpane</a:t>
            </a:r>
            <a:r>
              <a:rPr lang="es-ES"/>
              <a:t>, en </a:t>
            </a:r>
          </a:p>
          <a:p>
            <a:r>
              <a:rPr lang="es-ES"/>
              <a:t>Bienvenido tiene que aparecer también el siguiente texto.</a:t>
            </a:r>
          </a:p>
          <a:p>
            <a:endParaRPr lang="es-ES"/>
          </a:p>
        </p:txBody>
      </p:sp>
      <p:pic>
        <p:nvPicPr>
          <p:cNvPr id="8" name="Imagen 7">
            <a:extLst>
              <a:ext uri="{FF2B5EF4-FFF2-40B4-BE49-F238E27FC236}">
                <a16:creationId xmlns:a16="http://schemas.microsoft.com/office/drawing/2014/main" id="{866E00B2-F135-DAA0-7B11-5F5CD50A359A}"/>
              </a:ext>
            </a:extLst>
          </p:cNvPr>
          <p:cNvPicPr>
            <a:picLocks noChangeAspect="1"/>
          </p:cNvPicPr>
          <p:nvPr/>
        </p:nvPicPr>
        <p:blipFill>
          <a:blip r:embed="rId3"/>
          <a:stretch>
            <a:fillRect/>
          </a:stretch>
        </p:blipFill>
        <p:spPr>
          <a:xfrm>
            <a:off x="6918242" y="1912226"/>
            <a:ext cx="3292557" cy="1619725"/>
          </a:xfrm>
          <a:prstGeom prst="rect">
            <a:avLst/>
          </a:prstGeom>
        </p:spPr>
      </p:pic>
      <p:sp>
        <p:nvSpPr>
          <p:cNvPr id="9" name="CuadroTexto 8">
            <a:extLst>
              <a:ext uri="{FF2B5EF4-FFF2-40B4-BE49-F238E27FC236}">
                <a16:creationId xmlns:a16="http://schemas.microsoft.com/office/drawing/2014/main" id="{6EC0DA83-318A-41C9-4A80-28A37FB1026D}"/>
              </a:ext>
            </a:extLst>
          </p:cNvPr>
          <p:cNvSpPr txBox="1"/>
          <p:nvPr/>
        </p:nvSpPr>
        <p:spPr>
          <a:xfrm>
            <a:off x="647700" y="4013200"/>
            <a:ext cx="1876219" cy="584775"/>
          </a:xfrm>
          <a:prstGeom prst="rect">
            <a:avLst/>
          </a:prstGeom>
          <a:noFill/>
        </p:spPr>
        <p:txBody>
          <a:bodyPr wrap="none" rtlCol="0">
            <a:spAutoFit/>
          </a:bodyPr>
          <a:lstStyle/>
          <a:p>
            <a:r>
              <a:rPr lang="es-ES" sz="3200"/>
              <a:t>Ejercicio 2</a:t>
            </a:r>
          </a:p>
        </p:txBody>
      </p:sp>
      <p:sp>
        <p:nvSpPr>
          <p:cNvPr id="10" name="CuadroTexto 9">
            <a:extLst>
              <a:ext uri="{FF2B5EF4-FFF2-40B4-BE49-F238E27FC236}">
                <a16:creationId xmlns:a16="http://schemas.microsoft.com/office/drawing/2014/main" id="{ABDF02C0-6634-C1F8-759D-EEECB32F92DC}"/>
              </a:ext>
            </a:extLst>
          </p:cNvPr>
          <p:cNvSpPr txBox="1"/>
          <p:nvPr/>
        </p:nvSpPr>
        <p:spPr>
          <a:xfrm>
            <a:off x="647700" y="4597975"/>
            <a:ext cx="10964668" cy="923330"/>
          </a:xfrm>
          <a:prstGeom prst="rect">
            <a:avLst/>
          </a:prstGeom>
          <a:noFill/>
        </p:spPr>
        <p:txBody>
          <a:bodyPr wrap="none" rtlCol="0">
            <a:spAutoFit/>
          </a:bodyPr>
          <a:lstStyle/>
          <a:p>
            <a:r>
              <a:rPr lang="es-ES"/>
              <a:t>Vamos a modificar el ejercicio anterior y vamos a hacer que los tres botones, llamen cada uno a una nueva ventana</a:t>
            </a:r>
          </a:p>
          <a:p>
            <a:r>
              <a:rPr lang="es-ES"/>
              <a:t>donde ponga has pulsado la ventana 1, ventana 2, ventana 3 en cada una de las ventanas.</a:t>
            </a:r>
          </a:p>
          <a:p>
            <a:endParaRPr lang="es-ES"/>
          </a:p>
        </p:txBody>
      </p:sp>
      <p:pic>
        <p:nvPicPr>
          <p:cNvPr id="3" name="Picture 4" descr="CENEC Málaga | Málaga">
            <a:extLst>
              <a:ext uri="{FF2B5EF4-FFF2-40B4-BE49-F238E27FC236}">
                <a16:creationId xmlns:a16="http://schemas.microsoft.com/office/drawing/2014/main" id="{F9A010A6-179B-2540-F18E-B41307DEC3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2842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4AF562-0E8E-6346-8F3F-0F4C65EC49FA}"/>
              </a:ext>
            </a:extLst>
          </p:cNvPr>
          <p:cNvSpPr>
            <a:spLocks noGrp="1"/>
          </p:cNvSpPr>
          <p:nvPr>
            <p:ph type="title"/>
          </p:nvPr>
        </p:nvSpPr>
        <p:spPr>
          <a:xfrm>
            <a:off x="647700" y="69851"/>
            <a:ext cx="10515600" cy="492125"/>
          </a:xfrm>
        </p:spPr>
        <p:txBody>
          <a:bodyPr>
            <a:normAutofit fontScale="90000"/>
          </a:bodyPr>
          <a:lstStyle/>
          <a:p>
            <a:r>
              <a:rPr lang="es-ES"/>
              <a:t>Ejemplo</a:t>
            </a:r>
          </a:p>
        </p:txBody>
      </p:sp>
      <p:pic>
        <p:nvPicPr>
          <p:cNvPr id="4" name="image58.png">
            <a:extLst>
              <a:ext uri="{FF2B5EF4-FFF2-40B4-BE49-F238E27FC236}">
                <a16:creationId xmlns:a16="http://schemas.microsoft.com/office/drawing/2014/main" id="{DD63DAA2-0339-63AA-E3A1-5E8C4B171AC4}"/>
              </a:ext>
            </a:extLst>
          </p:cNvPr>
          <p:cNvPicPr>
            <a:picLocks noGrp="1"/>
          </p:cNvPicPr>
          <p:nvPr>
            <p:ph idx="1"/>
          </p:nvPr>
        </p:nvPicPr>
        <p:blipFill>
          <a:blip r:embed="rId2"/>
          <a:srcRect/>
          <a:stretch>
            <a:fillRect/>
          </a:stretch>
        </p:blipFill>
        <p:spPr>
          <a:xfrm>
            <a:off x="128300" y="813858"/>
            <a:ext cx="6329650" cy="5367867"/>
          </a:xfrm>
          <a:prstGeom prst="rect">
            <a:avLst/>
          </a:prstGeom>
          <a:ln/>
        </p:spPr>
      </p:pic>
      <p:sp>
        <p:nvSpPr>
          <p:cNvPr id="6" name="CuadroTexto 5">
            <a:extLst>
              <a:ext uri="{FF2B5EF4-FFF2-40B4-BE49-F238E27FC236}">
                <a16:creationId xmlns:a16="http://schemas.microsoft.com/office/drawing/2014/main" id="{7FCBDEEC-A2A5-2EC3-75C9-E6D77E9705B2}"/>
              </a:ext>
            </a:extLst>
          </p:cNvPr>
          <p:cNvSpPr txBox="1"/>
          <p:nvPr/>
        </p:nvSpPr>
        <p:spPr>
          <a:xfrm>
            <a:off x="6677025" y="813858"/>
            <a:ext cx="5386675" cy="4973413"/>
          </a:xfrm>
          <a:prstGeom prst="rect">
            <a:avLst/>
          </a:prstGeom>
          <a:noFill/>
        </p:spPr>
        <p:txBody>
          <a:bodyPr wrap="square">
            <a:spAutoFit/>
          </a:bodyPr>
          <a:lstStyle/>
          <a:p>
            <a:pPr algn="just">
              <a:lnSpc>
                <a:spcPct val="115000"/>
              </a:lnSpc>
              <a:spcBef>
                <a:spcPts val="1400"/>
              </a:spcBef>
              <a:spcAft>
                <a:spcPts val="1400"/>
              </a:spcAft>
            </a:pPr>
            <a:r>
              <a:rPr lang="es-ES" sz="1800">
                <a:solidFill>
                  <a:srgbClr val="000000"/>
                </a:solidFill>
                <a:effectLst/>
                <a:latin typeface="Calibri" panose="020F0502020204030204" pitchFamily="34" charset="0"/>
                <a:ea typeface="Calibri" panose="020F0502020204030204" pitchFamily="34" charset="0"/>
              </a:rPr>
              <a:t>Creamos una instancia del contenedor</a:t>
            </a:r>
            <a:r>
              <a:rPr lang="es-ES" sz="1800" b="1">
                <a:solidFill>
                  <a:srgbClr val="000000"/>
                </a:solidFill>
                <a:effectLst/>
                <a:latin typeface="Calibri" panose="020F0502020204030204" pitchFamily="34" charset="0"/>
                <a:ea typeface="Calibri" panose="020F0502020204030204" pitchFamily="34" charset="0"/>
              </a:rPr>
              <a:t> </a:t>
            </a:r>
            <a:r>
              <a:rPr lang="es-ES" sz="1800" b="1" err="1">
                <a:solidFill>
                  <a:srgbClr val="000000"/>
                </a:solidFill>
                <a:effectLst/>
                <a:latin typeface="Calibri" panose="020F0502020204030204" pitchFamily="34" charset="0"/>
                <a:ea typeface="Calibri" panose="020F0502020204030204" pitchFamily="34" charset="0"/>
              </a:rPr>
              <a:t>JPanel</a:t>
            </a:r>
            <a:r>
              <a:rPr lang="es-ES" sz="1800" b="1">
                <a:solidFill>
                  <a:srgbClr val="000000"/>
                </a:solidFill>
                <a:effectLst/>
                <a:latin typeface="Calibri" panose="020F0502020204030204" pitchFamily="34" charset="0"/>
                <a:ea typeface="Calibri" panose="020F0502020204030204" pitchFamily="34" charset="0"/>
              </a:rPr>
              <a:t> </a:t>
            </a:r>
            <a:r>
              <a:rPr lang="es-ES" sz="1800">
                <a:solidFill>
                  <a:srgbClr val="000000"/>
                </a:solidFill>
                <a:effectLst/>
                <a:latin typeface="Calibri" panose="020F0502020204030204" pitchFamily="34" charset="0"/>
                <a:ea typeface="Calibri" panose="020F0502020204030204" pitchFamily="34" charset="0"/>
              </a:rPr>
              <a:t>después creamos una instancia del componente </a:t>
            </a:r>
            <a:r>
              <a:rPr lang="es-ES" sz="1800" b="1" err="1">
                <a:solidFill>
                  <a:srgbClr val="000000"/>
                </a:solidFill>
                <a:effectLst/>
                <a:latin typeface="Calibri" panose="020F0502020204030204" pitchFamily="34" charset="0"/>
                <a:ea typeface="Calibri" panose="020F0502020204030204" pitchFamily="34" charset="0"/>
              </a:rPr>
              <a:t>JButton</a:t>
            </a:r>
            <a:r>
              <a:rPr lang="es-ES" sz="1800">
                <a:solidFill>
                  <a:srgbClr val="000000"/>
                </a:solidFill>
                <a:effectLst/>
                <a:latin typeface="Calibri" panose="020F0502020204030204" pitchFamily="34" charset="0"/>
                <a:ea typeface="Calibri" panose="020F0502020204030204" pitchFamily="34" charset="0"/>
              </a:rPr>
              <a:t> que representa un botón y lo añadimos al </a:t>
            </a:r>
            <a:r>
              <a:rPr lang="es-ES" sz="1800" b="1" err="1">
                <a:solidFill>
                  <a:srgbClr val="000000"/>
                </a:solidFill>
                <a:effectLst/>
                <a:latin typeface="Calibri" panose="020F0502020204030204" pitchFamily="34" charset="0"/>
                <a:ea typeface="Calibri" panose="020F0502020204030204" pitchFamily="34" charset="0"/>
              </a:rPr>
              <a:t>JPanel</a:t>
            </a:r>
            <a:r>
              <a:rPr lang="es-ES" sz="1800" b="1">
                <a:solidFill>
                  <a:srgbClr val="000000"/>
                </a:solidFill>
                <a:effectLst/>
                <a:latin typeface="Calibri" panose="020F0502020204030204" pitchFamily="34" charset="0"/>
                <a:ea typeface="Calibri" panose="020F0502020204030204" pitchFamily="34" charset="0"/>
              </a:rPr>
              <a:t> </a:t>
            </a:r>
            <a:r>
              <a:rPr lang="es-ES" sz="1800">
                <a:solidFill>
                  <a:srgbClr val="000000"/>
                </a:solidFill>
                <a:effectLst/>
                <a:latin typeface="Calibri" panose="020F0502020204030204" pitchFamily="34" charset="0"/>
                <a:ea typeface="Calibri" panose="020F0502020204030204" pitchFamily="34" charset="0"/>
              </a:rPr>
              <a:t>con el método </a:t>
            </a:r>
            <a:r>
              <a:rPr lang="es-ES" sz="1800" b="1" err="1">
                <a:solidFill>
                  <a:srgbClr val="000000"/>
                </a:solidFill>
                <a:effectLst/>
                <a:latin typeface="Calibri" panose="020F0502020204030204" pitchFamily="34" charset="0"/>
                <a:ea typeface="Calibri" panose="020F0502020204030204" pitchFamily="34" charset="0"/>
              </a:rPr>
              <a:t>add</a:t>
            </a:r>
            <a:r>
              <a:rPr lang="es-ES" sz="1800">
                <a:solidFill>
                  <a:srgbClr val="000000"/>
                </a:solidFill>
                <a:effectLst/>
                <a:latin typeface="Calibri" panose="020F0502020204030204" pitchFamily="34" charset="0"/>
                <a:ea typeface="Calibri" panose="020F0502020204030204" pitchFamily="34" charset="0"/>
              </a:rPr>
              <a:t>. </a:t>
            </a:r>
          </a:p>
          <a:p>
            <a:pPr algn="just">
              <a:lnSpc>
                <a:spcPct val="115000"/>
              </a:lnSpc>
              <a:spcBef>
                <a:spcPts val="1400"/>
              </a:spcBef>
              <a:spcAft>
                <a:spcPts val="1400"/>
              </a:spcAft>
            </a:pPr>
            <a:r>
              <a:rPr lang="es-ES" sz="1800">
                <a:solidFill>
                  <a:srgbClr val="000000"/>
                </a:solidFill>
                <a:effectLst/>
                <a:latin typeface="Calibri" panose="020F0502020204030204" pitchFamily="34" charset="0"/>
                <a:ea typeface="Calibri" panose="020F0502020204030204" pitchFamily="34" charset="0"/>
              </a:rPr>
              <a:t>Ahora solo falta agregar nuestro</a:t>
            </a:r>
            <a:r>
              <a:rPr lang="es-ES" sz="1800" b="1">
                <a:solidFill>
                  <a:srgbClr val="000000"/>
                </a:solidFill>
                <a:effectLst/>
                <a:latin typeface="Calibri" panose="020F0502020204030204" pitchFamily="34" charset="0"/>
                <a:ea typeface="Calibri" panose="020F0502020204030204" pitchFamily="34" charset="0"/>
              </a:rPr>
              <a:t> </a:t>
            </a:r>
            <a:r>
              <a:rPr lang="es-ES" sz="1800" b="1" err="1">
                <a:solidFill>
                  <a:srgbClr val="000000"/>
                </a:solidFill>
                <a:effectLst/>
                <a:latin typeface="Calibri" panose="020F0502020204030204" pitchFamily="34" charset="0"/>
                <a:ea typeface="Calibri" panose="020F0502020204030204" pitchFamily="34" charset="0"/>
              </a:rPr>
              <a:t>JPanel</a:t>
            </a:r>
            <a:r>
              <a:rPr lang="es-ES" sz="1800">
                <a:solidFill>
                  <a:srgbClr val="000000"/>
                </a:solidFill>
                <a:effectLst/>
                <a:latin typeface="Calibri" panose="020F0502020204030204" pitchFamily="34" charset="0"/>
                <a:ea typeface="Calibri" panose="020F0502020204030204" pitchFamily="34" charset="0"/>
              </a:rPr>
              <a:t> al contenedor principal del </a:t>
            </a:r>
            <a:r>
              <a:rPr lang="es-ES" sz="1800" b="1">
                <a:solidFill>
                  <a:srgbClr val="000000"/>
                </a:solidFill>
                <a:effectLst/>
                <a:latin typeface="Calibri" panose="020F0502020204030204" pitchFamily="34" charset="0"/>
                <a:ea typeface="Calibri" panose="020F0502020204030204" pitchFamily="34" charset="0"/>
              </a:rPr>
              <a:t>JFrame</a:t>
            </a:r>
            <a:r>
              <a:rPr lang="es-ES" sz="1800">
                <a:solidFill>
                  <a:srgbClr val="000000"/>
                </a:solidFill>
                <a:effectLst/>
                <a:latin typeface="Calibri" panose="020F0502020204030204" pitchFamily="34" charset="0"/>
                <a:ea typeface="Calibri" panose="020F0502020204030204" pitchFamily="34" charset="0"/>
              </a:rPr>
              <a:t> para obtenerlo usamos el método </a:t>
            </a:r>
            <a:r>
              <a:rPr lang="es-ES" sz="1800" b="1" err="1">
                <a:solidFill>
                  <a:srgbClr val="000000"/>
                </a:solidFill>
                <a:effectLst/>
                <a:latin typeface="Calibri" panose="020F0502020204030204" pitchFamily="34" charset="0"/>
                <a:ea typeface="Calibri" panose="020F0502020204030204" pitchFamily="34" charset="0"/>
              </a:rPr>
              <a:t>getContentPane</a:t>
            </a:r>
            <a:r>
              <a:rPr lang="es-ES" sz="1800">
                <a:solidFill>
                  <a:srgbClr val="000000"/>
                </a:solidFill>
                <a:effectLst/>
                <a:latin typeface="Calibri" panose="020F0502020204030204" pitchFamily="34" charset="0"/>
                <a:ea typeface="Calibri" panose="020F0502020204030204" pitchFamily="34" charset="0"/>
              </a:rPr>
              <a:t> y con eso obtendremos el contenedor del </a:t>
            </a:r>
            <a:r>
              <a:rPr lang="es-ES" sz="1800" b="1">
                <a:solidFill>
                  <a:srgbClr val="000000"/>
                </a:solidFill>
                <a:effectLst/>
                <a:latin typeface="Calibri" panose="020F0502020204030204" pitchFamily="34" charset="0"/>
                <a:ea typeface="Calibri" panose="020F0502020204030204" pitchFamily="34" charset="0"/>
              </a:rPr>
              <a:t>JFrame</a:t>
            </a:r>
            <a:r>
              <a:rPr lang="es-ES" sz="1800">
                <a:solidFill>
                  <a:srgbClr val="000000"/>
                </a:solidFill>
                <a:effectLst/>
                <a:latin typeface="Calibri" panose="020F0502020204030204" pitchFamily="34" charset="0"/>
                <a:ea typeface="Calibri" panose="020F0502020204030204" pitchFamily="34" charset="0"/>
              </a:rPr>
              <a:t> para después añadirle el </a:t>
            </a:r>
            <a:r>
              <a:rPr lang="es-ES" sz="1800" b="1" err="1">
                <a:solidFill>
                  <a:srgbClr val="000000"/>
                </a:solidFill>
                <a:effectLst/>
                <a:latin typeface="Calibri" panose="020F0502020204030204" pitchFamily="34" charset="0"/>
                <a:ea typeface="Calibri" panose="020F0502020204030204" pitchFamily="34" charset="0"/>
              </a:rPr>
              <a:t>JPanel</a:t>
            </a:r>
            <a:r>
              <a:rPr lang="es-ES" sz="1800" b="1">
                <a:solidFill>
                  <a:srgbClr val="000000"/>
                </a:solidFill>
                <a:effectLst/>
                <a:latin typeface="Calibri" panose="020F0502020204030204" pitchFamily="34" charset="0"/>
                <a:ea typeface="Calibri" panose="020F0502020204030204" pitchFamily="34" charset="0"/>
              </a:rPr>
              <a:t> </a:t>
            </a:r>
            <a:r>
              <a:rPr lang="es-ES" sz="1800">
                <a:solidFill>
                  <a:srgbClr val="000000"/>
                </a:solidFill>
                <a:effectLst/>
                <a:latin typeface="Calibri" panose="020F0502020204030204" pitchFamily="34" charset="0"/>
                <a:ea typeface="Calibri" panose="020F0502020204030204" pitchFamily="34" charset="0"/>
              </a:rPr>
              <a:t>con su método </a:t>
            </a:r>
            <a:r>
              <a:rPr lang="es-ES" sz="1800" b="1" err="1">
                <a:solidFill>
                  <a:srgbClr val="000000"/>
                </a:solidFill>
                <a:effectLst/>
                <a:latin typeface="Calibri" panose="020F0502020204030204" pitchFamily="34" charset="0"/>
                <a:ea typeface="Calibri" panose="020F0502020204030204" pitchFamily="34" charset="0"/>
              </a:rPr>
              <a:t>add</a:t>
            </a:r>
            <a:r>
              <a:rPr lang="es-ES" sz="1800">
                <a:solidFill>
                  <a:srgbClr val="000000"/>
                </a:solidFill>
                <a:effectLst/>
                <a:latin typeface="Calibri" panose="020F0502020204030204" pitchFamily="34" charset="0"/>
                <a:ea typeface="Calibri" panose="020F0502020204030204" pitchFamily="34" charset="0"/>
              </a:rPr>
              <a:t>.</a:t>
            </a:r>
          </a:p>
          <a:p>
            <a:pPr algn="just">
              <a:lnSpc>
                <a:spcPct val="115000"/>
              </a:lnSpc>
              <a:spcBef>
                <a:spcPts val="1400"/>
              </a:spcBef>
              <a:spcAft>
                <a:spcPts val="1400"/>
              </a:spcAft>
            </a:pPr>
            <a:endParaRPr lang="es-ES">
              <a:solidFill>
                <a:srgbClr val="000000"/>
              </a:solidFill>
              <a:latin typeface="Calibri" panose="020F0502020204030204" pitchFamily="34" charset="0"/>
              <a:ea typeface="Calibri" panose="020F0502020204030204" pitchFamily="34" charset="0"/>
            </a:endParaRPr>
          </a:p>
          <a:p>
            <a:pPr algn="just">
              <a:lnSpc>
                <a:spcPct val="115000"/>
              </a:lnSpc>
              <a:spcBef>
                <a:spcPts val="1400"/>
              </a:spcBef>
              <a:spcAft>
                <a:spcPts val="1400"/>
              </a:spcAft>
            </a:pPr>
            <a:r>
              <a:rPr lang="es-ES" sz="1800">
                <a:solidFill>
                  <a:srgbClr val="000000"/>
                </a:solidFill>
                <a:effectLst/>
                <a:latin typeface="Calibri" panose="020F0502020204030204" pitchFamily="34" charset="0"/>
                <a:ea typeface="Calibri" panose="020F0502020204030204" pitchFamily="34" charset="0"/>
              </a:rPr>
              <a:t>Importante que </a:t>
            </a:r>
            <a:r>
              <a:rPr lang="es-ES" sz="1800" err="1">
                <a:solidFill>
                  <a:srgbClr val="000000"/>
                </a:solidFill>
                <a:effectLst/>
                <a:latin typeface="Calibri" panose="020F0502020204030204" pitchFamily="34" charset="0"/>
                <a:ea typeface="Calibri" panose="020F0502020204030204" pitchFamily="34" charset="0"/>
              </a:rPr>
              <a:t>setVisible</a:t>
            </a:r>
            <a:r>
              <a:rPr lang="es-ES" sz="1800">
                <a:solidFill>
                  <a:srgbClr val="000000"/>
                </a:solidFill>
                <a:effectLst/>
                <a:latin typeface="Calibri" panose="020F0502020204030204" pitchFamily="34" charset="0"/>
                <a:ea typeface="Calibri" panose="020F0502020204030204" pitchFamily="34" charset="0"/>
              </a:rPr>
              <a:t> esté en true, para que sea visible.</a:t>
            </a:r>
            <a:endParaRPr lang="es-ES" sz="1800">
              <a:effectLst/>
              <a:latin typeface="Calibri" panose="020F0502020204030204" pitchFamily="34" charset="0"/>
              <a:ea typeface="Calibri" panose="020F0502020204030204" pitchFamily="34" charset="0"/>
            </a:endParaRPr>
          </a:p>
        </p:txBody>
      </p:sp>
      <p:pic>
        <p:nvPicPr>
          <p:cNvPr id="7" name="Picture 4" descr="CENEC Málaga | Málaga">
            <a:extLst>
              <a:ext uri="{FF2B5EF4-FFF2-40B4-BE49-F238E27FC236}">
                <a16:creationId xmlns:a16="http://schemas.microsoft.com/office/drawing/2014/main" id="{4FEA885A-8F32-F343-E219-204D3346F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6729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43EF9B-35FD-E40C-FC03-898DB9B40D2E}"/>
              </a:ext>
            </a:extLst>
          </p:cNvPr>
          <p:cNvSpPr>
            <a:spLocks noGrp="1"/>
          </p:cNvSpPr>
          <p:nvPr>
            <p:ph type="title"/>
          </p:nvPr>
        </p:nvSpPr>
        <p:spPr>
          <a:xfrm>
            <a:off x="686834" y="1153572"/>
            <a:ext cx="3200400" cy="4461163"/>
          </a:xfrm>
        </p:spPr>
        <p:txBody>
          <a:bodyPr>
            <a:normAutofit/>
          </a:bodyPr>
          <a:lstStyle/>
          <a:p>
            <a:r>
              <a:rPr lang="es-ES">
                <a:solidFill>
                  <a:srgbClr val="FFFFFF"/>
                </a:solidFill>
              </a:rPr>
              <a:t>Importante</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A484E44-A64E-EA0E-0211-B7D80CD5B96A}"/>
              </a:ext>
            </a:extLst>
          </p:cNvPr>
          <p:cNvSpPr>
            <a:spLocks noGrp="1"/>
          </p:cNvSpPr>
          <p:nvPr>
            <p:ph idx="1"/>
          </p:nvPr>
        </p:nvSpPr>
        <p:spPr>
          <a:xfrm>
            <a:off x="4447308" y="591344"/>
            <a:ext cx="6906491" cy="5585619"/>
          </a:xfrm>
        </p:spPr>
        <p:txBody>
          <a:bodyPr anchor="ctr">
            <a:normAutofit/>
          </a:bodyPr>
          <a:lstStyle/>
          <a:p>
            <a:r>
              <a:rPr lang="es-ES" sz="2200"/>
              <a:t>1º</a:t>
            </a:r>
            <a:r>
              <a:rPr lang="es-ES" sz="2200">
                <a:effectLst/>
                <a:latin typeface="Calibri" panose="020F0502020204030204" pitchFamily="34" charset="0"/>
                <a:ea typeface="Calibri" panose="020F0502020204030204" pitchFamily="34" charset="0"/>
              </a:rPr>
              <a:t>En el caso del contenedor principal </a:t>
            </a:r>
            <a:r>
              <a:rPr lang="es-ES" sz="2200" b="1">
                <a:effectLst/>
                <a:latin typeface="Calibri" panose="020F0502020204030204" pitchFamily="34" charset="0"/>
                <a:ea typeface="Calibri" panose="020F0502020204030204" pitchFamily="34" charset="0"/>
              </a:rPr>
              <a:t>JFrame</a:t>
            </a:r>
            <a:r>
              <a:rPr lang="es-ES" sz="2200">
                <a:effectLst/>
                <a:latin typeface="Calibri" panose="020F0502020204030204" pitchFamily="34" charset="0"/>
                <a:ea typeface="Calibri" panose="020F0502020204030204" pitchFamily="34" charset="0"/>
              </a:rPr>
              <a:t> es necesario configurar que cuando se pulse en el botón de cierre de ventana desde su marco de ventana acabe matando al proceso de la aplicación:</a:t>
            </a:r>
          </a:p>
          <a:p>
            <a:r>
              <a:rPr lang="en-GB" sz="2200" b="1" err="1">
                <a:effectLst/>
                <a:latin typeface="Calibri" panose="020F0502020204030204" pitchFamily="34" charset="0"/>
                <a:ea typeface="Calibri" panose="020F0502020204030204" pitchFamily="34" charset="0"/>
              </a:rPr>
              <a:t>frame.setDefaultCloseOperation</a:t>
            </a:r>
            <a:r>
              <a:rPr lang="en-GB" sz="2200" b="1">
                <a:effectLst/>
                <a:latin typeface="Calibri" panose="020F0502020204030204" pitchFamily="34" charset="0"/>
                <a:ea typeface="Calibri" panose="020F0502020204030204" pitchFamily="34" charset="0"/>
              </a:rPr>
              <a:t>(</a:t>
            </a:r>
            <a:r>
              <a:rPr lang="en-GB" sz="2200" b="1" err="1">
                <a:effectLst/>
                <a:latin typeface="Calibri" panose="020F0502020204030204" pitchFamily="34" charset="0"/>
                <a:ea typeface="Calibri" panose="020F0502020204030204" pitchFamily="34" charset="0"/>
              </a:rPr>
              <a:t>JFrame.EXIT_ON_CLOSE</a:t>
            </a:r>
            <a:r>
              <a:rPr lang="en-GB" sz="2200" b="1">
                <a:effectLst/>
                <a:latin typeface="Calibri" panose="020F0502020204030204" pitchFamily="34" charset="0"/>
                <a:ea typeface="Calibri" panose="020F0502020204030204" pitchFamily="34" charset="0"/>
              </a:rPr>
              <a:t>); </a:t>
            </a:r>
            <a:endParaRPr lang="es-ES" sz="2200">
              <a:effectLst/>
              <a:latin typeface="Calibri" panose="020F0502020204030204" pitchFamily="34" charset="0"/>
              <a:ea typeface="Calibri" panose="020F0502020204030204" pitchFamily="34" charset="0"/>
            </a:endParaRPr>
          </a:p>
          <a:p>
            <a:pPr marL="0" indent="0">
              <a:buNone/>
            </a:pPr>
            <a:r>
              <a:rPr lang="es-ES" sz="2200" err="1">
                <a:latin typeface="Calibri" panose="020F0502020204030204" pitchFamily="34" charset="0"/>
                <a:ea typeface="Calibri" panose="020F0502020204030204" pitchFamily="34" charset="0"/>
              </a:rPr>
              <a:t>Frame</a:t>
            </a:r>
            <a:r>
              <a:rPr lang="es-ES" sz="2200">
                <a:latin typeface="Calibri" panose="020F0502020204030204" pitchFamily="34" charset="0"/>
                <a:ea typeface="Calibri" panose="020F0502020204030204" pitchFamily="34" charset="0"/>
              </a:rPr>
              <a:t> sería en este caso una variable de tipo </a:t>
            </a:r>
            <a:r>
              <a:rPr lang="es-ES" sz="2200" err="1">
                <a:latin typeface="Calibri" panose="020F0502020204030204" pitchFamily="34" charset="0"/>
                <a:ea typeface="Calibri" panose="020F0502020204030204" pitchFamily="34" charset="0"/>
              </a:rPr>
              <a:t>Jframe</a:t>
            </a:r>
            <a:endParaRPr lang="es-ES" sz="2200">
              <a:latin typeface="Calibri" panose="020F0502020204030204" pitchFamily="34" charset="0"/>
              <a:ea typeface="Calibri" panose="020F0502020204030204" pitchFamily="34" charset="0"/>
            </a:endParaRPr>
          </a:p>
          <a:p>
            <a:r>
              <a:rPr lang="es-ES" sz="2200">
                <a:latin typeface="Calibri" panose="020F0502020204030204" pitchFamily="34" charset="0"/>
                <a:ea typeface="Calibri" panose="020F0502020204030204" pitchFamily="34" charset="0"/>
              </a:rPr>
              <a:t>2º el ´método pack() se usa para ajustar el tamaño de la ventana al contenido de la misma. Por ejemplo si hemos usado un tamaño preferido con </a:t>
            </a:r>
            <a:r>
              <a:rPr lang="es-ES" sz="2200" err="1">
                <a:latin typeface="Calibri" panose="020F0502020204030204" pitchFamily="34" charset="0"/>
                <a:ea typeface="Calibri" panose="020F0502020204030204" pitchFamily="34" charset="0"/>
              </a:rPr>
              <a:t>setPreferredSize</a:t>
            </a:r>
            <a:r>
              <a:rPr lang="es-ES" sz="2200">
                <a:latin typeface="Calibri" panose="020F0502020204030204" pitchFamily="34" charset="0"/>
                <a:ea typeface="Calibri" panose="020F0502020204030204" pitchFamily="34" charset="0"/>
              </a:rPr>
              <a:t>.</a:t>
            </a:r>
          </a:p>
          <a:p>
            <a:r>
              <a:rPr lang="es-ES" sz="2200">
                <a:latin typeface="Calibri" panose="020F0502020204030204" pitchFamily="34" charset="0"/>
                <a:ea typeface="Calibri" panose="020F0502020204030204" pitchFamily="34" charset="0"/>
              </a:rPr>
              <a:t>3º Podemos configurar las coordenadas de la ventana usando el método </a:t>
            </a:r>
            <a:r>
              <a:rPr lang="es-ES" sz="2200" b="1" err="1">
                <a:latin typeface="Calibri" panose="020F0502020204030204" pitchFamily="34" charset="0"/>
                <a:ea typeface="Calibri" panose="020F0502020204030204" pitchFamily="34" charset="0"/>
              </a:rPr>
              <a:t>setlocation</a:t>
            </a:r>
            <a:r>
              <a:rPr lang="es-ES" sz="2200" b="1">
                <a:latin typeface="Calibri" panose="020F0502020204030204" pitchFamily="34" charset="0"/>
                <a:ea typeface="Calibri" panose="020F0502020204030204" pitchFamily="34" charset="0"/>
              </a:rPr>
              <a:t>(</a:t>
            </a:r>
            <a:r>
              <a:rPr lang="es-ES" sz="2200" b="1" err="1">
                <a:latin typeface="Calibri" panose="020F0502020204030204" pitchFamily="34" charset="0"/>
                <a:ea typeface="Calibri" panose="020F0502020204030204" pitchFamily="34" charset="0"/>
              </a:rPr>
              <a:t>x,y</a:t>
            </a:r>
            <a:r>
              <a:rPr lang="es-ES" sz="2200" b="1">
                <a:latin typeface="Calibri" panose="020F0502020204030204" pitchFamily="34" charset="0"/>
                <a:ea typeface="Calibri" panose="020F0502020204030204" pitchFamily="34" charset="0"/>
              </a:rPr>
              <a:t>), </a:t>
            </a:r>
            <a:r>
              <a:rPr lang="es-ES" sz="2200">
                <a:latin typeface="Calibri" panose="020F0502020204030204" pitchFamily="34" charset="0"/>
                <a:ea typeface="Calibri" panose="020F0502020204030204" pitchFamily="34" charset="0"/>
              </a:rPr>
              <a:t>en donde las posiciones 0,0, corresponden a la esquina superior izquierda.</a:t>
            </a:r>
          </a:p>
          <a:p>
            <a:pPr marL="0" indent="0">
              <a:buNone/>
            </a:pPr>
            <a:r>
              <a:rPr lang="es-ES" sz="2200">
                <a:effectLst/>
                <a:latin typeface="Calibri" panose="020F0502020204030204" pitchFamily="34" charset="0"/>
                <a:ea typeface="Calibri" panose="020F0502020204030204" pitchFamily="34" charset="0"/>
              </a:rPr>
              <a:t> </a:t>
            </a:r>
            <a:endParaRPr lang="es-ES" sz="2200"/>
          </a:p>
        </p:txBody>
      </p:sp>
      <p:pic>
        <p:nvPicPr>
          <p:cNvPr id="4" name="Picture 4" descr="CENEC Málaga | Málaga">
            <a:extLst>
              <a:ext uri="{FF2B5EF4-FFF2-40B4-BE49-F238E27FC236}">
                <a16:creationId xmlns:a16="http://schemas.microsoft.com/office/drawing/2014/main" id="{49157211-C159-54E0-7C16-C357F7C86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7" y="5786437"/>
            <a:ext cx="1071563" cy="107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4328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28F226A-6B02-6CD1-10A4-F6D95860934F}"/>
              </a:ext>
            </a:extLst>
          </p:cNvPr>
          <p:cNvSpPr>
            <a:spLocks noGrp="1"/>
          </p:cNvSpPr>
          <p:nvPr>
            <p:ph type="title"/>
          </p:nvPr>
        </p:nvSpPr>
        <p:spPr>
          <a:xfrm>
            <a:off x="1289305" y="3415754"/>
            <a:ext cx="9471956" cy="1137111"/>
          </a:xfrm>
        </p:spPr>
        <p:txBody>
          <a:bodyPr>
            <a:normAutofit/>
          </a:bodyPr>
          <a:lstStyle/>
          <a:p>
            <a:r>
              <a:rPr lang="es-ES" sz="5400"/>
              <a:t>Ejercicio</a:t>
            </a:r>
          </a:p>
        </p:txBody>
      </p:sp>
      <p:pic>
        <p:nvPicPr>
          <p:cNvPr id="7" name="Imagen 6">
            <a:extLst>
              <a:ext uri="{FF2B5EF4-FFF2-40B4-BE49-F238E27FC236}">
                <a16:creationId xmlns:a16="http://schemas.microsoft.com/office/drawing/2014/main" id="{99107D73-134B-2EED-7CBC-D94DE9F1580B}"/>
              </a:ext>
            </a:extLst>
          </p:cNvPr>
          <p:cNvPicPr>
            <a:picLocks noChangeAspect="1"/>
          </p:cNvPicPr>
          <p:nvPr/>
        </p:nvPicPr>
        <p:blipFill>
          <a:blip r:embed="rId2"/>
          <a:stretch>
            <a:fillRect/>
          </a:stretch>
        </p:blipFill>
        <p:spPr>
          <a:xfrm>
            <a:off x="1289304" y="1647546"/>
            <a:ext cx="7745969" cy="1118313"/>
          </a:xfrm>
          <a:prstGeom prst="rect">
            <a:avLst/>
          </a:prstGeom>
        </p:spPr>
      </p:pic>
      <p:sp>
        <p:nvSpPr>
          <p:cNvPr id="3" name="Marcador de contenido 2">
            <a:extLst>
              <a:ext uri="{FF2B5EF4-FFF2-40B4-BE49-F238E27FC236}">
                <a16:creationId xmlns:a16="http://schemas.microsoft.com/office/drawing/2014/main" id="{3357B347-3037-6C6F-8FF8-1E56774B59D0}"/>
              </a:ext>
            </a:extLst>
          </p:cNvPr>
          <p:cNvSpPr>
            <a:spLocks noGrp="1"/>
          </p:cNvSpPr>
          <p:nvPr>
            <p:ph idx="1"/>
          </p:nvPr>
        </p:nvSpPr>
        <p:spPr>
          <a:xfrm>
            <a:off x="1289304" y="4612943"/>
            <a:ext cx="7745969" cy="1408222"/>
          </a:xfrm>
        </p:spPr>
        <p:txBody>
          <a:bodyPr anchor="t">
            <a:normAutofit/>
          </a:bodyPr>
          <a:lstStyle/>
          <a:p>
            <a:r>
              <a:rPr lang="es-ES" sz="2000"/>
              <a:t>Crea una ventana con cuatro botones, la ventana tendrá que estar en el centro, y cada botón se llamara derecha, izquierda, arriba y abajo</a:t>
            </a:r>
          </a:p>
          <a:p>
            <a:r>
              <a:rPr lang="es-ES" sz="2000"/>
              <a:t>Cada botón al pulsarlo pondrá la ventana en diferentes localizaciones.</a:t>
            </a:r>
          </a:p>
          <a:p>
            <a:endParaRPr lang="es-ES" sz="2000"/>
          </a:p>
        </p:txBody>
      </p:sp>
      <p:pic>
        <p:nvPicPr>
          <p:cNvPr id="4" name="Picture 4" descr="CENEC Málaga | Málaga">
            <a:extLst>
              <a:ext uri="{FF2B5EF4-FFF2-40B4-BE49-F238E27FC236}">
                <a16:creationId xmlns:a16="http://schemas.microsoft.com/office/drawing/2014/main" id="{F07D4466-0371-F128-73A7-F57CC02DF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9525" y="6193155"/>
            <a:ext cx="664845" cy="66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620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29E3D6F-1E9B-6297-003E-B661AD781F01}"/>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b="1" kern="1200" err="1">
                <a:solidFill>
                  <a:schemeClr val="tx1"/>
                </a:solidFill>
                <a:effectLst/>
                <a:latin typeface="+mj-lt"/>
                <a:ea typeface="+mj-ea"/>
                <a:cs typeface="+mj-cs"/>
              </a:rPr>
              <a:t>Diálogos</a:t>
            </a:r>
            <a:r>
              <a:rPr lang="en-US" sz="4800" b="1" kern="1200">
                <a:solidFill>
                  <a:schemeClr val="tx1"/>
                </a:solidFill>
                <a:effectLst/>
                <a:latin typeface="+mj-lt"/>
                <a:ea typeface="+mj-ea"/>
                <a:cs typeface="+mj-cs"/>
              </a:rPr>
              <a:t> </a:t>
            </a:r>
            <a:r>
              <a:rPr lang="en-US" sz="4800" b="1" kern="1200" err="1">
                <a:solidFill>
                  <a:schemeClr val="tx1"/>
                </a:solidFill>
                <a:effectLst/>
                <a:latin typeface="+mj-lt"/>
                <a:ea typeface="+mj-ea"/>
                <a:cs typeface="+mj-cs"/>
              </a:rPr>
              <a:t>modales</a:t>
            </a:r>
            <a:r>
              <a:rPr lang="en-US" sz="4800" b="1" kern="1200">
                <a:solidFill>
                  <a:schemeClr val="tx1"/>
                </a:solidFill>
                <a:effectLst/>
                <a:latin typeface="+mj-lt"/>
                <a:ea typeface="+mj-ea"/>
                <a:cs typeface="+mj-cs"/>
              </a:rPr>
              <a:t> y no </a:t>
            </a:r>
            <a:r>
              <a:rPr lang="en-US" sz="4800" b="1" kern="1200" err="1">
                <a:solidFill>
                  <a:schemeClr val="tx1"/>
                </a:solidFill>
                <a:effectLst/>
                <a:latin typeface="+mj-lt"/>
                <a:ea typeface="+mj-ea"/>
                <a:cs typeface="+mj-cs"/>
              </a:rPr>
              <a:t>modales</a:t>
            </a:r>
            <a:br>
              <a:rPr lang="en-US" sz="4800" kern="1200">
                <a:solidFill>
                  <a:schemeClr val="tx1"/>
                </a:solidFill>
                <a:effectLst/>
                <a:latin typeface="+mj-lt"/>
                <a:ea typeface="+mj-ea"/>
                <a:cs typeface="+mj-cs"/>
              </a:rPr>
            </a:br>
            <a:endParaRPr lang="en-US" sz="4800" kern="1200">
              <a:solidFill>
                <a:schemeClr val="tx1"/>
              </a:solidFill>
              <a:latin typeface="+mj-lt"/>
              <a:ea typeface="+mj-ea"/>
              <a:cs typeface="+mj-cs"/>
            </a:endParaRPr>
          </a:p>
        </p:txBody>
      </p:sp>
      <p:pic>
        <p:nvPicPr>
          <p:cNvPr id="7" name="Graphic 6" descr="Right Double Quote">
            <a:extLst>
              <a:ext uri="{FF2B5EF4-FFF2-40B4-BE49-F238E27FC236}">
                <a16:creationId xmlns:a16="http://schemas.microsoft.com/office/drawing/2014/main" id="{1501051B-5C76-0BE4-DB3D-ADC66D1E92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1309288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929E068-CFD7-226D-134A-6397A0534335}"/>
              </a:ext>
            </a:extLst>
          </p:cNvPr>
          <p:cNvSpPr>
            <a:spLocks noGrp="1"/>
          </p:cNvSpPr>
          <p:nvPr>
            <p:ph idx="1"/>
          </p:nvPr>
        </p:nvSpPr>
        <p:spPr>
          <a:xfrm>
            <a:off x="4447308" y="591344"/>
            <a:ext cx="6906491" cy="5585619"/>
          </a:xfrm>
        </p:spPr>
        <p:txBody>
          <a:bodyPr anchor="ctr">
            <a:normAutofit/>
          </a:bodyPr>
          <a:lstStyle/>
          <a:p>
            <a:r>
              <a:rPr lang="es-ES" sz="1300"/>
              <a:t>Un diálogo modal es una ventana que bloquea la interacción con la ventana principal (y otras ventanas de la aplicación) hasta que el diálogo sea cerrado. Mientras el diálogo modal esté abierto, el usuario no puede interactuar con ninguna otra parte de la aplicación</a:t>
            </a:r>
          </a:p>
          <a:p>
            <a:pPr marL="342900" lvl="0" indent="-342900">
              <a:spcAft>
                <a:spcPts val="600"/>
              </a:spcAft>
              <a:buSzPts val="1000"/>
              <a:buFont typeface="Symbol" panose="05050102010706020507" pitchFamily="18" charset="2"/>
              <a:buChar char=""/>
              <a:tabLst>
                <a:tab pos="4572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Ejemplo en Java (Swing):</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JOptionPane.showMessageDialog</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"Este es un diálogo modal", "Diálogo Modal", </a:t>
            </a: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JOptionPane.INFORMATION_MESSAGE</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3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457200">
              <a:spcAft>
                <a:spcPts val="600"/>
              </a:spcAft>
            </a:pPr>
            <a:r>
              <a:rPr lang="es-ES" sz="1300" kern="100">
                <a:effectLst/>
                <a:latin typeface="Verdana" panose="020B0604030504040204" pitchFamily="34" charset="0"/>
                <a:ea typeface="Aptos" panose="020B0004020202020204" pitchFamily="34" charset="0"/>
                <a:cs typeface="Times New Roman" panose="02020603050405020304" pitchFamily="18" charset="0"/>
              </a:rPr>
              <a:t>En este ejemplo, se crea un cuadro de diálogo modal utilizando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JOptionPane</a:t>
            </a:r>
            <a:r>
              <a:rPr lang="es-ES" sz="1300" kern="100">
                <a:effectLst/>
                <a:latin typeface="Verdana" panose="020B0604030504040204" pitchFamily="34" charset="0"/>
                <a:ea typeface="Aptos" panose="020B0004020202020204" pitchFamily="34" charset="0"/>
                <a:cs typeface="Times New Roman" panose="02020603050405020304" pitchFamily="18" charset="0"/>
              </a:rPr>
              <a:t>. Este diálogo bloqueará la ventana principal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frame</a:t>
            </a:r>
            <a:r>
              <a:rPr lang="es-ES" sz="1300" kern="100">
                <a:effectLst/>
                <a:latin typeface="Verdana" panose="020B0604030504040204" pitchFamily="34" charset="0"/>
                <a:ea typeface="Aptos" panose="020B0004020202020204" pitchFamily="34" charset="0"/>
                <a:cs typeface="Times New Roman" panose="02020603050405020304" pitchFamily="18" charset="0"/>
              </a:rPr>
              <a:t>) hasta que el usuario cierre el diálogo.</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457200">
              <a:spcAft>
                <a:spcPts val="600"/>
              </a:spcAft>
            </a:pPr>
            <a:r>
              <a:rPr lang="es-ES" sz="1300" kern="100">
                <a:effectLst/>
                <a:latin typeface="Verdana" panose="020B0604030504040204" pitchFamily="34" charset="0"/>
                <a:ea typeface="Aptos" panose="020B0004020202020204" pitchFamily="34" charset="0"/>
                <a:cs typeface="Times New Roman" panose="02020603050405020304" pitchFamily="18" charset="0"/>
              </a:rPr>
              <a:t> </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Aft>
                <a:spcPts val="600"/>
              </a:spcAft>
              <a:buSzPts val="1000"/>
              <a:buFont typeface="Symbol" panose="05050102010706020507" pitchFamily="18" charset="2"/>
              <a:buChar char=""/>
              <a:tabLst>
                <a:tab pos="457200" algn="l"/>
              </a:tabLst>
            </a:pPr>
            <a:r>
              <a:rPr lang="es-ES" sz="1300" b="1" kern="100">
                <a:effectLst/>
                <a:latin typeface="Verdana" panose="020B0604030504040204" pitchFamily="34" charset="0"/>
                <a:ea typeface="Aptos" panose="020B0004020202020204" pitchFamily="34" charset="0"/>
                <a:cs typeface="Times New Roman" panose="02020603050405020304" pitchFamily="18" charset="0"/>
              </a:rPr>
              <a:t>Creación Manual de un </a:t>
            </a:r>
            <a:r>
              <a:rPr lang="es-ES" sz="1300" b="1" kern="100" err="1">
                <a:effectLst/>
                <a:latin typeface="Verdana" panose="020B0604030504040204" pitchFamily="34" charset="0"/>
                <a:ea typeface="Aptos" panose="020B0004020202020204" pitchFamily="34" charset="0"/>
                <a:cs typeface="Times New Roman" panose="02020603050405020304" pitchFamily="18" charset="0"/>
              </a:rPr>
              <a:t>JDialog</a:t>
            </a:r>
            <a:r>
              <a:rPr lang="es-ES" sz="1300" b="1" kern="100">
                <a:effectLst/>
                <a:latin typeface="Verdana" panose="020B0604030504040204" pitchFamily="34" charset="0"/>
                <a:ea typeface="Aptos" panose="020B0004020202020204" pitchFamily="34" charset="0"/>
                <a:cs typeface="Times New Roman" panose="02020603050405020304" pitchFamily="18" charset="0"/>
              </a:rPr>
              <a:t> Modal:</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"Diálogo Modal", true);  // 'true' indica que es modal</a:t>
            </a:r>
            <a:endParaRPr lang="es-ES" sz="13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n-GB"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dialog.setSize</a:t>
            </a:r>
            <a:r>
              <a:rPr lang="en-GB"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13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n-GB"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dialog.setDefaultCloseOperation</a:t>
            </a:r>
            <a:r>
              <a:rPr lang="en-GB"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JDialog.DISPOSE_ON_CLOSE</a:t>
            </a:r>
            <a:r>
              <a:rPr lang="en-GB"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3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s-ES" sz="13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dialog.setVisible</a:t>
            </a:r>
            <a:r>
              <a:rPr lang="es-ES" sz="13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13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457200">
              <a:spcAft>
                <a:spcPts val="600"/>
              </a:spcAft>
            </a:pPr>
            <a:r>
              <a:rPr lang="es-ES" sz="1300" kern="100">
                <a:effectLst/>
                <a:latin typeface="Verdana" panose="020B0604030504040204" pitchFamily="34" charset="0"/>
                <a:ea typeface="Aptos" panose="020B0004020202020204" pitchFamily="34" charset="0"/>
                <a:cs typeface="Times New Roman" panose="02020603050405020304" pitchFamily="18" charset="0"/>
              </a:rPr>
              <a:t>Aquí, true en el constructor de </a:t>
            </a:r>
            <a:r>
              <a:rPr lang="es-ES" sz="1300" kern="100" err="1">
                <a:effectLst/>
                <a:latin typeface="Verdana" panose="020B0604030504040204" pitchFamily="34" charset="0"/>
                <a:ea typeface="Aptos" panose="020B0004020202020204" pitchFamily="34" charset="0"/>
                <a:cs typeface="Times New Roman" panose="02020603050405020304" pitchFamily="18" charset="0"/>
              </a:rPr>
              <a:t>JDialog</a:t>
            </a:r>
            <a:r>
              <a:rPr lang="es-ES" sz="1300" kern="100">
                <a:effectLst/>
                <a:latin typeface="Verdana" panose="020B0604030504040204" pitchFamily="34" charset="0"/>
                <a:ea typeface="Aptos" panose="020B0004020202020204" pitchFamily="34" charset="0"/>
                <a:cs typeface="Times New Roman" panose="02020603050405020304" pitchFamily="18" charset="0"/>
              </a:rPr>
              <a:t> especifica que el diálogo es modal.</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pPr marL="457200">
              <a:spcAft>
                <a:spcPts val="600"/>
              </a:spcAft>
            </a:pPr>
            <a:r>
              <a:rPr lang="es-ES" sz="1300" kern="100">
                <a:effectLst/>
                <a:latin typeface="Verdana" panose="020B0604030504040204" pitchFamily="34" charset="0"/>
                <a:ea typeface="Aptos" panose="020B0004020202020204" pitchFamily="34" charset="0"/>
                <a:cs typeface="Times New Roman" panose="02020603050405020304" pitchFamily="18" charset="0"/>
              </a:rPr>
              <a:t> </a:t>
            </a:r>
            <a:endParaRPr lang="es-ES" sz="13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1300"/>
          </a:p>
        </p:txBody>
      </p:sp>
    </p:spTree>
    <p:extLst>
      <p:ext uri="{BB962C8B-B14F-4D97-AF65-F5344CB8AC3E}">
        <p14:creationId xmlns:p14="http://schemas.microsoft.com/office/powerpoint/2010/main" val="28058786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370E14E-818B-8535-58EA-610B5A546723}"/>
              </a:ext>
            </a:extLst>
          </p:cNvPr>
          <p:cNvSpPr>
            <a:spLocks noGrp="1"/>
          </p:cNvSpPr>
          <p:nvPr>
            <p:ph idx="1"/>
          </p:nvPr>
        </p:nvSpPr>
        <p:spPr>
          <a:xfrm>
            <a:off x="4447308" y="591344"/>
            <a:ext cx="6906491" cy="5585619"/>
          </a:xfrm>
        </p:spPr>
        <p:txBody>
          <a:bodyPr anchor="ctr">
            <a:normAutofit/>
          </a:bodyPr>
          <a:lstStyle/>
          <a:p>
            <a:r>
              <a:rPr lang="es-ES" sz="2400" b="1" kern="100">
                <a:effectLst/>
                <a:highlight>
                  <a:srgbClr val="B3E5A1"/>
                </a:highlight>
                <a:latin typeface="Verdana" panose="020B0604030504040204" pitchFamily="34" charset="0"/>
                <a:ea typeface="Aptos" panose="020B0004020202020204" pitchFamily="34" charset="0"/>
                <a:cs typeface="Times New Roman" panose="02020603050405020304" pitchFamily="18" charset="0"/>
              </a:rPr>
              <a:t>Diálogos No Modales</a:t>
            </a:r>
          </a:p>
          <a:p>
            <a:pPr lvl="0"/>
            <a:r>
              <a:rPr lang="es-ES" sz="2400"/>
              <a:t>Interacción Paralela: El usuario puede continuar trabajando en la ventana principal o en otras partes de la aplicación </a:t>
            </a:r>
          </a:p>
          <a:p>
            <a:pPr>
              <a:spcAft>
                <a:spcPts val="600"/>
              </a:spcAft>
            </a:pPr>
            <a:r>
              <a:rPr lang="es-ES"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a:t>
            </a:r>
            <a:r>
              <a:rPr lang="es-ES"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a:t>
            </a:r>
            <a:r>
              <a:rPr lang="es-ES"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s-ES"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a:t>
            </a:r>
            <a:r>
              <a:rPr lang="es-ES"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s-ES"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t>
            </a:r>
            <a:r>
              <a:rPr lang="es-ES"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"Diálogo No Modal", false);  // 'false' indica que es no modal</a:t>
            </a:r>
            <a:endParaRPr lang="es-ES" sz="2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n-GB"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dialog.setSize</a:t>
            </a:r>
            <a:r>
              <a:rPr lang="en-GB"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2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n-GB"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dialog.setDefaultCloseOperation</a:t>
            </a:r>
            <a:r>
              <a:rPr lang="en-GB"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JDialog.DISPOSE_ON_CLOSE</a:t>
            </a:r>
            <a:r>
              <a:rPr lang="en-GB"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2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Aft>
                <a:spcPts val="600"/>
              </a:spcAft>
            </a:pPr>
            <a:r>
              <a:rPr lang="es-ES" sz="2400" kern="100" err="1">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dialog.setVisible</a:t>
            </a:r>
            <a:r>
              <a:rPr lang="es-ES" sz="2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24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457200">
              <a:spcAft>
                <a:spcPts val="600"/>
              </a:spcAft>
            </a:pPr>
            <a:r>
              <a:rPr lang="es-ES" sz="2400" kern="100">
                <a:effectLst/>
                <a:latin typeface="Verdana" panose="020B0604030504040204" pitchFamily="34" charset="0"/>
                <a:ea typeface="Aptos" panose="020B0004020202020204" pitchFamily="34" charset="0"/>
                <a:cs typeface="Times New Roman" panose="02020603050405020304" pitchFamily="18" charset="0"/>
              </a:rPr>
              <a:t>Aquí, false en el constructor de </a:t>
            </a:r>
            <a:r>
              <a:rPr lang="es-ES" sz="2400" kern="100" err="1">
                <a:effectLst/>
                <a:latin typeface="Verdana" panose="020B0604030504040204" pitchFamily="34" charset="0"/>
                <a:ea typeface="Aptos" panose="020B0004020202020204" pitchFamily="34" charset="0"/>
                <a:cs typeface="Times New Roman" panose="02020603050405020304" pitchFamily="18" charset="0"/>
              </a:rPr>
              <a:t>JDialog</a:t>
            </a:r>
            <a:r>
              <a:rPr lang="es-ES" sz="2400" kern="100">
                <a:effectLst/>
                <a:latin typeface="Verdana" panose="020B0604030504040204" pitchFamily="34" charset="0"/>
                <a:ea typeface="Aptos" panose="020B0004020202020204" pitchFamily="34" charset="0"/>
                <a:cs typeface="Times New Roman" panose="02020603050405020304" pitchFamily="18" charset="0"/>
              </a:rPr>
              <a:t> especifica que el diálogo es no modal.</a:t>
            </a:r>
            <a:endParaRPr lang="es-ES" sz="2400" kern="100">
              <a:effectLst/>
              <a:latin typeface="Aptos" panose="020B0004020202020204" pitchFamily="34" charset="0"/>
              <a:ea typeface="Aptos" panose="020B0004020202020204" pitchFamily="34" charset="0"/>
              <a:cs typeface="Times New Roman" panose="02020603050405020304" pitchFamily="18" charset="0"/>
            </a:endParaRPr>
          </a:p>
          <a:p>
            <a:pPr lvl="0"/>
            <a:endParaRPr lang="es-ES" sz="2400"/>
          </a:p>
          <a:p>
            <a:endParaRPr lang="es-ES" sz="2400"/>
          </a:p>
        </p:txBody>
      </p:sp>
    </p:spTree>
    <p:extLst>
      <p:ext uri="{BB962C8B-B14F-4D97-AF65-F5344CB8AC3E}">
        <p14:creationId xmlns:p14="http://schemas.microsoft.com/office/powerpoint/2010/main" val="42594408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204D00-C69E-C96F-9CBB-78F4089EA9AC}"/>
              </a:ext>
            </a:extLst>
          </p:cNvPr>
          <p:cNvSpPr>
            <a:spLocks noGrp="1"/>
          </p:cNvSpPr>
          <p:nvPr>
            <p:ph type="title"/>
          </p:nvPr>
        </p:nvSpPr>
        <p:spPr>
          <a:xfrm>
            <a:off x="495300" y="1"/>
            <a:ext cx="10515600" cy="762000"/>
          </a:xfrm>
        </p:spPr>
        <p:txBody>
          <a:bodyPr>
            <a:normAutofit/>
          </a:bodyPr>
          <a:lstStyle/>
          <a:p>
            <a:r>
              <a:rPr lang="es-ES" sz="3200"/>
              <a:t>CLASE JDIALOG</a:t>
            </a:r>
          </a:p>
        </p:txBody>
      </p:sp>
      <p:sp>
        <p:nvSpPr>
          <p:cNvPr id="3" name="Marcador de contenido 2">
            <a:extLst>
              <a:ext uri="{FF2B5EF4-FFF2-40B4-BE49-F238E27FC236}">
                <a16:creationId xmlns:a16="http://schemas.microsoft.com/office/drawing/2014/main" id="{C25E5E47-84E5-F554-2AF8-9122FA2D3723}"/>
              </a:ext>
            </a:extLst>
          </p:cNvPr>
          <p:cNvSpPr>
            <a:spLocks noGrp="1"/>
          </p:cNvSpPr>
          <p:nvPr>
            <p:ph idx="1"/>
          </p:nvPr>
        </p:nvSpPr>
        <p:spPr>
          <a:xfrm>
            <a:off x="276225" y="981074"/>
            <a:ext cx="11563350" cy="5457825"/>
          </a:xfrm>
        </p:spPr>
        <p:txBody>
          <a:bodyPr>
            <a:normAutofit/>
          </a:bodyPr>
          <a:lstStyle/>
          <a:p>
            <a:r>
              <a:rPr lang="es-ES" sz="3200">
                <a:solidFill>
                  <a:srgbClr val="000000"/>
                </a:solidFill>
                <a:effectLst/>
                <a:highlight>
                  <a:srgbClr val="FFFFFF"/>
                </a:highlight>
                <a:latin typeface="Calibri" panose="020F0502020204030204" pitchFamily="34" charset="0"/>
                <a:ea typeface="Calibri" panose="020F0502020204030204" pitchFamily="34" charset="0"/>
              </a:rPr>
              <a:t>La clase</a:t>
            </a:r>
            <a:r>
              <a:rPr lang="es-ES" sz="3200" b="1">
                <a:solidFill>
                  <a:srgbClr val="000000"/>
                </a:solidFill>
                <a:effectLst/>
                <a:highlight>
                  <a:srgbClr val="FFFFFF"/>
                </a:highlight>
                <a:latin typeface="Calibri" panose="020F0502020204030204" pitchFamily="34" charset="0"/>
                <a:ea typeface="Calibri" panose="020F0502020204030204" pitchFamily="34" charset="0"/>
              </a:rPr>
              <a:t> </a:t>
            </a:r>
            <a:r>
              <a:rPr lang="es-ES" sz="3200" b="1" err="1">
                <a:solidFill>
                  <a:srgbClr val="000000"/>
                </a:solidFill>
                <a:effectLst/>
                <a:highlight>
                  <a:srgbClr val="FFFFFF"/>
                </a:highlight>
                <a:latin typeface="Calibri" panose="020F0502020204030204" pitchFamily="34" charset="0"/>
                <a:ea typeface="Calibri" panose="020F0502020204030204" pitchFamily="34" charset="0"/>
              </a:rPr>
              <a:t>JDialog</a:t>
            </a:r>
            <a:r>
              <a:rPr lang="es-ES" sz="3200">
                <a:solidFill>
                  <a:srgbClr val="000000"/>
                </a:solidFill>
                <a:effectLst/>
                <a:highlight>
                  <a:srgbClr val="FFFFFF"/>
                </a:highlight>
                <a:latin typeface="Calibri" panose="020F0502020204030204" pitchFamily="34" charset="0"/>
                <a:ea typeface="Calibri" panose="020F0502020204030204" pitchFamily="34" charset="0"/>
              </a:rPr>
              <a:t> cuenta con los métodos </a:t>
            </a:r>
            <a:r>
              <a:rPr lang="es-ES" sz="3200" b="1" err="1">
                <a:solidFill>
                  <a:srgbClr val="000000"/>
                </a:solidFill>
                <a:effectLst/>
                <a:highlight>
                  <a:srgbClr val="FFFFFF"/>
                </a:highlight>
                <a:latin typeface="Calibri" panose="020F0502020204030204" pitchFamily="34" charset="0"/>
                <a:ea typeface="Calibri" panose="020F0502020204030204" pitchFamily="34" charset="0"/>
              </a:rPr>
              <a:t>setModalityType</a:t>
            </a:r>
            <a:r>
              <a:rPr lang="es-ES" sz="3200">
                <a:solidFill>
                  <a:srgbClr val="000000"/>
                </a:solidFill>
                <a:effectLst/>
                <a:highlight>
                  <a:srgbClr val="FFFFFF"/>
                </a:highlight>
                <a:latin typeface="Calibri" panose="020F0502020204030204" pitchFamily="34" charset="0"/>
                <a:ea typeface="Calibri" panose="020F0502020204030204" pitchFamily="34" charset="0"/>
              </a:rPr>
              <a:t> y </a:t>
            </a:r>
            <a:r>
              <a:rPr lang="es-ES" sz="3200" b="1" err="1">
                <a:solidFill>
                  <a:srgbClr val="000000"/>
                </a:solidFill>
                <a:effectLst/>
                <a:highlight>
                  <a:srgbClr val="FFFFFF"/>
                </a:highlight>
                <a:latin typeface="Calibri" panose="020F0502020204030204" pitchFamily="34" charset="0"/>
                <a:ea typeface="Calibri" panose="020F0502020204030204" pitchFamily="34" charset="0"/>
              </a:rPr>
              <a:t>setModalExclusionType</a:t>
            </a:r>
            <a:r>
              <a:rPr lang="es-ES" sz="3200" b="1">
                <a:solidFill>
                  <a:srgbClr val="000000"/>
                </a:solidFill>
                <a:effectLst/>
                <a:highlight>
                  <a:srgbClr val="FFFFFF"/>
                </a:highlight>
                <a:latin typeface="Calibri" panose="020F0502020204030204" pitchFamily="34" charset="0"/>
                <a:ea typeface="Calibri" panose="020F0502020204030204" pitchFamily="34" charset="0"/>
              </a:rPr>
              <a:t> </a:t>
            </a:r>
            <a:r>
              <a:rPr lang="es-ES" sz="3200">
                <a:solidFill>
                  <a:srgbClr val="000000"/>
                </a:solidFill>
                <a:effectLst/>
                <a:highlight>
                  <a:srgbClr val="FFFFFF"/>
                </a:highlight>
                <a:latin typeface="Calibri" panose="020F0502020204030204" pitchFamily="34" charset="0"/>
                <a:ea typeface="Calibri" panose="020F0502020204030204" pitchFamily="34" charset="0"/>
              </a:rPr>
              <a:t>para configurar la forma en la que se comportará la ventana secundaria modal con respecto a las demás ventanas teniendo en cuenta la configuración del propietario entre otras cosas. </a:t>
            </a:r>
          </a:p>
          <a:p>
            <a:r>
              <a:rPr lang="es-ES" sz="3200">
                <a:solidFill>
                  <a:srgbClr val="000000"/>
                </a:solidFill>
                <a:effectLst/>
                <a:highlight>
                  <a:srgbClr val="FFFFFF"/>
                </a:highlight>
                <a:latin typeface="Calibri" panose="020F0502020204030204" pitchFamily="34" charset="0"/>
                <a:ea typeface="Calibri" panose="020F0502020204030204" pitchFamily="34" charset="0"/>
              </a:rPr>
              <a:t>Estos métodos se les pasa un valor contenido en la </a:t>
            </a:r>
            <a:r>
              <a:rPr lang="es-ES" sz="3200" b="1">
                <a:solidFill>
                  <a:srgbClr val="000000"/>
                </a:solidFill>
                <a:effectLst/>
                <a:highlight>
                  <a:srgbClr val="FFFFFF"/>
                </a:highlight>
                <a:latin typeface="Calibri" panose="020F0502020204030204" pitchFamily="34" charset="0"/>
                <a:ea typeface="Calibri" panose="020F0502020204030204" pitchFamily="34" charset="0"/>
              </a:rPr>
              <a:t>clase enumerada </a:t>
            </a:r>
            <a:r>
              <a:rPr lang="es-ES" sz="3200" b="1" err="1">
                <a:solidFill>
                  <a:srgbClr val="000000"/>
                </a:solidFill>
                <a:effectLst/>
                <a:highlight>
                  <a:srgbClr val="FFFFFF"/>
                </a:highlight>
                <a:latin typeface="Calibri" panose="020F0502020204030204" pitchFamily="34" charset="0"/>
                <a:ea typeface="Calibri" panose="020F0502020204030204" pitchFamily="34" charset="0"/>
              </a:rPr>
              <a:t>ModalityType</a:t>
            </a:r>
            <a:r>
              <a:rPr lang="es-ES" sz="3200">
                <a:solidFill>
                  <a:srgbClr val="000000"/>
                </a:solidFill>
                <a:effectLst/>
                <a:highlight>
                  <a:srgbClr val="FFFFFF"/>
                </a:highlight>
                <a:latin typeface="Calibri" panose="020F0502020204030204" pitchFamily="34" charset="0"/>
                <a:ea typeface="Calibri" panose="020F0502020204030204" pitchFamily="34" charset="0"/>
              </a:rPr>
              <a:t> y </a:t>
            </a:r>
            <a:r>
              <a:rPr lang="es-ES" sz="3200" b="1" err="1">
                <a:solidFill>
                  <a:srgbClr val="000000"/>
                </a:solidFill>
                <a:effectLst/>
                <a:highlight>
                  <a:srgbClr val="FFFFFF"/>
                </a:highlight>
                <a:latin typeface="Calibri" panose="020F0502020204030204" pitchFamily="34" charset="0"/>
                <a:ea typeface="Calibri" panose="020F0502020204030204" pitchFamily="34" charset="0"/>
              </a:rPr>
              <a:t>ModalExclusionType</a:t>
            </a:r>
            <a:r>
              <a:rPr lang="es-ES" sz="3200" b="1">
                <a:solidFill>
                  <a:srgbClr val="000000"/>
                </a:solidFill>
                <a:effectLst/>
                <a:highlight>
                  <a:srgbClr val="FFFFFF"/>
                </a:highlight>
                <a:latin typeface="Calibri" panose="020F0502020204030204" pitchFamily="34" charset="0"/>
                <a:ea typeface="Calibri" panose="020F0502020204030204" pitchFamily="34" charset="0"/>
              </a:rPr>
              <a:t> </a:t>
            </a:r>
            <a:r>
              <a:rPr lang="es-ES" sz="3200">
                <a:solidFill>
                  <a:srgbClr val="000000"/>
                </a:solidFill>
                <a:effectLst/>
                <a:highlight>
                  <a:srgbClr val="FFFFFF"/>
                </a:highlight>
                <a:latin typeface="Calibri" panose="020F0502020204030204" pitchFamily="34" charset="0"/>
                <a:ea typeface="Calibri" panose="020F0502020204030204" pitchFamily="34" charset="0"/>
              </a:rPr>
              <a:t>respectivamente. Para saber qué configuración otorga cada valor de la </a:t>
            </a:r>
            <a:r>
              <a:rPr lang="es-ES" sz="3200" b="1">
                <a:solidFill>
                  <a:srgbClr val="000000"/>
                </a:solidFill>
                <a:effectLst/>
                <a:highlight>
                  <a:srgbClr val="FFFFFF"/>
                </a:highlight>
                <a:latin typeface="Calibri" panose="020F0502020204030204" pitchFamily="34" charset="0"/>
                <a:ea typeface="Calibri" panose="020F0502020204030204" pitchFamily="34" charset="0"/>
              </a:rPr>
              <a:t>clase enumerada</a:t>
            </a:r>
            <a:r>
              <a:rPr lang="es-ES" sz="3200">
                <a:solidFill>
                  <a:srgbClr val="000000"/>
                </a:solidFill>
                <a:effectLst/>
                <a:highlight>
                  <a:srgbClr val="FFFFFF"/>
                </a:highlight>
                <a:latin typeface="Calibri" panose="020F0502020204030204" pitchFamily="34" charset="0"/>
                <a:ea typeface="Calibri" panose="020F0502020204030204" pitchFamily="34" charset="0"/>
              </a:rPr>
              <a:t> consulte la </a:t>
            </a:r>
            <a:r>
              <a:rPr lang="es-ES" sz="3200" b="1">
                <a:solidFill>
                  <a:srgbClr val="000000"/>
                </a:solidFill>
                <a:effectLst/>
                <a:highlight>
                  <a:srgbClr val="FFFFFF"/>
                </a:highlight>
                <a:latin typeface="Calibri" panose="020F0502020204030204" pitchFamily="34" charset="0"/>
                <a:ea typeface="Calibri" panose="020F0502020204030204" pitchFamily="34" charset="0"/>
              </a:rPr>
              <a:t>API de Java</a:t>
            </a:r>
            <a:r>
              <a:rPr lang="es-ES" sz="3200">
                <a:solidFill>
                  <a:srgbClr val="000000"/>
                </a:solidFill>
                <a:effectLst/>
                <a:highlight>
                  <a:srgbClr val="FFFFFF"/>
                </a:highlight>
                <a:latin typeface="Calibri" panose="020F0502020204030204" pitchFamily="34" charset="0"/>
                <a:ea typeface="Calibri" panose="020F0502020204030204" pitchFamily="34" charset="0"/>
              </a:rPr>
              <a:t>.</a:t>
            </a:r>
            <a:endParaRPr lang="es-ES" sz="3200">
              <a:effectLst/>
              <a:latin typeface="Calibri" panose="020F0502020204030204" pitchFamily="34" charset="0"/>
              <a:ea typeface="Calibri" panose="020F0502020204030204" pitchFamily="34" charset="0"/>
            </a:endParaRPr>
          </a:p>
          <a:p>
            <a:endParaRPr lang="es-ES" sz="4400"/>
          </a:p>
        </p:txBody>
      </p:sp>
    </p:spTree>
    <p:extLst>
      <p:ext uri="{BB962C8B-B14F-4D97-AF65-F5344CB8AC3E}">
        <p14:creationId xmlns:p14="http://schemas.microsoft.com/office/powerpoint/2010/main" val="480384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8D2054-033E-CB62-EC53-CDC8FD6A2D6D}"/>
              </a:ext>
            </a:extLst>
          </p:cNvPr>
          <p:cNvSpPr>
            <a:spLocks noGrp="1"/>
          </p:cNvSpPr>
          <p:nvPr>
            <p:ph type="title"/>
          </p:nvPr>
        </p:nvSpPr>
        <p:spPr>
          <a:xfrm>
            <a:off x="1171074" y="1396686"/>
            <a:ext cx="3240506" cy="4064628"/>
          </a:xfrm>
        </p:spPr>
        <p:txBody>
          <a:bodyPr>
            <a:normAutofit/>
          </a:bodyPr>
          <a:lstStyle/>
          <a:p>
            <a:r>
              <a:rPr lang="es-ES">
                <a:solidFill>
                  <a:srgbClr val="FFFFFF"/>
                </a:solidFill>
                <a:effectLst/>
                <a:highlight>
                  <a:srgbClr val="FFFFFF"/>
                </a:highlight>
                <a:latin typeface="Calibri" panose="020F0502020204030204" pitchFamily="34" charset="0"/>
                <a:ea typeface="Calibri" panose="020F0502020204030204" pitchFamily="34" charset="0"/>
              </a:rPr>
              <a:t>La</a:t>
            </a:r>
            <a:r>
              <a:rPr lang="es-ES" b="1">
                <a:solidFill>
                  <a:srgbClr val="FFFFFF"/>
                </a:solidFill>
                <a:effectLst/>
                <a:highlight>
                  <a:srgbClr val="FFFFFF"/>
                </a:highlight>
                <a:latin typeface="Calibri" panose="020F0502020204030204" pitchFamily="34" charset="0"/>
                <a:ea typeface="Calibri" panose="020F0502020204030204" pitchFamily="34" charset="0"/>
              </a:rPr>
              <a:t> clase JFileChooser</a:t>
            </a:r>
            <a:r>
              <a:rPr lang="es-ES">
                <a:solidFill>
                  <a:srgbClr val="FFFFFF"/>
                </a:solidFill>
                <a:effectLst/>
                <a:highlight>
                  <a:srgbClr val="FFFFFF"/>
                </a:highlight>
                <a:latin typeface="Calibri" panose="020F0502020204030204" pitchFamily="34" charset="0"/>
                <a:ea typeface="Calibri" panose="020F0502020204030204" pitchFamily="34" charset="0"/>
              </a:rPr>
              <a:t> </a:t>
            </a:r>
            <a:endParaRPr lang="es-ES">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C3B0468D-5ADF-8E45-B98B-88BE1F0A8197}"/>
              </a:ext>
            </a:extLst>
          </p:cNvPr>
          <p:cNvSpPr>
            <a:spLocks noGrp="1"/>
          </p:cNvSpPr>
          <p:nvPr>
            <p:ph idx="1"/>
          </p:nvPr>
        </p:nvSpPr>
        <p:spPr>
          <a:xfrm>
            <a:off x="5370153" y="1526033"/>
            <a:ext cx="6332658" cy="4936187"/>
          </a:xfrm>
        </p:spPr>
        <p:txBody>
          <a:bodyPr>
            <a:normAutofit/>
          </a:bodyPr>
          <a:lstStyle/>
          <a:p>
            <a:pPr>
              <a:spcBef>
                <a:spcPts val="1400"/>
              </a:spcBef>
              <a:spcAft>
                <a:spcPts val="1400"/>
              </a:spcAft>
            </a:pPr>
            <a:r>
              <a:rPr lang="es-ES" sz="1800">
                <a:effectLst/>
                <a:highlight>
                  <a:srgbClr val="FFFFFF"/>
                </a:highlight>
                <a:latin typeface="Calibri" panose="020F0502020204030204" pitchFamily="34" charset="0"/>
                <a:ea typeface="Calibri" panose="020F0502020204030204" pitchFamily="34" charset="0"/>
              </a:rPr>
              <a:t>La</a:t>
            </a:r>
            <a:r>
              <a:rPr lang="es-ES" sz="1800" b="1">
                <a:effectLst/>
                <a:highlight>
                  <a:srgbClr val="FFFFFF"/>
                </a:highlight>
                <a:latin typeface="Calibri" panose="020F0502020204030204" pitchFamily="34" charset="0"/>
                <a:ea typeface="Calibri" panose="020F0502020204030204" pitchFamily="34" charset="0"/>
              </a:rPr>
              <a:t> clase </a:t>
            </a:r>
            <a:r>
              <a:rPr lang="es-ES" sz="1800" b="1" err="1">
                <a:effectLst/>
                <a:highlight>
                  <a:srgbClr val="FFFFFF"/>
                </a:highlight>
                <a:latin typeface="Calibri" panose="020F0502020204030204" pitchFamily="34" charset="0"/>
                <a:ea typeface="Calibri" panose="020F0502020204030204" pitchFamily="34" charset="0"/>
              </a:rPr>
              <a:t>JFileChooser</a:t>
            </a:r>
            <a:r>
              <a:rPr lang="es-ES" sz="1800">
                <a:effectLst/>
                <a:highlight>
                  <a:srgbClr val="FFFFFF"/>
                </a:highlight>
                <a:latin typeface="Calibri" panose="020F0502020204030204" pitchFamily="34" charset="0"/>
                <a:ea typeface="Calibri" panose="020F0502020204030204" pitchFamily="34" charset="0"/>
              </a:rPr>
              <a:t> nos permite crear un objeto que por medio de la invocación del método adecuado nos muestra un</a:t>
            </a:r>
            <a:r>
              <a:rPr lang="es-ES" sz="1800" b="1">
                <a:effectLst/>
                <a:highlight>
                  <a:srgbClr val="FFFFFF"/>
                </a:highlight>
                <a:latin typeface="Calibri" panose="020F0502020204030204" pitchFamily="34" charset="0"/>
                <a:ea typeface="Calibri" panose="020F0502020204030204" pitchFamily="34" charset="0"/>
              </a:rPr>
              <a:t> cuadro de diálogo modal </a:t>
            </a:r>
            <a:r>
              <a:rPr lang="es-ES" sz="1800">
                <a:effectLst/>
                <a:highlight>
                  <a:srgbClr val="FFFFFF"/>
                </a:highlight>
                <a:latin typeface="Calibri" panose="020F0502020204030204" pitchFamily="34" charset="0"/>
                <a:ea typeface="Calibri" panose="020F0502020204030204" pitchFamily="34" charset="0"/>
              </a:rPr>
              <a:t>para abrir un fichero (</a:t>
            </a:r>
            <a:r>
              <a:rPr lang="es-ES" sz="1800" b="1">
                <a:effectLst/>
                <a:highlight>
                  <a:srgbClr val="FFFFFF"/>
                </a:highlight>
                <a:latin typeface="Calibri" panose="020F0502020204030204" pitchFamily="34" charset="0"/>
                <a:ea typeface="Calibri" panose="020F0502020204030204" pitchFamily="34" charset="0"/>
              </a:rPr>
              <a:t>método </a:t>
            </a:r>
            <a:r>
              <a:rPr lang="es-ES" sz="1800" b="1" err="1">
                <a:effectLst/>
                <a:highlight>
                  <a:srgbClr val="FFFFFF"/>
                </a:highlight>
                <a:latin typeface="Calibri" panose="020F0502020204030204" pitchFamily="34" charset="0"/>
                <a:ea typeface="Calibri" panose="020F0502020204030204" pitchFamily="34" charset="0"/>
              </a:rPr>
              <a:t>showOpenDialog</a:t>
            </a:r>
            <a:r>
              <a:rPr lang="es-ES" sz="1800">
                <a:effectLst/>
                <a:highlight>
                  <a:srgbClr val="FFFFFF"/>
                </a:highlight>
                <a:latin typeface="Calibri" panose="020F0502020204030204" pitchFamily="34" charset="0"/>
                <a:ea typeface="Calibri" panose="020F0502020204030204" pitchFamily="34" charset="0"/>
              </a:rPr>
              <a:t>), para guardar un fichero (</a:t>
            </a:r>
            <a:r>
              <a:rPr lang="es-ES" sz="1800" b="1">
                <a:effectLst/>
                <a:highlight>
                  <a:srgbClr val="FFFFFF"/>
                </a:highlight>
                <a:latin typeface="Calibri" panose="020F0502020204030204" pitchFamily="34" charset="0"/>
                <a:ea typeface="Calibri" panose="020F0502020204030204" pitchFamily="34" charset="0"/>
              </a:rPr>
              <a:t>método </a:t>
            </a:r>
            <a:r>
              <a:rPr lang="es-ES" sz="1800" b="1" err="1">
                <a:effectLst/>
                <a:highlight>
                  <a:srgbClr val="FFFFFF"/>
                </a:highlight>
                <a:latin typeface="Calibri" panose="020F0502020204030204" pitchFamily="34" charset="0"/>
                <a:ea typeface="Calibri" panose="020F0502020204030204" pitchFamily="34" charset="0"/>
              </a:rPr>
              <a:t>showSaveDialog</a:t>
            </a:r>
            <a:r>
              <a:rPr lang="es-ES" sz="1800">
                <a:effectLst/>
                <a:highlight>
                  <a:srgbClr val="FFFFFF"/>
                </a:highlight>
                <a:latin typeface="Calibri" panose="020F0502020204030204" pitchFamily="34" charset="0"/>
                <a:ea typeface="Calibri" panose="020F0502020204030204" pitchFamily="34" charset="0"/>
              </a:rPr>
              <a:t>) y para seleccionar un fichero pero con un texto de botón personalizado que se lo tendremos que pasar como parámetro (</a:t>
            </a:r>
            <a:r>
              <a:rPr lang="es-ES" sz="1800" b="1">
                <a:effectLst/>
                <a:highlight>
                  <a:srgbClr val="FFFFFF"/>
                </a:highlight>
                <a:latin typeface="Calibri" panose="020F0502020204030204" pitchFamily="34" charset="0"/>
                <a:ea typeface="Calibri" panose="020F0502020204030204" pitchFamily="34" charset="0"/>
              </a:rPr>
              <a:t>método </a:t>
            </a:r>
            <a:r>
              <a:rPr lang="es-ES" sz="1800" b="1" err="1">
                <a:effectLst/>
                <a:highlight>
                  <a:srgbClr val="FFFFFF"/>
                </a:highlight>
                <a:latin typeface="Calibri" panose="020F0502020204030204" pitchFamily="34" charset="0"/>
                <a:ea typeface="Calibri" panose="020F0502020204030204" pitchFamily="34" charset="0"/>
              </a:rPr>
              <a:t>showDialog</a:t>
            </a:r>
            <a:r>
              <a:rPr lang="es-ES" sz="1800">
                <a:effectLst/>
                <a:highlight>
                  <a:srgbClr val="FFFFFF"/>
                </a:highlight>
                <a:latin typeface="Calibri" panose="020F0502020204030204" pitchFamily="34" charset="0"/>
                <a:ea typeface="Calibri" panose="020F0502020204030204" pitchFamily="34" charset="0"/>
              </a:rPr>
              <a:t>). A estos métodos hay que pasarle el</a:t>
            </a:r>
            <a:r>
              <a:rPr lang="es-ES" sz="1800" b="1">
                <a:effectLst/>
                <a:highlight>
                  <a:srgbClr val="FFFFFF"/>
                </a:highlight>
                <a:latin typeface="Calibri" panose="020F0502020204030204" pitchFamily="34" charset="0"/>
                <a:ea typeface="Calibri" panose="020F0502020204030204" pitchFamily="34" charset="0"/>
              </a:rPr>
              <a:t> componente padre </a:t>
            </a:r>
            <a:r>
              <a:rPr lang="es-ES" sz="1800">
                <a:effectLst/>
                <a:highlight>
                  <a:srgbClr val="FFFFFF"/>
                </a:highlight>
                <a:latin typeface="Calibri" panose="020F0502020204030204" pitchFamily="34" charset="0"/>
                <a:ea typeface="Calibri" panose="020F0502020204030204" pitchFamily="34" charset="0"/>
              </a:rPr>
              <a:t>para que se muestre la ventana justo encima de este o puedes poner</a:t>
            </a:r>
            <a:r>
              <a:rPr lang="es-ES" sz="1800" b="1">
                <a:effectLst/>
                <a:highlight>
                  <a:srgbClr val="FFFFFF"/>
                </a:highlight>
                <a:latin typeface="Calibri" panose="020F0502020204030204" pitchFamily="34" charset="0"/>
                <a:ea typeface="Calibri" panose="020F0502020204030204" pitchFamily="34" charset="0"/>
              </a:rPr>
              <a:t> </a:t>
            </a:r>
            <a:r>
              <a:rPr lang="es-ES" sz="1800" b="1" err="1">
                <a:effectLst/>
                <a:highlight>
                  <a:srgbClr val="FFFFFF"/>
                </a:highlight>
                <a:latin typeface="Calibri" panose="020F0502020204030204" pitchFamily="34" charset="0"/>
                <a:ea typeface="Calibri" panose="020F0502020204030204" pitchFamily="34" charset="0"/>
              </a:rPr>
              <a:t>null</a:t>
            </a:r>
            <a:r>
              <a:rPr lang="es-ES" sz="1800" b="1">
                <a:effectLst/>
                <a:highlight>
                  <a:srgbClr val="FFFFFF"/>
                </a:highlight>
                <a:latin typeface="Calibri" panose="020F0502020204030204" pitchFamily="34" charset="0"/>
                <a:ea typeface="Calibri" panose="020F0502020204030204" pitchFamily="34" charset="0"/>
              </a:rPr>
              <a:t> </a:t>
            </a:r>
            <a:r>
              <a:rPr lang="es-ES" sz="1800">
                <a:effectLst/>
                <a:highlight>
                  <a:srgbClr val="FFFFFF"/>
                </a:highlight>
                <a:latin typeface="Calibri" panose="020F0502020204030204" pitchFamily="34" charset="0"/>
                <a:ea typeface="Calibri" panose="020F0502020204030204" pitchFamily="34" charset="0"/>
              </a:rPr>
              <a:t>y se mostrará en el centro de la pantalla.</a:t>
            </a:r>
            <a:endParaRPr lang="es-ES" sz="1800">
              <a:effectLst/>
              <a:latin typeface="Calibri" panose="020F0502020204030204" pitchFamily="34" charset="0"/>
              <a:ea typeface="Calibri" panose="020F0502020204030204" pitchFamily="34" charset="0"/>
            </a:endParaRPr>
          </a:p>
          <a:p>
            <a:pPr>
              <a:spcBef>
                <a:spcPts val="1400"/>
              </a:spcBef>
              <a:spcAft>
                <a:spcPts val="1400"/>
              </a:spcAft>
            </a:pPr>
            <a:r>
              <a:rPr lang="es-ES" sz="1800">
                <a:effectLst/>
                <a:highlight>
                  <a:srgbClr val="FFFFFF"/>
                </a:highlight>
                <a:latin typeface="Calibri" panose="020F0502020204030204" pitchFamily="34" charset="0"/>
                <a:ea typeface="Calibri" panose="020F0502020204030204" pitchFamily="34" charset="0"/>
              </a:rPr>
              <a:t>El método que usemos nos devolverá un valor que podremos comparar con una serie de constantes de la </a:t>
            </a:r>
            <a:r>
              <a:rPr lang="es-ES" sz="1800" b="1">
                <a:effectLst/>
                <a:highlight>
                  <a:srgbClr val="FFFFFF"/>
                </a:highlight>
                <a:latin typeface="Calibri" panose="020F0502020204030204" pitchFamily="34" charset="0"/>
                <a:ea typeface="Calibri" panose="020F0502020204030204" pitchFamily="34" charset="0"/>
              </a:rPr>
              <a:t>clase </a:t>
            </a:r>
            <a:r>
              <a:rPr lang="es-ES" sz="1800" b="1" err="1">
                <a:effectLst/>
                <a:highlight>
                  <a:srgbClr val="FFFFFF"/>
                </a:highlight>
                <a:latin typeface="Calibri" panose="020F0502020204030204" pitchFamily="34" charset="0"/>
                <a:ea typeface="Calibri" panose="020F0502020204030204" pitchFamily="34" charset="0"/>
              </a:rPr>
              <a:t>JFileChooser</a:t>
            </a:r>
            <a:r>
              <a:rPr lang="es-ES" sz="1800">
                <a:effectLst/>
                <a:highlight>
                  <a:srgbClr val="FFFFFF"/>
                </a:highlight>
                <a:latin typeface="Calibri" panose="020F0502020204030204" pitchFamily="34" charset="0"/>
                <a:ea typeface="Calibri" panose="020F0502020204030204" pitchFamily="34" charset="0"/>
              </a:rPr>
              <a:t> para saber si se llegó a pulsar el botón para aceptar o el de cancelar o simplemente ocurrió un error. Para ello podemos usar las constantes </a:t>
            </a:r>
            <a:r>
              <a:rPr lang="es-ES" sz="1800" b="1">
                <a:effectLst/>
                <a:highlight>
                  <a:srgbClr val="FFFFFF"/>
                </a:highlight>
                <a:latin typeface="Calibri" panose="020F0502020204030204" pitchFamily="34" charset="0"/>
                <a:ea typeface="Calibri" panose="020F0502020204030204" pitchFamily="34" charset="0"/>
              </a:rPr>
              <a:t>APPROVE_OPTION</a:t>
            </a:r>
            <a:r>
              <a:rPr lang="es-ES" sz="1800">
                <a:effectLst/>
                <a:highlight>
                  <a:srgbClr val="FFFFFF"/>
                </a:highlight>
                <a:latin typeface="Calibri" panose="020F0502020204030204" pitchFamily="34" charset="0"/>
                <a:ea typeface="Calibri" panose="020F0502020204030204" pitchFamily="34" charset="0"/>
              </a:rPr>
              <a:t>, </a:t>
            </a:r>
            <a:r>
              <a:rPr lang="es-ES" sz="1800" b="1">
                <a:effectLst/>
                <a:highlight>
                  <a:srgbClr val="FFFFFF"/>
                </a:highlight>
                <a:latin typeface="Calibri" panose="020F0502020204030204" pitchFamily="34" charset="0"/>
                <a:ea typeface="Calibri" panose="020F0502020204030204" pitchFamily="34" charset="0"/>
              </a:rPr>
              <a:t>CANCEL_OPTION</a:t>
            </a:r>
            <a:r>
              <a:rPr lang="es-ES" sz="1800">
                <a:effectLst/>
                <a:highlight>
                  <a:srgbClr val="FFFFFF"/>
                </a:highlight>
                <a:latin typeface="Calibri" panose="020F0502020204030204" pitchFamily="34" charset="0"/>
                <a:ea typeface="Calibri" panose="020F0502020204030204" pitchFamily="34" charset="0"/>
              </a:rPr>
              <a:t> y </a:t>
            </a:r>
            <a:r>
              <a:rPr lang="es-ES" sz="1800" b="1">
                <a:effectLst/>
                <a:highlight>
                  <a:srgbClr val="FFFFFF"/>
                </a:highlight>
                <a:latin typeface="Calibri" panose="020F0502020204030204" pitchFamily="34" charset="0"/>
                <a:ea typeface="Calibri" panose="020F0502020204030204" pitchFamily="34" charset="0"/>
              </a:rPr>
              <a:t>ERROR_OPTION</a:t>
            </a:r>
            <a:r>
              <a:rPr lang="es-ES" sz="1800">
                <a:effectLst/>
                <a:highlight>
                  <a:srgbClr val="FFFFFF"/>
                </a:highlight>
                <a:latin typeface="Calibri" panose="020F0502020204030204" pitchFamily="34" charset="0"/>
                <a:ea typeface="Calibri" panose="020F0502020204030204" pitchFamily="34" charset="0"/>
              </a:rPr>
              <a:t> respectivamente. </a:t>
            </a:r>
            <a:endParaRPr lang="es-ES" sz="1800">
              <a:effectLst/>
              <a:latin typeface="Calibri" panose="020F0502020204030204" pitchFamily="34" charset="0"/>
              <a:ea typeface="Calibri" panose="020F0502020204030204" pitchFamily="34" charset="0"/>
            </a:endParaRPr>
          </a:p>
          <a:p>
            <a:endParaRPr lang="es-ES" sz="1800"/>
          </a:p>
        </p:txBody>
      </p:sp>
    </p:spTree>
    <p:extLst>
      <p:ext uri="{BB962C8B-B14F-4D97-AF65-F5344CB8AC3E}">
        <p14:creationId xmlns:p14="http://schemas.microsoft.com/office/powerpoint/2010/main" val="22335474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0F03F3D-9CE1-33B0-BCD0-1B24A7CB02C2}"/>
              </a:ext>
            </a:extLst>
          </p:cNvPr>
          <p:cNvSpPr>
            <a:spLocks noGrp="1"/>
          </p:cNvSpPr>
          <p:nvPr>
            <p:ph type="title"/>
          </p:nvPr>
        </p:nvSpPr>
        <p:spPr>
          <a:xfrm>
            <a:off x="686834" y="1153572"/>
            <a:ext cx="3200400" cy="4461163"/>
          </a:xfrm>
        </p:spPr>
        <p:txBody>
          <a:bodyPr>
            <a:normAutofit/>
          </a:bodyPr>
          <a:lstStyle/>
          <a:p>
            <a:endParaRPr lang="es-E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20D9892-EBCE-2D36-2D8C-DA2C4D6419B6}"/>
              </a:ext>
            </a:extLst>
          </p:cNvPr>
          <p:cNvSpPr>
            <a:spLocks noGrp="1"/>
          </p:cNvSpPr>
          <p:nvPr>
            <p:ph idx="1"/>
          </p:nvPr>
        </p:nvSpPr>
        <p:spPr>
          <a:xfrm>
            <a:off x="4447308" y="591344"/>
            <a:ext cx="6906491" cy="5585619"/>
          </a:xfrm>
        </p:spPr>
        <p:txBody>
          <a:bodyPr anchor="ctr">
            <a:normAutofit/>
          </a:bodyPr>
          <a:lstStyle/>
          <a:p>
            <a:pPr>
              <a:spcBef>
                <a:spcPts val="1400"/>
              </a:spcBef>
              <a:spcAft>
                <a:spcPts val="1400"/>
              </a:spcAft>
            </a:pPr>
            <a:r>
              <a:rPr lang="es-ES" sz="2400">
                <a:effectLst/>
                <a:highlight>
                  <a:srgbClr val="FFFFFF"/>
                </a:highlight>
                <a:latin typeface="Calibri" panose="020F0502020204030204" pitchFamily="34" charset="0"/>
                <a:ea typeface="Calibri" panose="020F0502020204030204" pitchFamily="34" charset="0"/>
              </a:rPr>
              <a:t>Existen tres tipos de botones que serían </a:t>
            </a:r>
            <a:r>
              <a:rPr lang="es-ES" sz="2400" b="1">
                <a:effectLst/>
                <a:highlight>
                  <a:srgbClr val="FFFFFF"/>
                </a:highlight>
                <a:latin typeface="Calibri" panose="020F0502020204030204" pitchFamily="34" charset="0"/>
                <a:ea typeface="Calibri" panose="020F0502020204030204" pitchFamily="34" charset="0"/>
              </a:rPr>
              <a:t>YES_NO_OPTION, YES_NO_CANCEL_OPTION, </a:t>
            </a:r>
            <a:r>
              <a:rPr lang="es-ES" sz="2400">
                <a:effectLst/>
                <a:highlight>
                  <a:srgbClr val="FFFFFF"/>
                </a:highlight>
                <a:latin typeface="Calibri" panose="020F0502020204030204" pitchFamily="34" charset="0"/>
                <a:ea typeface="Calibri" panose="020F0502020204030204" pitchFamily="34" charset="0"/>
              </a:rPr>
              <a:t>o</a:t>
            </a:r>
            <a:r>
              <a:rPr lang="es-ES" sz="2400" b="1">
                <a:effectLst/>
                <a:highlight>
                  <a:srgbClr val="FFFFFF"/>
                </a:highlight>
                <a:latin typeface="Calibri" panose="020F0502020204030204" pitchFamily="34" charset="0"/>
                <a:ea typeface="Calibri" panose="020F0502020204030204" pitchFamily="34" charset="0"/>
              </a:rPr>
              <a:t> OK_CANCEL_OPTION. </a:t>
            </a:r>
            <a:r>
              <a:rPr lang="es-ES" sz="2400">
                <a:effectLst/>
                <a:highlight>
                  <a:srgbClr val="FFFFFF"/>
                </a:highlight>
                <a:latin typeface="Calibri" panose="020F0502020204030204" pitchFamily="34" charset="0"/>
                <a:ea typeface="Calibri" panose="020F0502020204030204" pitchFamily="34" charset="0"/>
              </a:rPr>
              <a:t>En nuestro ejemplo se mostrará una ventana con los botones Yes, No y Cancel</a:t>
            </a:r>
            <a:r>
              <a:rPr lang="es-ES" sz="2400" b="1">
                <a:effectLst/>
                <a:highlight>
                  <a:srgbClr val="FFFFFF"/>
                </a:highlight>
                <a:latin typeface="Calibri" panose="020F0502020204030204" pitchFamily="34" charset="0"/>
                <a:ea typeface="Calibri" panose="020F0502020204030204" pitchFamily="34" charset="0"/>
              </a:rPr>
              <a:t>. </a:t>
            </a:r>
            <a:r>
              <a:rPr lang="es-ES" sz="2400">
                <a:effectLst/>
                <a:highlight>
                  <a:srgbClr val="FFFFFF"/>
                </a:highlight>
                <a:latin typeface="Calibri" panose="020F0502020204030204" pitchFamily="34" charset="0"/>
                <a:ea typeface="Calibri" panose="020F0502020204030204" pitchFamily="34" charset="0"/>
              </a:rPr>
              <a:t>Al tomar una decisión y pulsar uno de los botones el </a:t>
            </a:r>
            <a:r>
              <a:rPr lang="es-ES" sz="2400" b="1">
                <a:effectLst/>
                <a:highlight>
                  <a:srgbClr val="FFFFFF"/>
                </a:highlight>
                <a:latin typeface="Calibri" panose="020F0502020204030204" pitchFamily="34" charset="0"/>
                <a:ea typeface="Calibri" panose="020F0502020204030204" pitchFamily="34" charset="0"/>
              </a:rPr>
              <a:t>método</a:t>
            </a:r>
            <a:r>
              <a:rPr lang="es-ES" sz="2400">
                <a:effectLst/>
                <a:highlight>
                  <a:srgbClr val="FFFFFF"/>
                </a:highlight>
                <a:latin typeface="Calibri" panose="020F0502020204030204" pitchFamily="34" charset="0"/>
                <a:ea typeface="Calibri" panose="020F0502020204030204" pitchFamily="34" charset="0"/>
              </a:rPr>
              <a:t> </a:t>
            </a:r>
            <a:r>
              <a:rPr lang="es-ES" sz="2400" b="1" err="1">
                <a:effectLst/>
                <a:highlight>
                  <a:srgbClr val="FFFFFF"/>
                </a:highlight>
                <a:latin typeface="Calibri" panose="020F0502020204030204" pitchFamily="34" charset="0"/>
                <a:ea typeface="Calibri" panose="020F0502020204030204" pitchFamily="34" charset="0"/>
              </a:rPr>
              <a:t>showConfirmDialog</a:t>
            </a:r>
            <a:r>
              <a:rPr lang="es-ES" sz="2400" b="1">
                <a:effectLst/>
                <a:highlight>
                  <a:srgbClr val="FFFFFF"/>
                </a:highlight>
                <a:latin typeface="Calibri" panose="020F0502020204030204" pitchFamily="34" charset="0"/>
                <a:ea typeface="Calibri" panose="020F0502020204030204" pitchFamily="34" charset="0"/>
              </a:rPr>
              <a:t> </a:t>
            </a:r>
            <a:r>
              <a:rPr lang="es-ES" sz="2400">
                <a:effectLst/>
                <a:highlight>
                  <a:srgbClr val="FFFFFF"/>
                </a:highlight>
                <a:latin typeface="Calibri" panose="020F0502020204030204" pitchFamily="34" charset="0"/>
                <a:ea typeface="Calibri" panose="020F0502020204030204" pitchFamily="34" charset="0"/>
              </a:rPr>
              <a:t>nos devolverá un valor que representa nuestra elección donde 0 es el primer botón, 1 el siguiente botón y así sucesivamente hasta llegar al número de botones menos uno. Por tanto, el botón Yes es el 0, el botón No es el 1 y el botón Cancel es el 2.</a:t>
            </a:r>
            <a:endParaRPr lang="es-ES" sz="2400">
              <a:effectLst/>
              <a:latin typeface="Calibri" panose="020F0502020204030204" pitchFamily="34" charset="0"/>
              <a:ea typeface="Calibri" panose="020F0502020204030204" pitchFamily="34" charset="0"/>
            </a:endParaRPr>
          </a:p>
          <a:p>
            <a:pPr>
              <a:spcBef>
                <a:spcPts val="1400"/>
              </a:spcBef>
              <a:spcAft>
                <a:spcPts val="1400"/>
              </a:spcAft>
            </a:pPr>
            <a:r>
              <a:rPr lang="es-ES" sz="2400">
                <a:effectLst/>
                <a:highlight>
                  <a:srgbClr val="FFFFFF"/>
                </a:highlight>
                <a:latin typeface="Calibri" panose="020F0502020204030204" pitchFamily="34" charset="0"/>
                <a:ea typeface="Calibri" panose="020F0502020204030204" pitchFamily="34" charset="0"/>
              </a:rPr>
              <a:t>Con el </a:t>
            </a:r>
            <a:r>
              <a:rPr lang="es-ES" sz="2400" b="1">
                <a:effectLst/>
                <a:highlight>
                  <a:srgbClr val="FFFFFF"/>
                </a:highlight>
                <a:latin typeface="Calibri" panose="020F0502020204030204" pitchFamily="34" charset="0"/>
                <a:ea typeface="Calibri" panose="020F0502020204030204" pitchFamily="34" charset="0"/>
              </a:rPr>
              <a:t>método </a:t>
            </a:r>
            <a:r>
              <a:rPr lang="es-ES" sz="2400" b="1" err="1">
                <a:effectLst/>
                <a:highlight>
                  <a:srgbClr val="FFFFFF"/>
                </a:highlight>
                <a:latin typeface="Calibri" panose="020F0502020204030204" pitchFamily="34" charset="0"/>
                <a:ea typeface="Calibri" panose="020F0502020204030204" pitchFamily="34" charset="0"/>
              </a:rPr>
              <a:t>showOptionDialog</a:t>
            </a:r>
            <a:r>
              <a:rPr lang="es-ES" sz="2400">
                <a:effectLst/>
                <a:highlight>
                  <a:srgbClr val="FFFFFF"/>
                </a:highlight>
                <a:latin typeface="Calibri" panose="020F0502020204030204" pitchFamily="34" charset="0"/>
                <a:ea typeface="Calibri" panose="020F0502020204030204" pitchFamily="34" charset="0"/>
              </a:rPr>
              <a:t> podemos hacer lo mismo, pero personalizando el nombre de los botones. Se usaría igual que el anterior, pero usando dos parámetros más:</a:t>
            </a:r>
            <a:endParaRPr lang="es-ES" sz="2400">
              <a:effectLst/>
              <a:latin typeface="Calibri" panose="020F0502020204030204" pitchFamily="34" charset="0"/>
              <a:ea typeface="Calibri" panose="020F0502020204030204" pitchFamily="34" charset="0"/>
            </a:endParaRPr>
          </a:p>
          <a:p>
            <a:endParaRPr lang="es-ES" sz="2400"/>
          </a:p>
        </p:txBody>
      </p:sp>
    </p:spTree>
    <p:extLst>
      <p:ext uri="{BB962C8B-B14F-4D97-AF65-F5344CB8AC3E}">
        <p14:creationId xmlns:p14="http://schemas.microsoft.com/office/powerpoint/2010/main" val="15800168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BD56768-733A-01C4-0234-D67B505484DA}"/>
              </a:ext>
            </a:extLst>
          </p:cNvPr>
          <p:cNvSpPr>
            <a:spLocks noGrp="1"/>
          </p:cNvSpPr>
          <p:nvPr>
            <p:ph type="title"/>
          </p:nvPr>
        </p:nvSpPr>
        <p:spPr>
          <a:xfrm>
            <a:off x="686834" y="1153572"/>
            <a:ext cx="3200400" cy="4461163"/>
          </a:xfrm>
        </p:spPr>
        <p:txBody>
          <a:bodyPr>
            <a:normAutofit/>
          </a:bodyPr>
          <a:lstStyle/>
          <a:p>
            <a:r>
              <a:rPr lang="es-ES" sz="2800">
                <a:solidFill>
                  <a:srgbClr val="FFFFFF"/>
                </a:solidFill>
              </a:rPr>
              <a:t>SHOWINPUTDIALOG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E47C799-D095-6EA1-2A35-44DB3858C21B}"/>
              </a:ext>
            </a:extLst>
          </p:cNvPr>
          <p:cNvSpPr>
            <a:spLocks noGrp="1"/>
          </p:cNvSpPr>
          <p:nvPr>
            <p:ph idx="1"/>
          </p:nvPr>
        </p:nvSpPr>
        <p:spPr>
          <a:xfrm>
            <a:off x="4447308" y="591344"/>
            <a:ext cx="6906491" cy="5585619"/>
          </a:xfrm>
        </p:spPr>
        <p:txBody>
          <a:bodyPr anchor="ctr">
            <a:normAutofit/>
          </a:bodyPr>
          <a:lstStyle/>
          <a:p>
            <a:r>
              <a:rPr lang="es-ES">
                <a:effectLst/>
                <a:latin typeface="Calibri" panose="020F0502020204030204" pitchFamily="34" charset="0"/>
                <a:ea typeface="Calibri" panose="020F0502020204030204" pitchFamily="34" charset="0"/>
              </a:rPr>
              <a:t>Una vez más la </a:t>
            </a:r>
            <a:r>
              <a:rPr lang="es-ES" b="1">
                <a:effectLst/>
                <a:latin typeface="Calibri" panose="020F0502020204030204" pitchFamily="34" charset="0"/>
                <a:ea typeface="Calibri" panose="020F0502020204030204" pitchFamily="34" charset="0"/>
              </a:rPr>
              <a:t>clase </a:t>
            </a:r>
            <a:r>
              <a:rPr lang="es-ES" b="1" err="1">
                <a:effectLst/>
                <a:latin typeface="Calibri" panose="020F0502020204030204" pitchFamily="34" charset="0"/>
                <a:ea typeface="Calibri" panose="020F0502020204030204" pitchFamily="34" charset="0"/>
              </a:rPr>
              <a:t>JOptionPane</a:t>
            </a:r>
            <a:r>
              <a:rPr lang="es-ES">
                <a:effectLst/>
                <a:latin typeface="Calibri" panose="020F0502020204030204" pitchFamily="34" charset="0"/>
                <a:ea typeface="Calibri" panose="020F0502020204030204" pitchFamily="34" charset="0"/>
              </a:rPr>
              <a:t> nos permite generar un</a:t>
            </a:r>
            <a:r>
              <a:rPr lang="es-ES" b="1">
                <a:effectLst/>
                <a:latin typeface="Calibri" panose="020F0502020204030204" pitchFamily="34" charset="0"/>
                <a:ea typeface="Calibri" panose="020F0502020204030204" pitchFamily="34" charset="0"/>
              </a:rPr>
              <a:t> cuadro de diálogo</a:t>
            </a:r>
            <a:r>
              <a:rPr lang="es-ES">
                <a:effectLst/>
                <a:latin typeface="Calibri" panose="020F0502020204030204" pitchFamily="34" charset="0"/>
                <a:ea typeface="Calibri" panose="020F0502020204030204" pitchFamily="34" charset="0"/>
              </a:rPr>
              <a:t> que nos permita obtener la entrada de datos de un usuario. El método </a:t>
            </a:r>
            <a:r>
              <a:rPr lang="es-ES" err="1">
                <a:effectLst/>
                <a:latin typeface="Calibri" panose="020F0502020204030204" pitchFamily="34" charset="0"/>
                <a:ea typeface="Calibri" panose="020F0502020204030204" pitchFamily="34" charset="0"/>
              </a:rPr>
              <a:t>static</a:t>
            </a:r>
            <a:r>
              <a:rPr lang="es-ES">
                <a:effectLst/>
                <a:latin typeface="Calibri" panose="020F0502020204030204" pitchFamily="34" charset="0"/>
                <a:ea typeface="Calibri" panose="020F0502020204030204" pitchFamily="34" charset="0"/>
              </a:rPr>
              <a:t> usado es </a:t>
            </a:r>
            <a:r>
              <a:rPr lang="es-ES" b="1" err="1">
                <a:effectLst/>
                <a:latin typeface="Calibri" panose="020F0502020204030204" pitchFamily="34" charset="0"/>
                <a:ea typeface="Calibri" panose="020F0502020204030204" pitchFamily="34" charset="0"/>
              </a:rPr>
              <a:t>showInputDialog</a:t>
            </a:r>
            <a:r>
              <a:rPr lang="es-ES">
                <a:effectLst/>
                <a:latin typeface="Calibri" panose="020F0502020204030204" pitchFamily="34" charset="0"/>
                <a:ea typeface="Calibri" panose="020F0502020204030204" pitchFamily="34" charset="0"/>
              </a:rPr>
              <a:t> y a continuación veremos un ejemplo con el método sobrecargado más completo que tiene este método.</a:t>
            </a:r>
          </a:p>
          <a:p>
            <a:endParaRPr lang="es-ES"/>
          </a:p>
        </p:txBody>
      </p:sp>
    </p:spTree>
    <p:extLst>
      <p:ext uri="{BB962C8B-B14F-4D97-AF65-F5344CB8AC3E}">
        <p14:creationId xmlns:p14="http://schemas.microsoft.com/office/powerpoint/2010/main" val="25887153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09EFC5-EA8D-0C2A-D04C-0D4AC71885A0}"/>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b="1" kern="1200" err="1">
                <a:solidFill>
                  <a:schemeClr val="tx1"/>
                </a:solidFill>
                <a:effectLst/>
                <a:latin typeface="+mj-lt"/>
                <a:ea typeface="+mj-ea"/>
                <a:cs typeface="+mj-cs"/>
              </a:rPr>
              <a:t>Eventos</a:t>
            </a:r>
            <a:r>
              <a:rPr lang="en-US" sz="4800" b="1" kern="1200">
                <a:solidFill>
                  <a:schemeClr val="tx1"/>
                </a:solidFill>
                <a:effectLst/>
                <a:latin typeface="+mj-lt"/>
                <a:ea typeface="+mj-ea"/>
                <a:cs typeface="+mj-cs"/>
              </a:rPr>
              <a:t>: </a:t>
            </a:r>
            <a:r>
              <a:rPr lang="en-US" sz="4800" b="1" kern="1200" err="1">
                <a:solidFill>
                  <a:schemeClr val="tx1"/>
                </a:solidFill>
                <a:effectLst/>
                <a:latin typeface="+mj-lt"/>
                <a:ea typeface="+mj-ea"/>
                <a:cs typeface="+mj-cs"/>
              </a:rPr>
              <a:t>escuchadores</a:t>
            </a:r>
            <a:br>
              <a:rPr lang="en-US" sz="4800" kern="1200">
                <a:solidFill>
                  <a:schemeClr val="tx1"/>
                </a:solidFill>
                <a:effectLst/>
                <a:latin typeface="+mj-lt"/>
                <a:ea typeface="+mj-ea"/>
                <a:cs typeface="+mj-cs"/>
              </a:rPr>
            </a:br>
            <a:endParaRPr lang="en-US" sz="4800" kern="1200">
              <a:solidFill>
                <a:schemeClr val="tx1"/>
              </a:solidFill>
              <a:latin typeface="+mj-lt"/>
              <a:ea typeface="+mj-ea"/>
              <a:cs typeface="+mj-cs"/>
            </a:endParaRPr>
          </a:p>
        </p:txBody>
      </p:sp>
      <p:pic>
        <p:nvPicPr>
          <p:cNvPr id="7" name="Graphic 6" descr="Petardo">
            <a:extLst>
              <a:ext uri="{FF2B5EF4-FFF2-40B4-BE49-F238E27FC236}">
                <a16:creationId xmlns:a16="http://schemas.microsoft.com/office/drawing/2014/main" id="{A171417A-64C0-A841-8293-B36A984092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322" y="1845426"/>
            <a:ext cx="4450303" cy="4450303"/>
          </a:xfrm>
          <a:prstGeom prst="rect">
            <a:avLst/>
          </a:prstGeom>
        </p:spPr>
      </p:pic>
    </p:spTree>
    <p:extLst>
      <p:ext uri="{BB962C8B-B14F-4D97-AF65-F5344CB8AC3E}">
        <p14:creationId xmlns:p14="http://schemas.microsoft.com/office/powerpoint/2010/main" val="12301490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E4B87-4BA4-9581-78A7-7FA93FD82B2F}"/>
              </a:ext>
            </a:extLst>
          </p:cNvPr>
          <p:cNvSpPr>
            <a:spLocks noGrp="1"/>
          </p:cNvSpPr>
          <p:nvPr>
            <p:ph type="title"/>
          </p:nvPr>
        </p:nvSpPr>
        <p:spPr/>
        <p:txBody>
          <a:bodyPr/>
          <a:lstStyle/>
          <a:p>
            <a:endParaRPr lang="es-ES"/>
          </a:p>
        </p:txBody>
      </p:sp>
      <p:graphicFrame>
        <p:nvGraphicFramePr>
          <p:cNvPr id="4" name="Marcador de contenido 3">
            <a:extLst>
              <a:ext uri="{FF2B5EF4-FFF2-40B4-BE49-F238E27FC236}">
                <a16:creationId xmlns:a16="http://schemas.microsoft.com/office/drawing/2014/main" id="{BE712FD4-6CEF-5EBA-2CAE-E74E7DFBC04D}"/>
              </a:ext>
            </a:extLst>
          </p:cNvPr>
          <p:cNvGraphicFramePr>
            <a:graphicFrameLocks noGrp="1"/>
          </p:cNvGraphicFramePr>
          <p:nvPr>
            <p:ph idx="1"/>
            <p:extLst>
              <p:ext uri="{D42A27DB-BD31-4B8C-83A1-F6EECF244321}">
                <p14:modId xmlns:p14="http://schemas.microsoft.com/office/powerpoint/2010/main" val="2237779774"/>
              </p:ext>
            </p:extLst>
          </p:nvPr>
        </p:nvGraphicFramePr>
        <p:xfrm>
          <a:off x="228600" y="96493"/>
          <a:ext cx="11247119" cy="6665013"/>
        </p:xfrm>
        <a:graphic>
          <a:graphicData uri="http://schemas.openxmlformats.org/drawingml/2006/table">
            <a:tbl>
              <a:tblPr firstRow="1" firstCol="1" bandRow="1">
                <a:tableStyleId>{5C22544A-7EE6-4342-B048-85BDC9FD1C3A}</a:tableStyleId>
              </a:tblPr>
              <a:tblGrid>
                <a:gridCol w="3939807">
                  <a:extLst>
                    <a:ext uri="{9D8B030D-6E8A-4147-A177-3AD203B41FA5}">
                      <a16:colId xmlns:a16="http://schemas.microsoft.com/office/drawing/2014/main" val="1084149535"/>
                    </a:ext>
                  </a:extLst>
                </a:gridCol>
                <a:gridCol w="3367505">
                  <a:extLst>
                    <a:ext uri="{9D8B030D-6E8A-4147-A177-3AD203B41FA5}">
                      <a16:colId xmlns:a16="http://schemas.microsoft.com/office/drawing/2014/main" val="3399625327"/>
                    </a:ext>
                  </a:extLst>
                </a:gridCol>
                <a:gridCol w="3939807">
                  <a:extLst>
                    <a:ext uri="{9D8B030D-6E8A-4147-A177-3AD203B41FA5}">
                      <a16:colId xmlns:a16="http://schemas.microsoft.com/office/drawing/2014/main" val="4138380182"/>
                    </a:ext>
                  </a:extLst>
                </a:gridCol>
              </a:tblGrid>
              <a:tr h="227292">
                <a:tc>
                  <a:txBody>
                    <a:bodyPr/>
                    <a:lstStyle/>
                    <a:p>
                      <a:pPr algn="ctr">
                        <a:lnSpc>
                          <a:spcPct val="107000"/>
                        </a:lnSpc>
                        <a:spcAft>
                          <a:spcPts val="800"/>
                        </a:spcAft>
                      </a:pPr>
                      <a:r>
                        <a:rPr lang="es-ES" sz="1800">
                          <a:effectLst/>
                        </a:rPr>
                        <a:t>Tipo de Escuchador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gn="ctr">
                        <a:lnSpc>
                          <a:spcPct val="107000"/>
                        </a:lnSpc>
                        <a:spcAft>
                          <a:spcPts val="800"/>
                        </a:spcAft>
                      </a:pPr>
                      <a:r>
                        <a:rPr lang="es-ES" sz="1800">
                          <a:effectLst/>
                        </a:rPr>
                        <a:t>Descripción</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gn="ctr">
                        <a:lnSpc>
                          <a:spcPct val="107000"/>
                        </a:lnSpc>
                        <a:spcAft>
                          <a:spcPts val="800"/>
                        </a:spcAft>
                      </a:pPr>
                      <a:r>
                        <a:rPr lang="es-ES" sz="1800">
                          <a:effectLst/>
                        </a:rPr>
                        <a:t>Métodos Comunes</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2085542081"/>
                  </a:ext>
                </a:extLst>
              </a:tr>
              <a:tr h="706115">
                <a:tc>
                  <a:txBody>
                    <a:bodyPr/>
                    <a:lstStyle/>
                    <a:p>
                      <a:pPr>
                        <a:lnSpc>
                          <a:spcPct val="107000"/>
                        </a:lnSpc>
                        <a:spcAft>
                          <a:spcPts val="800"/>
                        </a:spcAft>
                      </a:pPr>
                      <a:r>
                        <a:rPr lang="es-ES" sz="1800">
                          <a:effectLst/>
                        </a:rPr>
                        <a:t>ActionListener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Maneja acciones sobre un componente, como hacer clic en un botón.</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actionPerformed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3362077157"/>
                  </a:ext>
                </a:extLst>
              </a:tr>
              <a:tr h="945529">
                <a:tc>
                  <a:txBody>
                    <a:bodyPr/>
                    <a:lstStyle/>
                    <a:p>
                      <a:pPr>
                        <a:lnSpc>
                          <a:spcPct val="107000"/>
                        </a:lnSpc>
                        <a:spcAft>
                          <a:spcPts val="800"/>
                        </a:spcAft>
                      </a:pPr>
                      <a:r>
                        <a:rPr lang="es-ES" sz="1800">
                          <a:effectLst/>
                        </a:rPr>
                        <a:t>FocusListener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Captura eventos de enfoque, cuando un componente gana o pierde el foco.</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focusGained, focusLost</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2415665014"/>
                  </a:ext>
                </a:extLst>
              </a:tr>
              <a:tr h="706115">
                <a:tc>
                  <a:txBody>
                    <a:bodyPr/>
                    <a:lstStyle/>
                    <a:p>
                      <a:pPr>
                        <a:lnSpc>
                          <a:spcPct val="107000"/>
                        </a:lnSpc>
                        <a:spcAft>
                          <a:spcPts val="800"/>
                        </a:spcAft>
                      </a:pPr>
                      <a:r>
                        <a:rPr lang="es-ES" sz="1800">
                          <a:effectLst/>
                        </a:rPr>
                        <a:t>TextListener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Detecta cambios en el valor del texto, a menudo utilizado con TextField.</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textValueChanged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237504806"/>
                  </a:ext>
                </a:extLst>
              </a:tr>
              <a:tr h="706115">
                <a:tc>
                  <a:txBody>
                    <a:bodyPr/>
                    <a:lstStyle/>
                    <a:p>
                      <a:pPr>
                        <a:lnSpc>
                          <a:spcPct val="107000"/>
                        </a:lnSpc>
                        <a:spcAft>
                          <a:spcPts val="800"/>
                        </a:spcAft>
                      </a:pPr>
                      <a:r>
                        <a:rPr lang="es-ES" sz="1800">
                          <a:effectLst/>
                        </a:rPr>
                        <a:t>KeyListener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Controla eventos de teclado, como pulsaciones de teclas y liberaciones.</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keyPressed, keyReleased, keyTyped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1683930415"/>
                  </a:ext>
                </a:extLst>
              </a:tr>
              <a:tr h="945529">
                <a:tc>
                  <a:txBody>
                    <a:bodyPr/>
                    <a:lstStyle/>
                    <a:p>
                      <a:pPr>
                        <a:lnSpc>
                          <a:spcPct val="107000"/>
                        </a:lnSpc>
                        <a:spcAft>
                          <a:spcPts val="800"/>
                        </a:spcAft>
                      </a:pPr>
                      <a:r>
                        <a:rPr lang="es-ES" sz="1800" err="1">
                          <a:effectLst/>
                        </a:rPr>
                        <a:t>MouseListener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Maneja eventos del ratón, como clics y entradas/salidas en un componente.</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n-GB" sz="1800">
                          <a:effectLst/>
                        </a:rPr>
                        <a:t>mouseClicked, mousePressed, mouseReleased, mouseEntered, mouseExited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587701054"/>
                  </a:ext>
                </a:extLst>
              </a:tr>
              <a:tr h="706115">
                <a:tc>
                  <a:txBody>
                    <a:bodyPr/>
                    <a:lstStyle/>
                    <a:p>
                      <a:pPr>
                        <a:lnSpc>
                          <a:spcPct val="107000"/>
                        </a:lnSpc>
                        <a:spcAft>
                          <a:spcPts val="800"/>
                        </a:spcAft>
                      </a:pPr>
                      <a:r>
                        <a:rPr lang="es-ES" sz="1800">
                          <a:effectLst/>
                        </a:rPr>
                        <a:t>MouseMotionListener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Captura eventos de movimiento del ratón, sin clic o con arrastrar.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mouseMoved, mouseDragged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1190714637"/>
                  </a:ext>
                </a:extLst>
              </a:tr>
              <a:tr h="1184938">
                <a:tc>
                  <a:txBody>
                    <a:bodyPr/>
                    <a:lstStyle/>
                    <a:p>
                      <a:pPr>
                        <a:lnSpc>
                          <a:spcPct val="107000"/>
                        </a:lnSpc>
                        <a:spcAft>
                          <a:spcPts val="800"/>
                        </a:spcAft>
                      </a:pPr>
                      <a:r>
                        <a:rPr lang="es-ES" sz="1800">
                          <a:effectLst/>
                        </a:rPr>
                        <a:t>WindowListener</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s-ES" sz="1800">
                          <a:effectLst/>
                        </a:rPr>
                        <a:t>Controla eventos de ventana, como cerrar, minimizar o maximizar ventanas.</a:t>
                      </a:r>
                      <a:endParaRPr lang="es-ES" sz="1800">
                        <a:effectLst/>
                        <a:latin typeface="Calibri" panose="020F0502020204030204" pitchFamily="34" charset="0"/>
                        <a:ea typeface="Calibri" panose="020F0502020204030204" pitchFamily="34" charset="0"/>
                      </a:endParaRPr>
                    </a:p>
                  </a:txBody>
                  <a:tcPr marL="64994" marR="64994" marT="0" marB="0"/>
                </a:tc>
                <a:tc>
                  <a:txBody>
                    <a:bodyPr/>
                    <a:lstStyle/>
                    <a:p>
                      <a:pPr>
                        <a:lnSpc>
                          <a:spcPct val="107000"/>
                        </a:lnSpc>
                        <a:spcAft>
                          <a:spcPts val="800"/>
                        </a:spcAft>
                      </a:pPr>
                      <a:r>
                        <a:rPr lang="en-GB" sz="1800" err="1">
                          <a:effectLst/>
                        </a:rPr>
                        <a:t>windowOpened</a:t>
                      </a:r>
                      <a:r>
                        <a:rPr lang="en-GB" sz="1800">
                          <a:effectLst/>
                        </a:rPr>
                        <a:t>, </a:t>
                      </a:r>
                      <a:r>
                        <a:rPr lang="en-GB" sz="1800" err="1">
                          <a:effectLst/>
                        </a:rPr>
                        <a:t>windowClosing</a:t>
                      </a:r>
                      <a:r>
                        <a:rPr lang="en-GB" sz="1800">
                          <a:effectLst/>
                        </a:rPr>
                        <a:t>, </a:t>
                      </a:r>
                      <a:r>
                        <a:rPr lang="en-GB" sz="1800" err="1">
                          <a:effectLst/>
                        </a:rPr>
                        <a:t>windowClosed</a:t>
                      </a:r>
                      <a:r>
                        <a:rPr lang="en-GB" sz="1800">
                          <a:effectLst/>
                        </a:rPr>
                        <a:t>, </a:t>
                      </a:r>
                      <a:r>
                        <a:rPr lang="en-GB" sz="1800" err="1">
                          <a:effectLst/>
                        </a:rPr>
                        <a:t>windowIconified</a:t>
                      </a:r>
                      <a:r>
                        <a:rPr lang="en-GB" sz="1800">
                          <a:effectLst/>
                        </a:rPr>
                        <a:t>, </a:t>
                      </a:r>
                      <a:r>
                        <a:rPr lang="en-GB" sz="1800" err="1">
                          <a:effectLst/>
                        </a:rPr>
                        <a:t>windowDeiconified</a:t>
                      </a:r>
                      <a:r>
                        <a:rPr lang="en-GB" sz="1800">
                          <a:effectLst/>
                        </a:rPr>
                        <a:t>, </a:t>
                      </a:r>
                      <a:r>
                        <a:rPr lang="en-GB" sz="1800" err="1">
                          <a:effectLst/>
                        </a:rPr>
                        <a:t>windowActivated</a:t>
                      </a:r>
                      <a:r>
                        <a:rPr lang="en-GB" sz="1800">
                          <a:effectLst/>
                        </a:rPr>
                        <a:t>, </a:t>
                      </a:r>
                      <a:r>
                        <a:rPr lang="en-GB" sz="1800" err="1">
                          <a:effectLst/>
                        </a:rPr>
                        <a:t>windowDeactivated</a:t>
                      </a:r>
                      <a:endParaRPr lang="es-ES" sz="1800">
                        <a:effectLst/>
                        <a:latin typeface="Calibri" panose="020F0502020204030204" pitchFamily="34" charset="0"/>
                        <a:ea typeface="Calibri" panose="020F0502020204030204" pitchFamily="34" charset="0"/>
                      </a:endParaRPr>
                    </a:p>
                  </a:txBody>
                  <a:tcPr marL="64994" marR="64994" marT="0" marB="0"/>
                </a:tc>
                <a:extLst>
                  <a:ext uri="{0D108BD9-81ED-4DB2-BD59-A6C34878D82A}">
                    <a16:rowId xmlns:a16="http://schemas.microsoft.com/office/drawing/2014/main" val="1101260819"/>
                  </a:ext>
                </a:extLst>
              </a:tr>
            </a:tbl>
          </a:graphicData>
        </a:graphic>
      </p:graphicFrame>
    </p:spTree>
    <p:extLst>
      <p:ext uri="{BB962C8B-B14F-4D97-AF65-F5344CB8AC3E}">
        <p14:creationId xmlns:p14="http://schemas.microsoft.com/office/powerpoint/2010/main" val="23608507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1AED997-8734-A5AC-0866-F6CD3EAE189A}"/>
              </a:ext>
            </a:extLst>
          </p:cNvPr>
          <p:cNvSpPr>
            <a:spLocks noGrp="1"/>
          </p:cNvSpPr>
          <p:nvPr>
            <p:ph type="title"/>
          </p:nvPr>
        </p:nvSpPr>
        <p:spPr>
          <a:xfrm>
            <a:off x="4572001" y="601744"/>
            <a:ext cx="6781800" cy="1338696"/>
          </a:xfrm>
        </p:spPr>
        <p:txBody>
          <a:bodyPr>
            <a:normAutofit/>
          </a:bodyPr>
          <a:lstStyle/>
          <a:p>
            <a:r>
              <a:rPr lang="es-ES" sz="3400" b="1" kern="100">
                <a:effectLst/>
                <a:highlight>
                  <a:srgbClr val="95DCF7"/>
                </a:highlight>
                <a:latin typeface="Verdana" panose="020B0604030504040204" pitchFamily="34" charset="0"/>
                <a:ea typeface="Aptos" panose="020B0004020202020204" pitchFamily="34" charset="0"/>
                <a:cs typeface="Times New Roman" panose="02020603050405020304" pitchFamily="18" charset="0"/>
              </a:rPr>
              <a:t>EVENTOS: ESCUCHADORES</a:t>
            </a:r>
            <a:br>
              <a:rPr lang="es-ES" sz="3400" kern="100">
                <a:effectLst/>
                <a:highlight>
                  <a:srgbClr val="95DCF7"/>
                </a:highlight>
                <a:latin typeface="Aptos" panose="020B0004020202020204" pitchFamily="34" charset="0"/>
                <a:ea typeface="Aptos" panose="020B0004020202020204" pitchFamily="34" charset="0"/>
                <a:cs typeface="Times New Roman" panose="02020603050405020304" pitchFamily="18" charset="0"/>
              </a:rPr>
            </a:br>
            <a:endParaRPr lang="es-ES" sz="3400"/>
          </a:p>
        </p:txBody>
      </p:sp>
      <p:pic>
        <p:nvPicPr>
          <p:cNvPr id="5" name="Picture 4">
            <a:extLst>
              <a:ext uri="{FF2B5EF4-FFF2-40B4-BE49-F238E27FC236}">
                <a16:creationId xmlns:a16="http://schemas.microsoft.com/office/drawing/2014/main" id="{B515F20B-45F6-2BF1-8F76-C48D025BE108}"/>
              </a:ext>
            </a:extLst>
          </p:cNvPr>
          <p:cNvPicPr>
            <a:picLocks noChangeAspect="1"/>
          </p:cNvPicPr>
          <p:nvPr/>
        </p:nvPicPr>
        <p:blipFill>
          <a:blip r:embed="rId2"/>
          <a:srcRect l="17303" r="51900"/>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Marcador de contenido 2">
            <a:extLst>
              <a:ext uri="{FF2B5EF4-FFF2-40B4-BE49-F238E27FC236}">
                <a16:creationId xmlns:a16="http://schemas.microsoft.com/office/drawing/2014/main" id="{3B370B7C-7B1D-2C7B-EDA8-36FB699D6727}"/>
              </a:ext>
            </a:extLst>
          </p:cNvPr>
          <p:cNvSpPr>
            <a:spLocks noGrp="1"/>
          </p:cNvSpPr>
          <p:nvPr>
            <p:ph idx="1"/>
          </p:nvPr>
        </p:nvSpPr>
        <p:spPr>
          <a:xfrm>
            <a:off x="4572001" y="2201958"/>
            <a:ext cx="6781800" cy="3900730"/>
          </a:xfrm>
        </p:spPr>
        <p:txBody>
          <a:bodyPr anchor="t">
            <a:normAutofit/>
          </a:bodyPr>
          <a:lstStyle/>
          <a:p>
            <a:pPr marL="742950" lvl="1" indent="-285750">
              <a:spcAft>
                <a:spcPts val="600"/>
              </a:spcAft>
              <a:buSzPts val="1000"/>
              <a:buFont typeface="Courier New" panose="02070309020205020404" pitchFamily="49" charset="0"/>
              <a:buChar char="o"/>
              <a:tabLst>
                <a:tab pos="914400" algn="l"/>
              </a:tabLst>
            </a:pPr>
            <a:r>
              <a:rPr lang="es-ES" sz="2000" kern="100">
                <a:effectLst/>
                <a:latin typeface="Verdana" panose="020B0604030504040204" pitchFamily="34" charset="0"/>
                <a:ea typeface="Aptos" panose="020B0004020202020204" pitchFamily="34" charset="0"/>
                <a:cs typeface="Times New Roman" panose="02020603050405020304" pitchFamily="18" charset="0"/>
              </a:rPr>
              <a:t>Un evento en Java es un objeto que representa una acción ocurrida en la aplicación, generalmente como resultado de la interacción del usuario. Los eventos son generados por componentes de la interfaz gráfica, como botones, ventanas, o campos de texto.</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914400">
              <a:spcAft>
                <a:spcPts val="600"/>
              </a:spcAft>
            </a:pPr>
            <a:r>
              <a:rPr lang="es-ES" sz="2000" kern="100">
                <a:effectLst/>
                <a:latin typeface="Verdana" panose="020B0604030504040204" pitchFamily="34" charset="0"/>
                <a:ea typeface="Aptos" panose="020B0004020202020204" pitchFamily="34" charset="0"/>
                <a:cs typeface="Times New Roman" panose="02020603050405020304" pitchFamily="18" charset="0"/>
              </a:rPr>
              <a:t> </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endParaRPr lang="es-ES" sz="2000"/>
          </a:p>
        </p:txBody>
      </p:sp>
    </p:spTree>
    <p:extLst>
      <p:ext uri="{BB962C8B-B14F-4D97-AF65-F5344CB8AC3E}">
        <p14:creationId xmlns:p14="http://schemas.microsoft.com/office/powerpoint/2010/main" val="27903696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1A064A-D192-5E09-98DE-36E287FFD7CA}"/>
              </a:ext>
            </a:extLst>
          </p:cNvPr>
          <p:cNvSpPr>
            <a:spLocks noGrp="1"/>
          </p:cNvSpPr>
          <p:nvPr>
            <p:ph type="title"/>
          </p:nvPr>
        </p:nvSpPr>
        <p:spPr>
          <a:xfrm>
            <a:off x="676275" y="-82550"/>
            <a:ext cx="10515600" cy="1025525"/>
          </a:xfrm>
        </p:spPr>
        <p:txBody>
          <a:bodyPr/>
          <a:lstStyle/>
          <a:p>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¿Qué son los Escuchadores (</a:t>
            </a:r>
            <a:r>
              <a:rPr lang="es-ES" sz="1800" b="1" kern="100" err="1">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Listeners</a:t>
            </a:r>
            <a:r>
              <a:rPr lang="es-ES" sz="1800" b="1" kern="100">
                <a:solidFill>
                  <a:srgbClr val="000000"/>
                </a:solidFill>
                <a:effectLst/>
                <a:highlight>
                  <a:srgbClr val="B3E5A1"/>
                </a:highlight>
                <a:latin typeface="Verdana" panose="020B0604030504040204" pitchFamily="34" charset="0"/>
                <a:ea typeface="Aptos" panose="020B0004020202020204" pitchFamily="34" charset="0"/>
                <a:cs typeface="Times New Roman" panose="02020603050405020304" pitchFamily="18" charset="0"/>
              </a:rPr>
              <a:t>) en Java?</a:t>
            </a:r>
            <a:endParaRPr lang="es-ES"/>
          </a:p>
        </p:txBody>
      </p:sp>
      <p:sp>
        <p:nvSpPr>
          <p:cNvPr id="3" name="Marcador de contenido 2">
            <a:extLst>
              <a:ext uri="{FF2B5EF4-FFF2-40B4-BE49-F238E27FC236}">
                <a16:creationId xmlns:a16="http://schemas.microsoft.com/office/drawing/2014/main" id="{D5D79FA2-B459-EEA2-793F-9CA1F44D1C06}"/>
              </a:ext>
            </a:extLst>
          </p:cNvPr>
          <p:cNvSpPr>
            <a:spLocks noGrp="1"/>
          </p:cNvSpPr>
          <p:nvPr>
            <p:ph idx="1"/>
          </p:nvPr>
        </p:nvSpPr>
        <p:spPr>
          <a:xfrm>
            <a:off x="152401" y="828674"/>
            <a:ext cx="11687174" cy="5743575"/>
          </a:xfrm>
        </p:spPr>
        <p:txBody>
          <a:bodyPr>
            <a:normAutofit fontScale="85000" lnSpcReduction="20000"/>
          </a:bodyPr>
          <a:lstStyle/>
          <a:p>
            <a:pPr>
              <a:spcBef>
                <a:spcPts val="0"/>
              </a:spcBef>
            </a:pPr>
            <a:r>
              <a:rPr lang="es-ES" sz="2000" kern="100">
                <a:effectLst/>
                <a:latin typeface="Verdana" panose="020B0604030504040204" pitchFamily="34" charset="0"/>
                <a:ea typeface="Aptos" panose="020B0004020202020204" pitchFamily="34" charset="0"/>
                <a:cs typeface="Times New Roman" panose="02020603050405020304" pitchFamily="18" charset="0"/>
              </a:rPr>
              <a:t>Un escuchador (</a:t>
            </a:r>
            <a:r>
              <a:rPr lang="es-ES" sz="2000" kern="100" err="1">
                <a:effectLst/>
                <a:latin typeface="Verdana" panose="020B0604030504040204" pitchFamily="34" charset="0"/>
                <a:ea typeface="Aptos" panose="020B0004020202020204" pitchFamily="34" charset="0"/>
                <a:cs typeface="Times New Roman" panose="02020603050405020304" pitchFamily="18" charset="0"/>
              </a:rPr>
              <a:t>listener</a:t>
            </a:r>
            <a:r>
              <a:rPr lang="es-ES" sz="2000" kern="100">
                <a:effectLst/>
                <a:latin typeface="Verdana" panose="020B0604030504040204" pitchFamily="34" charset="0"/>
                <a:ea typeface="Aptos" panose="020B0004020202020204" pitchFamily="34" charset="0"/>
                <a:cs typeface="Times New Roman" panose="02020603050405020304" pitchFamily="18" charset="0"/>
              </a:rPr>
              <a:t>) es una interfaz o clase que define métodos que responden a eventos específicos. Los escuchadores están asociados con componentes de la interfaz de usuario y esperan a que ocurran eventos para ejecutar el código correspondiente.</a:t>
            </a:r>
            <a:endParaRPr lang="es-ES" sz="20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500" b="1" kern="100">
                <a:effectLst/>
                <a:latin typeface="Verdana" panose="020B0604030504040204" pitchFamily="34" charset="0"/>
                <a:ea typeface="Aptos" panose="020B0004020202020204" pitchFamily="34" charset="0"/>
                <a:cs typeface="Times New Roman" panose="02020603050405020304" pitchFamily="18" charset="0"/>
              </a:rPr>
              <a:t>Uso:</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lgn="just">
              <a:lnSpc>
                <a:spcPct val="115000"/>
              </a:lnSpc>
              <a:spcBef>
                <a:spcPts val="0"/>
              </a:spcBef>
              <a:buSzPts val="1000"/>
              <a:buNone/>
              <a:tabLst>
                <a:tab pos="914400" algn="l"/>
              </a:tabLst>
            </a:pPr>
            <a:r>
              <a:rPr lang="es-ES" sz="1500" kern="100" err="1">
                <a:effectLst/>
                <a:latin typeface="Verdana" panose="020B0604030504040204" pitchFamily="34" charset="0"/>
                <a:ea typeface="Aptos" panose="020B0004020202020204" pitchFamily="34" charset="0"/>
                <a:cs typeface="Times New Roman" panose="02020603050405020304" pitchFamily="18" charset="0"/>
              </a:rPr>
              <a:t>ActionListener</a:t>
            </a:r>
            <a:r>
              <a:rPr lang="es-ES" sz="1500" kern="100">
                <a:effectLst/>
                <a:latin typeface="Verdana" panose="020B0604030504040204" pitchFamily="34" charset="0"/>
                <a:ea typeface="Aptos" panose="020B0004020202020204" pitchFamily="34" charset="0"/>
                <a:cs typeface="Times New Roman" panose="02020603050405020304" pitchFamily="18" charset="0"/>
              </a:rPr>
              <a:t> se utiliza para manejar eventos de acción, como cuando se hace clic en un botón.</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685800" indent="0" algn="just">
              <a:lnSpc>
                <a:spcPct val="115000"/>
              </a:lnSpc>
              <a:spcBef>
                <a:spcPts val="0"/>
              </a:spcBef>
              <a:buNone/>
            </a:pPr>
            <a:r>
              <a:rPr lang="es-ES" sz="1500" kern="100">
                <a:effectLst/>
                <a:latin typeface="Verdana" panose="020B0604030504040204" pitchFamily="34" charset="0"/>
                <a:ea typeface="Aptos" panose="020B0004020202020204" pitchFamily="34" charset="0"/>
                <a:cs typeface="Times New Roman" panose="02020603050405020304" pitchFamily="18" charset="0"/>
              </a:rPr>
              <a:t> </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500" b="1"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javax.swing</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java.awt.event</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public class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EjemploActionListener</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static void main(String[]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args</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frame = new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ActionListener");</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button = new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JButton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("Haz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aquí</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Registrar el escuchador</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button.addActionListener</a:t>
            </a: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s-ES"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ActionListener</a:t>
            </a: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public void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actionPerformed</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ActionEvent</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Botón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clickeado</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(button);</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frame.setSize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frame.setDefaultCloseOperation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JFrame.EXIT_ON_CLOSE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frame.setVisible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a:spcBef>
                <a:spcPts val="0"/>
              </a:spcBef>
            </a:pPr>
            <a:endParaRPr lang="es-ES" sz="3200"/>
          </a:p>
        </p:txBody>
      </p:sp>
    </p:spTree>
    <p:extLst>
      <p:ext uri="{BB962C8B-B14F-4D97-AF65-F5344CB8AC3E}">
        <p14:creationId xmlns:p14="http://schemas.microsoft.com/office/powerpoint/2010/main" val="37498556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7B735F-A7D8-2869-06AB-AF6799BDD112}"/>
              </a:ext>
            </a:extLst>
          </p:cNvPr>
          <p:cNvSpPr>
            <a:spLocks noGrp="1"/>
          </p:cNvSpPr>
          <p:nvPr>
            <p:ph type="title"/>
          </p:nvPr>
        </p:nvSpPr>
        <p:spPr>
          <a:xfrm>
            <a:off x="838200" y="365126"/>
            <a:ext cx="10515600" cy="425450"/>
          </a:xfrm>
        </p:spPr>
        <p:txBody>
          <a:bodyPr/>
          <a:lstStyle/>
          <a:p>
            <a:r>
              <a:rPr lang="en-GB" sz="1800" b="1" err="1">
                <a:effectLst/>
                <a:latin typeface="Verdana" panose="020B0604030504040204" pitchFamily="34" charset="0"/>
                <a:ea typeface="Aptos" panose="020B0004020202020204" pitchFamily="34" charset="0"/>
                <a:cs typeface="Times New Roman" panose="02020603050405020304" pitchFamily="18" charset="0"/>
              </a:rPr>
              <a:t>MouseListener</a:t>
            </a:r>
            <a:r>
              <a:rPr lang="en-GB" sz="1800" b="1">
                <a:effectLst/>
                <a:latin typeface="Verdana" panose="020B0604030504040204" pitchFamily="34" charset="0"/>
                <a:ea typeface="Aptos" panose="020B0004020202020204" pitchFamily="34" charset="0"/>
                <a:cs typeface="Times New Roman" panose="02020603050405020304" pitchFamily="18" charset="0"/>
              </a:rPr>
              <a:t> (para </a:t>
            </a:r>
            <a:r>
              <a:rPr lang="en-GB" sz="1800" b="1" err="1">
                <a:effectLst/>
                <a:latin typeface="Verdana" panose="020B0604030504040204" pitchFamily="34" charset="0"/>
                <a:ea typeface="Aptos" panose="020B0004020202020204" pitchFamily="34" charset="0"/>
                <a:cs typeface="Times New Roman" panose="02020603050405020304" pitchFamily="18" charset="0"/>
              </a:rPr>
              <a:t>MouseEvent</a:t>
            </a:r>
            <a:r>
              <a:rPr lang="en-GB" sz="1800" b="1">
                <a:effectLst/>
                <a:latin typeface="Verdana" panose="020B0604030504040204" pitchFamily="34" charset="0"/>
                <a:ea typeface="Aptos" panose="020B0004020202020204" pitchFamily="34" charset="0"/>
                <a:cs typeface="Times New Roman" panose="02020603050405020304" pitchFamily="18" charset="0"/>
              </a:rPr>
              <a:t>)</a:t>
            </a:r>
            <a:endParaRPr lang="es-ES"/>
          </a:p>
        </p:txBody>
      </p:sp>
      <p:sp>
        <p:nvSpPr>
          <p:cNvPr id="3" name="Marcador de contenido 2">
            <a:extLst>
              <a:ext uri="{FF2B5EF4-FFF2-40B4-BE49-F238E27FC236}">
                <a16:creationId xmlns:a16="http://schemas.microsoft.com/office/drawing/2014/main" id="{0D692E8D-572C-D9AF-F946-205B2DA3C6C5}"/>
              </a:ext>
            </a:extLst>
          </p:cNvPr>
          <p:cNvSpPr>
            <a:spLocks noGrp="1"/>
          </p:cNvSpPr>
          <p:nvPr>
            <p:ph idx="1"/>
          </p:nvPr>
        </p:nvSpPr>
        <p:spPr>
          <a:xfrm>
            <a:off x="200025" y="790576"/>
            <a:ext cx="11620500" cy="5715000"/>
          </a:xfrm>
        </p:spPr>
        <p:txBody>
          <a:bodyPr>
            <a:normAutofit fontScale="92500" lnSpcReduction="10000"/>
          </a:bodyPr>
          <a:lstStyle/>
          <a:p>
            <a:pPr marL="457200" lvl="1" indent="0" algn="just">
              <a:lnSpc>
                <a:spcPct val="115000"/>
              </a:lnSpc>
              <a:spcBef>
                <a:spcPts val="0"/>
              </a:spcBef>
              <a:buSzPts val="1000"/>
              <a:buNone/>
              <a:tabLst>
                <a:tab pos="914400" algn="l"/>
              </a:tabLst>
            </a:pPr>
            <a:r>
              <a:rPr lang="es-ES" sz="1500" kern="100" err="1">
                <a:effectLst/>
                <a:latin typeface="Verdana" panose="020B0604030504040204" pitchFamily="34" charset="0"/>
                <a:ea typeface="Aptos" panose="020B0004020202020204" pitchFamily="34" charset="0"/>
                <a:cs typeface="Times New Roman" panose="02020603050405020304" pitchFamily="18" charset="0"/>
              </a:rPr>
              <a:t>MouseListener</a:t>
            </a:r>
            <a:r>
              <a:rPr lang="es-ES" sz="1500" kern="100">
                <a:effectLst/>
                <a:latin typeface="Verdana" panose="020B0604030504040204" pitchFamily="34" charset="0"/>
                <a:ea typeface="Aptos" panose="020B0004020202020204" pitchFamily="34" charset="0"/>
                <a:cs typeface="Times New Roman" panose="02020603050405020304" pitchFamily="18" charset="0"/>
              </a:rPr>
              <a:t> se utiliza para manejar eventos relacionados con el ratón, como clics, entradas y salidas del ratón en un componente.</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500" b="1"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700" kern="10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javax.swing</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java.awt.event</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public class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EjemploMouseListener</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static void main(String[]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args</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frame = new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MouseListener</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panel = new </a:t>
            </a:r>
            <a:r>
              <a:rPr lang="es-ES"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JPanel</a:t>
            </a: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Registrar el escuchador</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panel.addMouseListener</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MouseAdapter</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mouseClicked</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MouseEvent</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("Mouse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clickeado</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posición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e.getX</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 " +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e.getY</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(panel);</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frame.setSize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frame.setDefaultCloseOperation</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JFrame.EXIT_ON_CLOSE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5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frame.setVisible</a:t>
            </a: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5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7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Bef>
                <a:spcPts val="0"/>
              </a:spcBef>
              <a:buNone/>
            </a:pPr>
            <a:endParaRPr lang="es-ES" sz="3600"/>
          </a:p>
        </p:txBody>
      </p:sp>
    </p:spTree>
    <p:extLst>
      <p:ext uri="{BB962C8B-B14F-4D97-AF65-F5344CB8AC3E}">
        <p14:creationId xmlns:p14="http://schemas.microsoft.com/office/powerpoint/2010/main" val="33996880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A96F1C-A064-9049-D722-92A641CBD11E}"/>
              </a:ext>
            </a:extLst>
          </p:cNvPr>
          <p:cNvSpPr>
            <a:spLocks noGrp="1"/>
          </p:cNvSpPr>
          <p:nvPr>
            <p:ph type="title"/>
          </p:nvPr>
        </p:nvSpPr>
        <p:spPr>
          <a:xfrm>
            <a:off x="838200" y="107951"/>
            <a:ext cx="10515600" cy="315912"/>
          </a:xfrm>
        </p:spPr>
        <p:txBody>
          <a:bodyPr>
            <a:noAutofit/>
          </a:bodyPr>
          <a:lstStyle/>
          <a:p>
            <a:r>
              <a:rPr lang="en-GB" sz="1600" b="1" kern="100" err="1">
                <a:effectLst/>
                <a:latin typeface="Verdana" panose="020B0604030504040204" pitchFamily="34" charset="0"/>
                <a:ea typeface="Aptos" panose="020B0004020202020204" pitchFamily="34" charset="0"/>
                <a:cs typeface="Times New Roman" panose="02020603050405020304" pitchFamily="18" charset="0"/>
              </a:rPr>
              <a:t>KeyListener</a:t>
            </a:r>
            <a:r>
              <a:rPr lang="en-GB" sz="1600" b="1" kern="100">
                <a:effectLst/>
                <a:latin typeface="Verdana" panose="020B0604030504040204" pitchFamily="34" charset="0"/>
                <a:ea typeface="Aptos" panose="020B0004020202020204" pitchFamily="34" charset="0"/>
                <a:cs typeface="Times New Roman" panose="02020603050405020304" pitchFamily="18" charset="0"/>
              </a:rPr>
              <a:t> (para </a:t>
            </a:r>
            <a:r>
              <a:rPr lang="en-GB" sz="1600" b="1" kern="100" err="1">
                <a:effectLst/>
                <a:latin typeface="Verdana" panose="020B0604030504040204" pitchFamily="34" charset="0"/>
                <a:ea typeface="Aptos" panose="020B0004020202020204" pitchFamily="34" charset="0"/>
                <a:cs typeface="Times New Roman" panose="02020603050405020304" pitchFamily="18" charset="0"/>
              </a:rPr>
              <a:t>KeyEvent</a:t>
            </a:r>
            <a:r>
              <a:rPr lang="en-GB" sz="1600" b="1" kern="100">
                <a:effectLst/>
                <a:latin typeface="Verdana" panose="020B0604030504040204" pitchFamily="34" charset="0"/>
                <a:ea typeface="Aptos" panose="020B0004020202020204" pitchFamily="34" charset="0"/>
                <a:cs typeface="Times New Roman" panose="02020603050405020304" pitchFamily="18" charset="0"/>
              </a:rPr>
              <a:t>)</a:t>
            </a:r>
            <a:endParaRPr lang="es-ES" sz="1600"/>
          </a:p>
        </p:txBody>
      </p:sp>
      <p:sp>
        <p:nvSpPr>
          <p:cNvPr id="3" name="Marcador de contenido 2">
            <a:extLst>
              <a:ext uri="{FF2B5EF4-FFF2-40B4-BE49-F238E27FC236}">
                <a16:creationId xmlns:a16="http://schemas.microsoft.com/office/drawing/2014/main" id="{81C69264-13D4-D8B0-DC6E-73A4E954A034}"/>
              </a:ext>
            </a:extLst>
          </p:cNvPr>
          <p:cNvSpPr>
            <a:spLocks noGrp="1"/>
          </p:cNvSpPr>
          <p:nvPr>
            <p:ph idx="1"/>
          </p:nvPr>
        </p:nvSpPr>
        <p:spPr>
          <a:xfrm>
            <a:off x="295274" y="501650"/>
            <a:ext cx="11496675" cy="6146800"/>
          </a:xfrm>
        </p:spPr>
        <p:txBody>
          <a:bodyPr>
            <a:normAutofit lnSpcReduction="10000"/>
          </a:bodyPr>
          <a:lstStyle/>
          <a:p>
            <a:pPr indent="0" algn="just">
              <a:lnSpc>
                <a:spcPct val="115000"/>
              </a:lnSpc>
              <a:spcBef>
                <a:spcPts val="0"/>
              </a:spcBef>
              <a:buNone/>
            </a:pPr>
            <a:r>
              <a:rPr lang="en-GB" sz="1400" b="1" kern="100">
                <a:effectLst/>
                <a:latin typeface="Verdana" panose="020B0604030504040204" pitchFamily="34" charset="0"/>
                <a:ea typeface="Aptos" panose="020B0004020202020204" pitchFamily="34" charset="0"/>
                <a:cs typeface="Times New Roman" panose="02020603050405020304" pitchFamily="18" charset="0"/>
              </a:rPr>
              <a:t> </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lgn="just">
              <a:lnSpc>
                <a:spcPct val="115000"/>
              </a:lnSpc>
              <a:spcBef>
                <a:spcPts val="0"/>
              </a:spcBef>
              <a:buSzPts val="1000"/>
              <a:buNone/>
              <a:tabLst>
                <a:tab pos="914400" algn="l"/>
              </a:tabLst>
            </a:pPr>
            <a:r>
              <a:rPr lang="es-ES" sz="1400" kern="100" err="1">
                <a:effectLst/>
                <a:latin typeface="Verdana" panose="020B0604030504040204" pitchFamily="34" charset="0"/>
                <a:ea typeface="Aptos" panose="020B0004020202020204" pitchFamily="34" charset="0"/>
                <a:cs typeface="Times New Roman" panose="02020603050405020304" pitchFamily="18" charset="0"/>
              </a:rPr>
              <a:t>KeyListener</a:t>
            </a:r>
            <a:r>
              <a:rPr lang="es-ES" sz="1400" kern="100">
                <a:effectLst/>
                <a:latin typeface="Verdana" panose="020B0604030504040204" pitchFamily="34" charset="0"/>
                <a:ea typeface="Aptos" panose="020B0004020202020204" pitchFamily="34" charset="0"/>
                <a:cs typeface="Times New Roman" panose="02020603050405020304" pitchFamily="18" charset="0"/>
              </a:rPr>
              <a:t> se utiliza para manejar eventos de teclado, como la pulsación y liberación de teclas.</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javax.swing</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java.awt.event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public class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EjemploKeyListener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static void main(String[]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args</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frame = 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(20);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Registrar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el</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escuchador</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textField.addKeyListener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KeyAdapter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keyPressed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KeyEvent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s-ES"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("Tecla presionada: " + </a:t>
            </a:r>
            <a:r>
              <a:rPr lang="es-ES"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e.getKeyChar</a:t>
            </a:r>
            <a:r>
              <a:rPr lang="es-ES"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textField</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frame.setSize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frame.setDefaultCloseOperation</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JFrame.EXIT_ON_CLOSE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frame.setVisible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Bef>
                <a:spcPts val="0"/>
              </a:spcBef>
              <a:buNone/>
            </a:pPr>
            <a:endParaRPr lang="es-ES" sz="3600"/>
          </a:p>
        </p:txBody>
      </p:sp>
    </p:spTree>
    <p:extLst>
      <p:ext uri="{BB962C8B-B14F-4D97-AF65-F5344CB8AC3E}">
        <p14:creationId xmlns:p14="http://schemas.microsoft.com/office/powerpoint/2010/main" val="29758282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7809F-D382-2497-4620-2F3D619CAFD1}"/>
              </a:ext>
            </a:extLst>
          </p:cNvPr>
          <p:cNvSpPr>
            <a:spLocks noGrp="1"/>
          </p:cNvSpPr>
          <p:nvPr>
            <p:ph type="title"/>
          </p:nvPr>
        </p:nvSpPr>
        <p:spPr>
          <a:xfrm>
            <a:off x="838200" y="127001"/>
            <a:ext cx="10515600" cy="482600"/>
          </a:xfrm>
        </p:spPr>
        <p:txBody>
          <a:bodyPr/>
          <a:lstStyle/>
          <a:p>
            <a:r>
              <a:rPr lang="en-GB" sz="1800" b="1" kern="100" err="1">
                <a:effectLst/>
                <a:latin typeface="Verdana" panose="020B0604030504040204" pitchFamily="34" charset="0"/>
                <a:ea typeface="Aptos" panose="020B0004020202020204" pitchFamily="34" charset="0"/>
                <a:cs typeface="Times New Roman" panose="02020603050405020304" pitchFamily="18" charset="0"/>
              </a:rPr>
              <a:t>WindowListener</a:t>
            </a:r>
            <a:r>
              <a:rPr lang="en-GB" sz="1800" b="1" kern="100">
                <a:effectLst/>
                <a:latin typeface="Verdana" panose="020B0604030504040204" pitchFamily="34" charset="0"/>
                <a:ea typeface="Aptos" panose="020B0004020202020204" pitchFamily="34" charset="0"/>
                <a:cs typeface="Times New Roman" panose="02020603050405020304" pitchFamily="18" charset="0"/>
              </a:rPr>
              <a:t> (para </a:t>
            </a:r>
            <a:r>
              <a:rPr lang="en-GB" sz="1800" b="1" kern="100" err="1">
                <a:effectLst/>
                <a:latin typeface="Verdana" panose="020B0604030504040204" pitchFamily="34" charset="0"/>
                <a:ea typeface="Aptos" panose="020B0004020202020204" pitchFamily="34" charset="0"/>
                <a:cs typeface="Times New Roman" panose="02020603050405020304" pitchFamily="18" charset="0"/>
              </a:rPr>
              <a:t>WindowEvent</a:t>
            </a:r>
            <a:r>
              <a:rPr lang="en-GB" sz="1800" b="1" kern="100">
                <a:effectLst/>
                <a:latin typeface="Verdana" panose="020B0604030504040204" pitchFamily="34" charset="0"/>
                <a:ea typeface="Aptos" panose="020B0004020202020204" pitchFamily="34" charset="0"/>
                <a:cs typeface="Times New Roman" panose="02020603050405020304" pitchFamily="18" charset="0"/>
              </a:rPr>
              <a:t>)</a:t>
            </a:r>
            <a:endParaRPr lang="es-ES"/>
          </a:p>
        </p:txBody>
      </p:sp>
      <p:sp>
        <p:nvSpPr>
          <p:cNvPr id="3" name="Marcador de contenido 2">
            <a:extLst>
              <a:ext uri="{FF2B5EF4-FFF2-40B4-BE49-F238E27FC236}">
                <a16:creationId xmlns:a16="http://schemas.microsoft.com/office/drawing/2014/main" id="{232328B9-ADEE-612D-314B-741287E2B8AC}"/>
              </a:ext>
            </a:extLst>
          </p:cNvPr>
          <p:cNvSpPr>
            <a:spLocks noGrp="1"/>
          </p:cNvSpPr>
          <p:nvPr>
            <p:ph idx="1"/>
          </p:nvPr>
        </p:nvSpPr>
        <p:spPr>
          <a:xfrm>
            <a:off x="400050" y="752475"/>
            <a:ext cx="10953750" cy="5424488"/>
          </a:xfrm>
        </p:spPr>
        <p:txBody>
          <a:bodyPr>
            <a:normAutofit lnSpcReduction="10000"/>
          </a:bodyPr>
          <a:lstStyle/>
          <a:p>
            <a:pPr marL="0" lvl="0" indent="0" algn="just">
              <a:lnSpc>
                <a:spcPct val="115000"/>
              </a:lnSpc>
              <a:spcBef>
                <a:spcPts val="0"/>
              </a:spcBef>
              <a:buSzPts val="1000"/>
              <a:buNone/>
              <a:tabLst>
                <a:tab pos="4572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Uso: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457200" lvl="1" indent="0" algn="just">
              <a:lnSpc>
                <a:spcPct val="115000"/>
              </a:lnSpc>
              <a:spcBef>
                <a:spcPts val="0"/>
              </a:spcBef>
              <a:buSzPts val="1000"/>
              <a:buNone/>
              <a:tabLst>
                <a:tab pos="914400" algn="l"/>
              </a:tabLst>
            </a:pPr>
            <a:r>
              <a:rPr lang="es-ES" sz="1400" kern="100" err="1">
                <a:effectLst/>
                <a:latin typeface="Verdana" panose="020B0604030504040204" pitchFamily="34" charset="0"/>
                <a:ea typeface="Aptos" panose="020B0004020202020204" pitchFamily="34" charset="0"/>
                <a:cs typeface="Times New Roman" panose="02020603050405020304" pitchFamily="18" charset="0"/>
              </a:rPr>
              <a:t>WindowListener</a:t>
            </a:r>
            <a:r>
              <a:rPr lang="es-ES" sz="1400" kern="100">
                <a:effectLst/>
                <a:latin typeface="Verdana" panose="020B0604030504040204" pitchFamily="34" charset="0"/>
                <a:ea typeface="Aptos" panose="020B0004020202020204" pitchFamily="34" charset="0"/>
                <a:cs typeface="Times New Roman" panose="02020603050405020304" pitchFamily="18" charset="0"/>
              </a:rPr>
              <a:t> maneja eventos de ventana, como abrir, cerrar, minimizar o maximizar la ventana.</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Bef>
                <a:spcPts val="0"/>
              </a:spcBef>
              <a:buSzPts val="1000"/>
              <a:buNone/>
              <a:tabLst>
                <a:tab pos="457200" algn="l"/>
              </a:tabLst>
            </a:pPr>
            <a:r>
              <a:rPr lang="es-ES" sz="1400" b="1" kern="100">
                <a:effectLst/>
                <a:latin typeface="Verdana" panose="020B0604030504040204" pitchFamily="34" charset="0"/>
                <a:ea typeface="Aptos" panose="020B0004020202020204" pitchFamily="34" charset="0"/>
                <a:cs typeface="Times New Roman" panose="02020603050405020304" pitchFamily="18" charset="0"/>
              </a:rPr>
              <a:t>Ejemplo:</a:t>
            </a:r>
            <a:endParaRPr lang="es-ES" sz="1600" kern="10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javax.swing</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import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java.awt.event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public class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EjemploWindowListener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static void main(String[]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args</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frame = 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JFrame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Ejemplo</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 Registrar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el</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escuchador</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frame.addWindowListener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(new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WindowAdapter</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@Override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public void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windowClosing</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WindowEvent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e)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s-ES"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System.out.println</a:t>
            </a:r>
            <a:r>
              <a:rPr lang="es-ES"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("Ventana cerrándose");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s-ES"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System.exit</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frame.setSize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(300, 200);</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r>
              <a:rPr lang="en-GB" sz="1400" kern="100" err="1">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frame.setVisible</a:t>
            </a: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(true);</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    }</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Bef>
                <a:spcPts val="0"/>
              </a:spcBef>
              <a:buNone/>
            </a:pPr>
            <a:r>
              <a:rPr lang="en-GB" sz="1400" kern="100">
                <a:solidFill>
                  <a:srgbClr val="000000"/>
                </a:solidFill>
                <a:effectLst/>
                <a:highlight>
                  <a:srgbClr val="D9F2D0"/>
                </a:highlight>
                <a:latin typeface="Consolas" panose="020B0609020204030204" pitchFamily="49" charset="0"/>
                <a:ea typeface="Aptos" panose="020B0004020202020204" pitchFamily="34" charset="0"/>
                <a:cs typeface="Times New Roman" panose="02020603050405020304" pitchFamily="18" charset="0"/>
              </a:rPr>
              <a:t>}</a:t>
            </a:r>
            <a:endParaRPr lang="es-ES" sz="1600" kern="100">
              <a:effectLst/>
              <a:highlight>
                <a:srgbClr val="D9F2D0"/>
              </a:highlight>
              <a:latin typeface="Aptos" panose="020B0004020202020204" pitchFamily="34" charset="0"/>
              <a:ea typeface="Aptos" panose="020B0004020202020204" pitchFamily="34" charset="0"/>
              <a:cs typeface="Times New Roman" panose="02020603050405020304" pitchFamily="18" charset="0"/>
            </a:endParaRPr>
          </a:p>
          <a:p>
            <a:pPr marL="0" indent="0">
              <a:spcBef>
                <a:spcPts val="0"/>
              </a:spcBef>
              <a:buNone/>
            </a:pPr>
            <a:endParaRPr lang="es-ES" sz="3600"/>
          </a:p>
        </p:txBody>
      </p:sp>
    </p:spTree>
    <p:extLst>
      <p:ext uri="{BB962C8B-B14F-4D97-AF65-F5344CB8AC3E}">
        <p14:creationId xmlns:p14="http://schemas.microsoft.com/office/powerpoint/2010/main" val="16676232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52D083-4C0B-36A1-62E4-EC44F8A0B379}"/>
              </a:ext>
            </a:extLst>
          </p:cNvPr>
          <p:cNvSpPr>
            <a:spLocks noGrp="1"/>
          </p:cNvSpPr>
          <p:nvPr>
            <p:ph type="title"/>
          </p:nvPr>
        </p:nvSpPr>
        <p:spPr>
          <a:xfrm>
            <a:off x="1266825" y="18255"/>
            <a:ext cx="10515600" cy="1325563"/>
          </a:xfrm>
        </p:spPr>
        <p:txBody>
          <a:bodyPr/>
          <a:lstStyle/>
          <a:p>
            <a:r>
              <a:rPr lang="es-ES"/>
              <a:t>ALTERNATIVAS A WINDOWSBUILDER</a:t>
            </a:r>
          </a:p>
        </p:txBody>
      </p:sp>
      <p:graphicFrame>
        <p:nvGraphicFramePr>
          <p:cNvPr id="4" name="Marcador de contenido 3">
            <a:extLst>
              <a:ext uri="{FF2B5EF4-FFF2-40B4-BE49-F238E27FC236}">
                <a16:creationId xmlns:a16="http://schemas.microsoft.com/office/drawing/2014/main" id="{53D3F9E0-3258-46C8-38B3-450B0A4A4509}"/>
              </a:ext>
            </a:extLst>
          </p:cNvPr>
          <p:cNvGraphicFramePr>
            <a:graphicFrameLocks noGrp="1"/>
          </p:cNvGraphicFramePr>
          <p:nvPr>
            <p:ph idx="1"/>
            <p:extLst>
              <p:ext uri="{D42A27DB-BD31-4B8C-83A1-F6EECF244321}">
                <p14:modId xmlns:p14="http://schemas.microsoft.com/office/powerpoint/2010/main" val="3803038823"/>
              </p:ext>
            </p:extLst>
          </p:nvPr>
        </p:nvGraphicFramePr>
        <p:xfrm>
          <a:off x="485775" y="1504950"/>
          <a:ext cx="10868025" cy="4672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156998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81</Slides>
  <Notes>5</Notes>
  <HiddenSlides>0</HiddenSlide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Tema de Office</vt:lpstr>
      <vt:lpstr>2. Confección de interfaces de usuario y creación de componentes visuales. </vt:lpstr>
      <vt:lpstr>PowerPoint Presentation</vt:lpstr>
      <vt:lpstr>Contenedores</vt:lpstr>
      <vt:lpstr>Contenedores</vt:lpstr>
      <vt:lpstr>Tipos de contenedores</vt:lpstr>
      <vt:lpstr>Ejemplo</vt:lpstr>
      <vt:lpstr>Contenedores secundarios</vt:lpstr>
      <vt:lpstr>Ejemplo: dos contenedores</vt:lpstr>
      <vt:lpstr>Ejemplo: dos contenedores</vt:lpstr>
      <vt:lpstr>Componentes: características y campo de aplicación </vt:lpstr>
      <vt:lpstr>Componentes</vt:lpstr>
      <vt:lpstr>IMPORTANTE: PARA QUE PUEDA TENER FUNCIONALIDAD EL BÓTON, DEBERIA AÑADIR UN  LAYOUT, AQUÍ TIENES LA VENTANA CON UN ABSOLUTE LAYOUT</vt:lpstr>
      <vt:lpstr>Botones (JButton) </vt:lpstr>
      <vt:lpstr>Campos de Texto (JTextField y JTextArea) </vt:lpstr>
      <vt:lpstr>Etiquetas (JLabel) </vt:lpstr>
      <vt:lpstr>Casillas de Verificación (JCheckBox) </vt:lpstr>
      <vt:lpstr>Botones de Opción (JRadioButton)</vt:lpstr>
      <vt:lpstr>Listas (JList) </vt:lpstr>
      <vt:lpstr>Menús (JMenu, JMenuBar, JMenuItem)</vt:lpstr>
      <vt:lpstr>Barras de Progreso (JProgressBar)</vt:lpstr>
      <vt:lpstr>Propiedades de los Componentes: Modificación de Propiedades</vt:lpstr>
      <vt:lpstr>Propiedades de los Componentes: Modificación de Propiedades</vt:lpstr>
      <vt:lpstr>Propiedades de los Componentes: Modificación de Propiedades</vt:lpstr>
      <vt:lpstr>Modificación de Propiedades en Tiempo de Ejecución </vt:lpstr>
      <vt:lpstr>Personalización Avanzada de Componentes </vt:lpstr>
      <vt:lpstr>Añadir y Eliminar Componentes en la Interfaz </vt:lpstr>
      <vt:lpstr>Añadir y Eliminar Componentes en la Interfaz</vt:lpstr>
      <vt:lpstr>ENLACE DE COMPONENTES A ORÍGENES DE DATOS </vt:lpstr>
      <vt:lpstr>PowerPoint Presentation</vt:lpstr>
      <vt:lpstr>Actualización Automática con Listeners: </vt:lpstr>
      <vt:lpstr>DIVERSOS TIPOS DE CONTENEDORES EN ENTORNOS MULTIPLATAFORMA. </vt:lpstr>
      <vt:lpstr>Saber más: ComponentUI</vt:lpstr>
      <vt:lpstr>Ejemplo</vt:lpstr>
      <vt:lpstr>COMPONENTES: CARACTERÍSTICAS Y CAMPO DE APLICACIÓN.</vt:lpstr>
      <vt:lpstr>Crear un menu</vt:lpstr>
      <vt:lpstr>Explicación del código</vt:lpstr>
      <vt:lpstr>Ejercicio 1</vt:lpstr>
      <vt:lpstr>EVENTOS; ESCUCHADORES. </vt:lpstr>
      <vt:lpstr>Ejemplo</vt:lpstr>
      <vt:lpstr>Diversos Tipos de Administradores de Diseño (Layout Managers) </vt:lpstr>
      <vt:lpstr>Diversos Tipos de Administradores de Diseño (Layout Managers) Layouts en WindowBuilder</vt:lpstr>
      <vt:lpstr>Los más usados</vt:lpstr>
      <vt:lpstr>Layout </vt:lpstr>
      <vt:lpstr>FlowLayout: </vt:lpstr>
      <vt:lpstr>BorderLayout: </vt:lpstr>
      <vt:lpstr>GridLayout:</vt:lpstr>
      <vt:lpstr>CardLayout: </vt:lpstr>
      <vt:lpstr>GridBagLayout: </vt:lpstr>
      <vt:lpstr>BoxLayout: </vt:lpstr>
      <vt:lpstr>Administradores por Defecto Asociados a Cada Contenedor </vt:lpstr>
      <vt:lpstr>Asociación de acciones a eventos. Programación de eventos </vt:lpstr>
      <vt:lpstr>Conceptos Clave en la Programación de Eventos </vt:lpstr>
      <vt:lpstr>ActionEvent y ActionListener: </vt:lpstr>
      <vt:lpstr>MouseEvent y MouseListener: </vt:lpstr>
      <vt:lpstr>KeyEvent y KeyListener: </vt:lpstr>
      <vt:lpstr>FocusEvent y FocusListener: </vt:lpstr>
      <vt:lpstr>WindowEvent y WindowListener: </vt:lpstr>
      <vt:lpstr>Implementación de Listeners: Clases Anónimas y Expresiones Lambda </vt:lpstr>
      <vt:lpstr>Expresiones Lambda: </vt:lpstr>
      <vt:lpstr>Manejando Múltiples Eventos</vt:lpstr>
      <vt:lpstr>Añadir actionPerformed </vt:lpstr>
      <vt:lpstr>Sabias que: El hilo de despacho de eventos</vt:lpstr>
      <vt:lpstr>Ejercicio 1</vt:lpstr>
      <vt:lpstr>Ejemplo</vt:lpstr>
      <vt:lpstr>Importante</vt:lpstr>
      <vt:lpstr>Ejercicio</vt:lpstr>
      <vt:lpstr>Diálogos modales y no modales </vt:lpstr>
      <vt:lpstr>PowerPoint Presentation</vt:lpstr>
      <vt:lpstr>PowerPoint Presentation</vt:lpstr>
      <vt:lpstr>CLASE JDIALOG</vt:lpstr>
      <vt:lpstr>La clase JFileChooser </vt:lpstr>
      <vt:lpstr>PowerPoint Presentation</vt:lpstr>
      <vt:lpstr>SHOWINPUTDIALOG</vt:lpstr>
      <vt:lpstr>Eventos: escuchadores </vt:lpstr>
      <vt:lpstr>PowerPoint Presentation</vt:lpstr>
      <vt:lpstr>EVENTOS: ESCUCHADORES </vt:lpstr>
      <vt:lpstr>¿Qué son los Escuchadores (Listeners) en Java?</vt:lpstr>
      <vt:lpstr>MouseListener (para MouseEvent)</vt:lpstr>
      <vt:lpstr>KeyListener (para KeyEvent)</vt:lpstr>
      <vt:lpstr>WindowListener (para WindowEvent)</vt:lpstr>
      <vt:lpstr>ALTERNATIVAS A WINDOWSBUILDER</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Confección de interfaces de usuario y creación de componentes visuales. </dc:title>
  <dc:creator>Alberto Ruiz</dc:creator>
  <cp:revision>1</cp:revision>
  <dcterms:created xsi:type="dcterms:W3CDTF">2023-10-22T15:56:33Z</dcterms:created>
  <dcterms:modified xsi:type="dcterms:W3CDTF">2024-10-18T07:45:01Z</dcterms:modified>
</cp:coreProperties>
</file>