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Personas debatiendo ">
            <a:extLst>
              <a:ext uri="{FF2B5EF4-FFF2-40B4-BE49-F238E27FC236}">
                <a16:creationId xmlns:a16="http://schemas.microsoft.com/office/drawing/2014/main" id="{87E3B98E-B285-1E7D-C3C8-CCBDB38027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3781" r="21004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4500">
                <a:solidFill>
                  <a:srgbClr val="FFFFFF"/>
                </a:solidFill>
              </a:rPr>
              <a:t>JavaBeans en Java – Explicación Detallada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500">
                <a:solidFill>
                  <a:srgbClr val="FFFFFF"/>
                </a:solidFill>
              </a:rPr>
              <a:t>Arquitectura, reglas, ejemplos prácticos y uso en aplicaciones</a:t>
            </a:r>
          </a:p>
          <a:p>
            <a:pPr>
              <a:lnSpc>
                <a:spcPct val="90000"/>
              </a:lnSpc>
            </a:pPr>
            <a:r>
              <a:rPr lang="es-ES" sz="2500">
                <a:solidFill>
                  <a:srgbClr val="FFFFFF"/>
                </a:solidFill>
              </a:rPr>
              <a:t>DAM / DAW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 JavaBean?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Es una clase Java reutilizable que sigue unas reglas estándar.</a:t>
            </a:r>
          </a:p>
          <a:p>
            <a:r>
              <a:rPr lang="es-ES" sz="1900"/>
              <a:t>Se utiliza para encapsular datos (modelo de datos).</a:t>
            </a:r>
          </a:p>
          <a:p>
            <a:r>
              <a:rPr lang="es-ES" sz="1900"/>
              <a:t>Muy usado en aplicaciones web y empresariales.</a:t>
            </a:r>
          </a:p>
          <a:p>
            <a:r>
              <a:rPr lang="es-ES" sz="1900"/>
              <a:t>Forma parte del modelo MVC.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Objetivo de los JavaBeans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Encapsular datos en objetos.</a:t>
            </a:r>
          </a:p>
          <a:p>
            <a:r>
              <a:rPr lang="es-ES" sz="1900"/>
              <a:t>Separar lógica de negocio y presentación.</a:t>
            </a:r>
          </a:p>
          <a:p>
            <a:r>
              <a:rPr lang="es-ES" sz="1900"/>
              <a:t>Facilitar reutilización y mantenimiento.</a:t>
            </a:r>
          </a:p>
          <a:p>
            <a:r>
              <a:rPr lang="es-ES" sz="1900"/>
              <a:t>Permitir uso en frameworks (JSP, Spring, JSF).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300"/>
              <a:t>Reglas obligatorias de un JavaBean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Debe tener constructor vacío.</a:t>
            </a:r>
          </a:p>
          <a:p>
            <a:r>
              <a:rPr lang="es-ES" sz="1900"/>
              <a:t>Atributos privados.</a:t>
            </a:r>
          </a:p>
          <a:p>
            <a:r>
              <a:rPr lang="es-ES" sz="1900"/>
              <a:t>Métodos getters y setters públicos.</a:t>
            </a:r>
          </a:p>
          <a:p>
            <a:r>
              <a:rPr lang="es-ES" sz="1900"/>
              <a:t>Debe implementar Serializable (recomendado).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básico de JavaBean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200"/>
              <a:t>import java.io.Serializable;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public class Cliente implements Serializable {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private int id;</a:t>
            </a:r>
            <a:br>
              <a:rPr lang="en-US" sz="1200"/>
            </a:br>
            <a:r>
              <a:rPr lang="en-US" sz="1200"/>
              <a:t>    private String nombre;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public Cliente() {} // Constructor vacío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public int getId() {</a:t>
            </a:r>
            <a:br>
              <a:rPr lang="en-US" sz="1200"/>
            </a:br>
            <a:r>
              <a:rPr lang="en-US" sz="1200"/>
              <a:t>        return id;</a:t>
            </a:r>
            <a:br>
              <a:rPr lang="en-US" sz="1200"/>
            </a:br>
            <a:r>
              <a:rPr lang="en-US" sz="1200"/>
              <a:t>    }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public void setId(int id) {</a:t>
            </a:r>
            <a:br>
              <a:rPr lang="en-US" sz="1200"/>
            </a:br>
            <a:r>
              <a:rPr lang="en-US" sz="1200"/>
              <a:t>        this.id = id;</a:t>
            </a:r>
            <a:br>
              <a:rPr lang="en-US" sz="1200"/>
            </a:br>
            <a:r>
              <a:rPr lang="en-US" sz="1200"/>
              <a:t>    }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public String getNombre() {</a:t>
            </a:r>
            <a:br>
              <a:rPr lang="en-US" sz="1200"/>
            </a:br>
            <a:r>
              <a:rPr lang="en-US" sz="1200"/>
              <a:t>        return nombre;</a:t>
            </a:r>
            <a:br>
              <a:rPr lang="en-US" sz="1200"/>
            </a:br>
            <a:r>
              <a:rPr lang="en-US" sz="1200"/>
              <a:t>    }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public void setNombre(String nombre) {</a:t>
            </a:r>
            <a:br>
              <a:rPr lang="en-US" sz="1200"/>
            </a:br>
            <a:r>
              <a:rPr lang="en-US" sz="1200"/>
              <a:t>        this.nombre = nombre;</a:t>
            </a:r>
            <a:br>
              <a:rPr lang="en-US" sz="1200"/>
            </a:br>
            <a:r>
              <a:rPr lang="en-US" sz="1200"/>
              <a:t>    }</a:t>
            </a:r>
            <a:br>
              <a:rPr lang="en-US" sz="1200"/>
            </a:br>
            <a:r>
              <a:rPr lang="en-US" sz="120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¿Por qué atributos privados?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Para aplicar encapsulación.</a:t>
            </a:r>
          </a:p>
          <a:p>
            <a:r>
              <a:rPr lang="es-ES" sz="1900"/>
              <a:t>Evita acceso directo a los datos.</a:t>
            </a:r>
          </a:p>
          <a:p>
            <a:r>
              <a:rPr lang="es-ES" sz="1900"/>
              <a:t>Obliga a usar getters y setters.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 Getter?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Método que devuelve el valor de un atributo.</a:t>
            </a:r>
          </a:p>
          <a:p>
            <a:r>
              <a:rPr lang="es-ES" sz="1900"/>
              <a:t>Convención: getNombre(), getId().</a:t>
            </a:r>
          </a:p>
          <a:p>
            <a:r>
              <a:rPr lang="es-ES" sz="1900"/>
              <a:t>Permite leer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¿Qué es un Setter?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Método que modifica el valor de un atributo.</a:t>
            </a:r>
          </a:p>
          <a:p>
            <a:r>
              <a:rPr lang="es-ES" sz="1900"/>
              <a:t>Convención: setNombre(), setId().</a:t>
            </a:r>
          </a:p>
          <a:p>
            <a:r>
              <a:rPr lang="es-ES" sz="1900"/>
              <a:t>Permite validar antes de asignar.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JavaBean con validación en Setter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900"/>
              <a:t>public void setNombre(String nombre) {</a:t>
            </a:r>
            <a:br>
              <a:rPr lang="en-US" sz="1900"/>
            </a:br>
            <a:r>
              <a:rPr lang="en-US" sz="1900"/>
              <a:t>    if(nombre != null &amp;&amp; !nombre.isEmpty()){</a:t>
            </a:r>
            <a:br>
              <a:rPr lang="en-US" sz="1900"/>
            </a:br>
            <a:r>
              <a:rPr lang="en-US" sz="1900"/>
              <a:t>        this.nombre = nombre;</a:t>
            </a:r>
            <a:br>
              <a:rPr lang="en-US" sz="1900"/>
            </a:br>
            <a:r>
              <a:rPr lang="en-US" sz="1900"/>
              <a:t>    }</a:t>
            </a:r>
            <a:br>
              <a:rPr lang="en-US" sz="1900"/>
            </a:br>
            <a:r>
              <a:rPr lang="en-US" sz="190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Uso del JavaBean en una aplicación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900"/>
              <a:t>public class Principal {</a:t>
            </a:r>
            <a:br>
              <a:rPr lang="en-US" sz="1900"/>
            </a:br>
            <a:r>
              <a:rPr lang="en-US" sz="1900"/>
              <a:t>    public static void main(String[] args) {</a:t>
            </a:r>
            <a:br>
              <a:rPr lang="en-US" sz="1900"/>
            </a:br>
            <a:r>
              <a:rPr lang="en-US" sz="1900"/>
              <a:t>        Cliente cliente = new Cliente();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        cliente.setId(1);</a:t>
            </a:r>
            <a:br>
              <a:rPr lang="en-US" sz="1900"/>
            </a:br>
            <a:r>
              <a:rPr lang="en-US" sz="1900"/>
              <a:t>        cliente.setNombre("Alberto");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        System.out.println(cliente.getNombre());</a:t>
            </a:r>
            <a:br>
              <a:rPr lang="en-US" sz="1900"/>
            </a:br>
            <a:r>
              <a:rPr lang="en-US" sz="1900"/>
              <a:t>    }</a:t>
            </a:r>
            <a:br>
              <a:rPr lang="en-US" sz="1900"/>
            </a:br>
            <a:r>
              <a:rPr lang="en-US" sz="190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JavaBeans en el patrón MVC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Modelo: JavaBean (datos).</a:t>
            </a:r>
          </a:p>
          <a:p>
            <a:r>
              <a:rPr lang="es-ES" sz="1900"/>
              <a:t>Vista: JSP / interfaz gráfica.</a:t>
            </a:r>
          </a:p>
          <a:p>
            <a:r>
              <a:rPr lang="es-ES" sz="1900"/>
              <a:t>Controlador: Servlet o controlador Spring.</a:t>
            </a:r>
          </a:p>
          <a:p>
            <a:r>
              <a:rPr lang="es-ES" sz="1900"/>
              <a:t>Separación clara de responsabilidades.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Uso clásico en JSP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900"/>
              <a:t>&lt;jsp:useBean id="cliente" class="modelo.Cliente" scope="session" /&gt;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&lt;jsp:setProperty name="cliente" property="nombre" value="Juan" /&gt;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Nombre: &lt;jsp:getProperty name="cliente" property="nombre" /&gt;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300"/>
              <a:t>¿Por qué implementar Serializable?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Permite guardar el objeto en sesión.</a:t>
            </a:r>
          </a:p>
          <a:p>
            <a:r>
              <a:rPr lang="es-ES" sz="1900"/>
              <a:t>Permite transmitirlo por red.</a:t>
            </a:r>
          </a:p>
          <a:p>
            <a:r>
              <a:rPr lang="es-ES" sz="1900"/>
              <a:t>Requisito en muchas aplicaciones web.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Errores comunes en JavaBeans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Olvidar constructor vacío.</a:t>
            </a:r>
          </a:p>
          <a:p>
            <a:r>
              <a:rPr lang="es-ES" sz="1900"/>
              <a:t>No usar getters/setters.</a:t>
            </a:r>
          </a:p>
          <a:p>
            <a:r>
              <a:rPr lang="es-ES" sz="1900"/>
              <a:t>No respetar convenciones de nombres.</a:t>
            </a:r>
          </a:p>
          <a:p>
            <a:r>
              <a:rPr lang="es-ES" sz="1900"/>
              <a:t>No encapsular atributos.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JavaBean vs POJO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POJO: clase simple sin reglas estrictas.</a:t>
            </a:r>
          </a:p>
          <a:p>
            <a:r>
              <a:rPr lang="es-ES" sz="1900"/>
              <a:t>JavaBean: sigue reglas específicas.</a:t>
            </a:r>
          </a:p>
          <a:p>
            <a:r>
              <a:rPr lang="es-ES" sz="1900"/>
              <a:t>Todo JavaBean es un POJO.</a:t>
            </a:r>
          </a:p>
          <a:p>
            <a:r>
              <a:rPr lang="es-ES" sz="1900"/>
              <a:t>No todo POJO es un JavaBean.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Resumen Final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JavaBean = clase reutilizable con reglas.</a:t>
            </a:r>
          </a:p>
          <a:p>
            <a:r>
              <a:rPr lang="es-ES" sz="1900"/>
              <a:t>Encapsula datos correctamente.</a:t>
            </a:r>
          </a:p>
          <a:p>
            <a:r>
              <a:rPr lang="es-ES" sz="1900"/>
              <a:t>Base del modelo en aplicaciones empresariales.</a:t>
            </a:r>
          </a:p>
          <a:p>
            <a:r>
              <a:rPr lang="es-ES" sz="1900"/>
              <a:t>Fundamental en desarrollo web Java.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610</Words>
  <Application>Microsoft Office PowerPoint</Application>
  <PresentationFormat>Presentación en pantalla (4:3)</PresentationFormat>
  <Paragraphs>62</Paragraphs>
  <Slides>16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JavaBeans en Java – Explicación Detallada</vt:lpstr>
      <vt:lpstr>¿Qué es un JavaBean?</vt:lpstr>
      <vt:lpstr>Objetivo de los JavaBeans</vt:lpstr>
      <vt:lpstr>Reglas obligatorias de un JavaBean</vt:lpstr>
      <vt:lpstr>Ejemplo básico de JavaBean</vt:lpstr>
      <vt:lpstr>¿Por qué atributos privados?</vt:lpstr>
      <vt:lpstr>¿Qué es un Getter?</vt:lpstr>
      <vt:lpstr>¿Qué es un Setter?</vt:lpstr>
      <vt:lpstr>JavaBean con validación en Setter</vt:lpstr>
      <vt:lpstr>Uso del JavaBean en una aplicación</vt:lpstr>
      <vt:lpstr>JavaBeans en el patrón MVC</vt:lpstr>
      <vt:lpstr>Uso clásico en JSP</vt:lpstr>
      <vt:lpstr>¿Por qué implementar Serializable?</vt:lpstr>
      <vt:lpstr>Errores comunes en JavaBeans</vt:lpstr>
      <vt:lpstr>JavaBean vs POJO</vt:lpstr>
      <vt:lpstr>Resumen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2026-03-01T17:52:52Z</dcterms:modified>
  <cp:category/>
</cp:coreProperties>
</file>