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58" r:id="rId5"/>
    <p:sldId id="268" r:id="rId6"/>
    <p:sldId id="259" r:id="rId7"/>
    <p:sldId id="269" r:id="rId8"/>
    <p:sldId id="260" r:id="rId9"/>
    <p:sldId id="270" r:id="rId10"/>
    <p:sldId id="261" r:id="rId11"/>
    <p:sldId id="271" r:id="rId12"/>
    <p:sldId id="262" r:id="rId13"/>
    <p:sldId id="272" r:id="rId14"/>
    <p:sldId id="263" r:id="rId15"/>
    <p:sldId id="273" r:id="rId16"/>
    <p:sldId id="264" r:id="rId17"/>
    <p:sldId id="274" r:id="rId18"/>
    <p:sldId id="265" r:id="rId19"/>
    <p:sldId id="26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85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5498CDA7-EF8E-48B5-8868-A02CA8938115}"/>
    <pc:docChg chg="custSel addSld modSld">
      <pc:chgData name="Alberto Ruiz" userId="47fa91d207cfb014" providerId="LiveId" clId="{5498CDA7-EF8E-48B5-8868-A02CA8938115}" dt="2025-01-13T19:08:05.658" v="68"/>
      <pc:docMkLst>
        <pc:docMk/>
      </pc:docMkLst>
      <pc:sldChg chg="addSp modSp mod setBg addAnim">
        <pc:chgData name="Alberto Ruiz" userId="47fa91d207cfb014" providerId="LiveId" clId="{5498CDA7-EF8E-48B5-8868-A02CA8938115}" dt="2025-01-13T19:03:01.508" v="14"/>
        <pc:sldMkLst>
          <pc:docMk/>
          <pc:sldMk cId="0" sldId="256"/>
        </pc:sldMkLst>
        <pc:spChg chg="mod">
          <ac:chgData name="Alberto Ruiz" userId="47fa91d207cfb014" providerId="LiveId" clId="{5498CDA7-EF8E-48B5-8868-A02CA8938115}" dt="2025-01-13T19:03:01.501" v="12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berto Ruiz" userId="47fa91d207cfb014" providerId="LiveId" clId="{5498CDA7-EF8E-48B5-8868-A02CA8938115}" dt="2025-01-13T19:03:01.501" v="12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berto Ruiz" userId="47fa91d207cfb014" providerId="LiveId" clId="{5498CDA7-EF8E-48B5-8868-A02CA8938115}" dt="2025-01-13T19:03:01.501" v="12" actId="26606"/>
          <ac:spMkLst>
            <pc:docMk/>
            <pc:sldMk cId="0" sldId="256"/>
            <ac:spMk id="9" creationId="{4D60F200-5EB0-B223-2439-C96C67F0FEE1}"/>
          </ac:spMkLst>
        </pc:spChg>
        <pc:spChg chg="add">
          <ac:chgData name="Alberto Ruiz" userId="47fa91d207cfb014" providerId="LiveId" clId="{5498CDA7-EF8E-48B5-8868-A02CA8938115}" dt="2025-01-13T19:03:01.501" v="12" actId="26606"/>
          <ac:spMkLst>
            <pc:docMk/>
            <pc:sldMk cId="0" sldId="256"/>
            <ac:spMk id="11" creationId="{A6567EA8-C72D-4B9B-D23F-6B2E9F9C9F47}"/>
          </ac:spMkLst>
        </pc:spChg>
        <pc:spChg chg="add">
          <ac:chgData name="Alberto Ruiz" userId="47fa91d207cfb014" providerId="LiveId" clId="{5498CDA7-EF8E-48B5-8868-A02CA8938115}" dt="2025-01-13T19:03:01.501" v="12" actId="26606"/>
          <ac:spMkLst>
            <pc:docMk/>
            <pc:sldMk cId="0" sldId="256"/>
            <ac:spMk id="13" creationId="{FEFBFA78-9360-1E01-5448-6D5AE0A32601}"/>
          </ac:spMkLst>
        </pc:spChg>
        <pc:spChg chg="add">
          <ac:chgData name="Alberto Ruiz" userId="47fa91d207cfb014" providerId="LiveId" clId="{5498CDA7-EF8E-48B5-8868-A02CA8938115}" dt="2025-01-13T19:03:01.501" v="12" actId="26606"/>
          <ac:spMkLst>
            <pc:docMk/>
            <pc:sldMk cId="0" sldId="256"/>
            <ac:spMk id="15" creationId="{1740453C-744F-DB3A-47EC-15EACE1DC117}"/>
          </ac:spMkLst>
        </pc:spChg>
        <pc:spChg chg="add">
          <ac:chgData name="Alberto Ruiz" userId="47fa91d207cfb014" providerId="LiveId" clId="{5498CDA7-EF8E-48B5-8868-A02CA8938115}" dt="2025-01-13T19:03:01.501" v="12" actId="26606"/>
          <ac:spMkLst>
            <pc:docMk/>
            <pc:sldMk cId="0" sldId="256"/>
            <ac:spMk id="17" creationId="{B6924B03-77BD-EAE3-2854-43363FF8E6BB}"/>
          </ac:spMkLst>
        </pc:spChg>
        <pc:picChg chg="add">
          <ac:chgData name="Alberto Ruiz" userId="47fa91d207cfb014" providerId="LiveId" clId="{5498CDA7-EF8E-48B5-8868-A02CA8938115}" dt="2025-01-13T19:03:01.501" v="12" actId="26606"/>
          <ac:picMkLst>
            <pc:docMk/>
            <pc:sldMk cId="0" sldId="256"/>
            <ac:picMk id="5" creationId="{6EDDA428-45A1-4405-E6E6-DE6A94C7BB49}"/>
          </ac:picMkLst>
        </pc:picChg>
      </pc:sldChg>
      <pc:sldChg chg="addSp modSp mod setBg">
        <pc:chgData name="Alberto Ruiz" userId="47fa91d207cfb014" providerId="LiveId" clId="{5498CDA7-EF8E-48B5-8868-A02CA8938115}" dt="2025-01-13T19:04:02.102" v="28" actId="20577"/>
        <pc:sldMkLst>
          <pc:docMk/>
          <pc:sldMk cId="0" sldId="257"/>
        </pc:sldMkLst>
        <pc:spChg chg="mod">
          <ac:chgData name="Alberto Ruiz" userId="47fa91d207cfb014" providerId="LiveId" clId="{5498CDA7-EF8E-48B5-8868-A02CA8938115}" dt="2025-01-13T19:03:05.319" v="15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lberto Ruiz" userId="47fa91d207cfb014" providerId="LiveId" clId="{5498CDA7-EF8E-48B5-8868-A02CA8938115}" dt="2025-01-13T19:04:02.102" v="28" actId="20577"/>
          <ac:spMkLst>
            <pc:docMk/>
            <pc:sldMk cId="0" sldId="257"/>
            <ac:spMk id="3" creationId="{00000000-0000-0000-0000-000000000000}"/>
          </ac:spMkLst>
        </pc:spChg>
        <pc:spChg chg="add">
          <ac:chgData name="Alberto Ruiz" userId="47fa91d207cfb014" providerId="LiveId" clId="{5498CDA7-EF8E-48B5-8868-A02CA8938115}" dt="2025-01-13T19:03:05.319" v="15" actId="26606"/>
          <ac:spMkLst>
            <pc:docMk/>
            <pc:sldMk cId="0" sldId="257"/>
            <ac:spMk id="9" creationId="{C0763A76-9F1C-4FC5-82B7-DD475DA461B2}"/>
          </ac:spMkLst>
        </pc:spChg>
        <pc:spChg chg="add">
          <ac:chgData name="Alberto Ruiz" userId="47fa91d207cfb014" providerId="LiveId" clId="{5498CDA7-EF8E-48B5-8868-A02CA8938115}" dt="2025-01-13T19:03:05.319" v="15" actId="26606"/>
          <ac:spMkLst>
            <pc:docMk/>
            <pc:sldMk cId="0" sldId="257"/>
            <ac:spMk id="11" creationId="{E81BF4F6-F2CF-4984-9D14-D6966D92F99F}"/>
          </ac:spMkLst>
        </pc:spChg>
        <pc:picChg chg="add">
          <ac:chgData name="Alberto Ruiz" userId="47fa91d207cfb014" providerId="LiveId" clId="{5498CDA7-EF8E-48B5-8868-A02CA8938115}" dt="2025-01-13T19:03:05.319" v="15" actId="26606"/>
          <ac:picMkLst>
            <pc:docMk/>
            <pc:sldMk cId="0" sldId="257"/>
            <ac:picMk id="5" creationId="{EE3B9C0C-782A-DF3D-F8B0-4E9D9C5E3051}"/>
          </ac:picMkLst>
        </pc:picChg>
      </pc:sldChg>
      <pc:sldChg chg="addSp modSp mod setBg">
        <pc:chgData name="Alberto Ruiz" userId="47fa91d207cfb014" providerId="LiveId" clId="{5498CDA7-EF8E-48B5-8868-A02CA8938115}" dt="2025-01-13T19:04:14.842" v="30" actId="14100"/>
        <pc:sldMkLst>
          <pc:docMk/>
          <pc:sldMk cId="0" sldId="258"/>
        </pc:sldMkLst>
        <pc:spChg chg="mod">
          <ac:chgData name="Alberto Ruiz" userId="47fa91d207cfb014" providerId="LiveId" clId="{5498CDA7-EF8E-48B5-8868-A02CA8938115}" dt="2025-01-13T19:03:09.119" v="16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lberto Ruiz" userId="47fa91d207cfb014" providerId="LiveId" clId="{5498CDA7-EF8E-48B5-8868-A02CA8938115}" dt="2025-01-13T19:04:14.842" v="30" actId="14100"/>
          <ac:spMkLst>
            <pc:docMk/>
            <pc:sldMk cId="0" sldId="258"/>
            <ac:spMk id="3" creationId="{00000000-0000-0000-0000-000000000000}"/>
          </ac:spMkLst>
        </pc:spChg>
        <pc:spChg chg="add">
          <ac:chgData name="Alberto Ruiz" userId="47fa91d207cfb014" providerId="LiveId" clId="{5498CDA7-EF8E-48B5-8868-A02CA8938115}" dt="2025-01-13T19:03:09.119" v="16" actId="26606"/>
          <ac:spMkLst>
            <pc:docMk/>
            <pc:sldMk cId="0" sldId="258"/>
            <ac:spMk id="9" creationId="{C0763A76-9F1C-4FC5-82B7-DD475DA461B2}"/>
          </ac:spMkLst>
        </pc:spChg>
        <pc:spChg chg="add">
          <ac:chgData name="Alberto Ruiz" userId="47fa91d207cfb014" providerId="LiveId" clId="{5498CDA7-EF8E-48B5-8868-A02CA8938115}" dt="2025-01-13T19:03:09.119" v="16" actId="26606"/>
          <ac:spMkLst>
            <pc:docMk/>
            <pc:sldMk cId="0" sldId="258"/>
            <ac:spMk id="11" creationId="{E81BF4F6-F2CF-4984-9D14-D6966D92F99F}"/>
          </ac:spMkLst>
        </pc:spChg>
        <pc:picChg chg="add">
          <ac:chgData name="Alberto Ruiz" userId="47fa91d207cfb014" providerId="LiveId" clId="{5498CDA7-EF8E-48B5-8868-A02CA8938115}" dt="2025-01-13T19:03:09.119" v="16" actId="26606"/>
          <ac:picMkLst>
            <pc:docMk/>
            <pc:sldMk cId="0" sldId="258"/>
            <ac:picMk id="5" creationId="{9FEFE378-7CA6-04D3-6FFF-0F294315201E}"/>
          </ac:picMkLst>
        </pc:picChg>
      </pc:sldChg>
      <pc:sldChg chg="addSp modSp mod setBg">
        <pc:chgData name="Alberto Ruiz" userId="47fa91d207cfb014" providerId="LiveId" clId="{5498CDA7-EF8E-48B5-8868-A02CA8938115}" dt="2025-01-13T19:03:12.080" v="17" actId="26606"/>
        <pc:sldMkLst>
          <pc:docMk/>
          <pc:sldMk cId="0" sldId="259"/>
        </pc:sldMkLst>
        <pc:spChg chg="mod">
          <ac:chgData name="Alberto Ruiz" userId="47fa91d207cfb014" providerId="LiveId" clId="{5498CDA7-EF8E-48B5-8868-A02CA8938115}" dt="2025-01-13T19:03:12.080" v="17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Alberto Ruiz" userId="47fa91d207cfb014" providerId="LiveId" clId="{5498CDA7-EF8E-48B5-8868-A02CA8938115}" dt="2025-01-13T19:03:12.080" v="17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Alberto Ruiz" userId="47fa91d207cfb014" providerId="LiveId" clId="{5498CDA7-EF8E-48B5-8868-A02CA8938115}" dt="2025-01-13T19:03:12.080" v="17" actId="26606"/>
          <ac:spMkLst>
            <pc:docMk/>
            <pc:sldMk cId="0" sldId="259"/>
            <ac:spMk id="9" creationId="{C0763A76-9F1C-4FC5-82B7-DD475DA461B2}"/>
          </ac:spMkLst>
        </pc:spChg>
        <pc:spChg chg="add">
          <ac:chgData name="Alberto Ruiz" userId="47fa91d207cfb014" providerId="LiveId" clId="{5498CDA7-EF8E-48B5-8868-A02CA8938115}" dt="2025-01-13T19:03:12.080" v="17" actId="26606"/>
          <ac:spMkLst>
            <pc:docMk/>
            <pc:sldMk cId="0" sldId="259"/>
            <ac:spMk id="11" creationId="{E81BF4F6-F2CF-4984-9D14-D6966D92F99F}"/>
          </ac:spMkLst>
        </pc:spChg>
        <pc:picChg chg="add">
          <ac:chgData name="Alberto Ruiz" userId="47fa91d207cfb014" providerId="LiveId" clId="{5498CDA7-EF8E-48B5-8868-A02CA8938115}" dt="2025-01-13T19:03:12.080" v="17" actId="26606"/>
          <ac:picMkLst>
            <pc:docMk/>
            <pc:sldMk cId="0" sldId="259"/>
            <ac:picMk id="5" creationId="{7132303A-9A0D-BD82-DE6E-F47D65E7B67B}"/>
          </ac:picMkLst>
        </pc:picChg>
      </pc:sldChg>
      <pc:sldChg chg="addSp modSp mod setBg">
        <pc:chgData name="Alberto Ruiz" userId="47fa91d207cfb014" providerId="LiveId" clId="{5498CDA7-EF8E-48B5-8868-A02CA8938115}" dt="2025-01-13T19:03:20.515" v="18" actId="26606"/>
        <pc:sldMkLst>
          <pc:docMk/>
          <pc:sldMk cId="0" sldId="260"/>
        </pc:sldMkLst>
        <pc:spChg chg="mod">
          <ac:chgData name="Alberto Ruiz" userId="47fa91d207cfb014" providerId="LiveId" clId="{5498CDA7-EF8E-48B5-8868-A02CA8938115}" dt="2025-01-13T19:03:20.515" v="18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lberto Ruiz" userId="47fa91d207cfb014" providerId="LiveId" clId="{5498CDA7-EF8E-48B5-8868-A02CA8938115}" dt="2025-01-13T19:03:20.515" v="18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Alberto Ruiz" userId="47fa91d207cfb014" providerId="LiveId" clId="{5498CDA7-EF8E-48B5-8868-A02CA8938115}" dt="2025-01-13T19:03:20.515" v="18" actId="26606"/>
          <ac:spMkLst>
            <pc:docMk/>
            <pc:sldMk cId="0" sldId="260"/>
            <ac:spMk id="9" creationId="{9F7D5CDA-D291-4307-BF55-1381FED29634}"/>
          </ac:spMkLst>
        </pc:spChg>
        <pc:picChg chg="add">
          <ac:chgData name="Alberto Ruiz" userId="47fa91d207cfb014" providerId="LiveId" clId="{5498CDA7-EF8E-48B5-8868-A02CA8938115}" dt="2025-01-13T19:03:20.515" v="18" actId="26606"/>
          <ac:picMkLst>
            <pc:docMk/>
            <pc:sldMk cId="0" sldId="260"/>
            <ac:picMk id="5" creationId="{B65E948A-0017-7C84-9BEC-12B4CF6C7ABF}"/>
          </ac:picMkLst>
        </pc:picChg>
      </pc:sldChg>
      <pc:sldChg chg="addSp modSp mod setBg">
        <pc:chgData name="Alberto Ruiz" userId="47fa91d207cfb014" providerId="LiveId" clId="{5498CDA7-EF8E-48B5-8868-A02CA8938115}" dt="2025-01-13T19:03:23.707" v="19" actId="26606"/>
        <pc:sldMkLst>
          <pc:docMk/>
          <pc:sldMk cId="0" sldId="261"/>
        </pc:sldMkLst>
        <pc:spChg chg="mod">
          <ac:chgData name="Alberto Ruiz" userId="47fa91d207cfb014" providerId="LiveId" clId="{5498CDA7-EF8E-48B5-8868-A02CA8938115}" dt="2025-01-13T19:03:23.707" v="19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lberto Ruiz" userId="47fa91d207cfb014" providerId="LiveId" clId="{5498CDA7-EF8E-48B5-8868-A02CA8938115}" dt="2025-01-13T19:03:23.707" v="19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Alberto Ruiz" userId="47fa91d207cfb014" providerId="LiveId" clId="{5498CDA7-EF8E-48B5-8868-A02CA8938115}" dt="2025-01-13T19:03:23.707" v="19" actId="26606"/>
          <ac:spMkLst>
            <pc:docMk/>
            <pc:sldMk cId="0" sldId="261"/>
            <ac:spMk id="9" creationId="{9F7D5CDA-D291-4307-BF55-1381FED29634}"/>
          </ac:spMkLst>
        </pc:spChg>
        <pc:picChg chg="add">
          <ac:chgData name="Alberto Ruiz" userId="47fa91d207cfb014" providerId="LiveId" clId="{5498CDA7-EF8E-48B5-8868-A02CA8938115}" dt="2025-01-13T19:03:23.707" v="19" actId="26606"/>
          <ac:picMkLst>
            <pc:docMk/>
            <pc:sldMk cId="0" sldId="261"/>
            <ac:picMk id="5" creationId="{C67FEED6-AAB4-778B-E94F-84C8BBA04079}"/>
          </ac:picMkLst>
        </pc:picChg>
      </pc:sldChg>
      <pc:sldChg chg="addSp modSp mod setBg">
        <pc:chgData name="Alberto Ruiz" userId="47fa91d207cfb014" providerId="LiveId" clId="{5498CDA7-EF8E-48B5-8868-A02CA8938115}" dt="2025-01-13T19:03:26.423" v="20" actId="26606"/>
        <pc:sldMkLst>
          <pc:docMk/>
          <pc:sldMk cId="0" sldId="262"/>
        </pc:sldMkLst>
        <pc:spChg chg="mod">
          <ac:chgData name="Alberto Ruiz" userId="47fa91d207cfb014" providerId="LiveId" clId="{5498CDA7-EF8E-48B5-8868-A02CA8938115}" dt="2025-01-13T19:03:26.423" v="20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Alberto Ruiz" userId="47fa91d207cfb014" providerId="LiveId" clId="{5498CDA7-EF8E-48B5-8868-A02CA8938115}" dt="2025-01-13T19:03:26.423" v="20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Alberto Ruiz" userId="47fa91d207cfb014" providerId="LiveId" clId="{5498CDA7-EF8E-48B5-8868-A02CA8938115}" dt="2025-01-13T19:03:26.423" v="20" actId="26606"/>
          <ac:spMkLst>
            <pc:docMk/>
            <pc:sldMk cId="0" sldId="262"/>
            <ac:spMk id="9" creationId="{9F7D5CDA-D291-4307-BF55-1381FED29634}"/>
          </ac:spMkLst>
        </pc:spChg>
        <pc:picChg chg="add">
          <ac:chgData name="Alberto Ruiz" userId="47fa91d207cfb014" providerId="LiveId" clId="{5498CDA7-EF8E-48B5-8868-A02CA8938115}" dt="2025-01-13T19:03:26.423" v="20" actId="26606"/>
          <ac:picMkLst>
            <pc:docMk/>
            <pc:sldMk cId="0" sldId="262"/>
            <ac:picMk id="5" creationId="{D32C9FD2-C8EA-6022-27DE-82182CC0B61B}"/>
          </ac:picMkLst>
        </pc:picChg>
      </pc:sldChg>
      <pc:sldChg chg="addSp modSp mod setBg">
        <pc:chgData name="Alberto Ruiz" userId="47fa91d207cfb014" providerId="LiveId" clId="{5498CDA7-EF8E-48B5-8868-A02CA8938115}" dt="2025-01-13T19:03:29.070" v="21" actId="26606"/>
        <pc:sldMkLst>
          <pc:docMk/>
          <pc:sldMk cId="0" sldId="263"/>
        </pc:sldMkLst>
        <pc:spChg chg="mod">
          <ac:chgData name="Alberto Ruiz" userId="47fa91d207cfb014" providerId="LiveId" clId="{5498CDA7-EF8E-48B5-8868-A02CA8938115}" dt="2025-01-13T19:03:29.070" v="21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lberto Ruiz" userId="47fa91d207cfb014" providerId="LiveId" clId="{5498CDA7-EF8E-48B5-8868-A02CA8938115}" dt="2025-01-13T19:03:29.070" v="21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berto Ruiz" userId="47fa91d207cfb014" providerId="LiveId" clId="{5498CDA7-EF8E-48B5-8868-A02CA8938115}" dt="2025-01-13T19:03:29.070" v="21" actId="26606"/>
          <ac:spMkLst>
            <pc:docMk/>
            <pc:sldMk cId="0" sldId="263"/>
            <ac:spMk id="9" creationId="{9F7D5CDA-D291-4307-BF55-1381FED29634}"/>
          </ac:spMkLst>
        </pc:spChg>
        <pc:picChg chg="add">
          <ac:chgData name="Alberto Ruiz" userId="47fa91d207cfb014" providerId="LiveId" clId="{5498CDA7-EF8E-48B5-8868-A02CA8938115}" dt="2025-01-13T19:03:29.070" v="21" actId="26606"/>
          <ac:picMkLst>
            <pc:docMk/>
            <pc:sldMk cId="0" sldId="263"/>
            <ac:picMk id="5" creationId="{E7AD918D-E90B-691D-FAC2-BF712E6B38B0}"/>
          </ac:picMkLst>
        </pc:picChg>
      </pc:sldChg>
      <pc:sldChg chg="addSp modSp mod setBg">
        <pc:chgData name="Alberto Ruiz" userId="47fa91d207cfb014" providerId="LiveId" clId="{5498CDA7-EF8E-48B5-8868-A02CA8938115}" dt="2025-01-13T19:03:33.394" v="22" actId="26606"/>
        <pc:sldMkLst>
          <pc:docMk/>
          <pc:sldMk cId="0" sldId="264"/>
        </pc:sldMkLst>
        <pc:spChg chg="mod">
          <ac:chgData name="Alberto Ruiz" userId="47fa91d207cfb014" providerId="LiveId" clId="{5498CDA7-EF8E-48B5-8868-A02CA8938115}" dt="2025-01-13T19:03:33.394" v="22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lberto Ruiz" userId="47fa91d207cfb014" providerId="LiveId" clId="{5498CDA7-EF8E-48B5-8868-A02CA8938115}" dt="2025-01-13T19:03:33.394" v="22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berto Ruiz" userId="47fa91d207cfb014" providerId="LiveId" clId="{5498CDA7-EF8E-48B5-8868-A02CA8938115}" dt="2025-01-13T19:03:33.394" v="22" actId="26606"/>
          <ac:spMkLst>
            <pc:docMk/>
            <pc:sldMk cId="0" sldId="264"/>
            <ac:spMk id="9" creationId="{C0763A76-9F1C-4FC5-82B7-DD475DA461B2}"/>
          </ac:spMkLst>
        </pc:spChg>
        <pc:spChg chg="add">
          <ac:chgData name="Alberto Ruiz" userId="47fa91d207cfb014" providerId="LiveId" clId="{5498CDA7-EF8E-48B5-8868-A02CA8938115}" dt="2025-01-13T19:03:33.394" v="22" actId="26606"/>
          <ac:spMkLst>
            <pc:docMk/>
            <pc:sldMk cId="0" sldId="264"/>
            <ac:spMk id="11" creationId="{E81BF4F6-F2CF-4984-9D14-D6966D92F99F}"/>
          </ac:spMkLst>
        </pc:spChg>
        <pc:picChg chg="add">
          <ac:chgData name="Alberto Ruiz" userId="47fa91d207cfb014" providerId="LiveId" clId="{5498CDA7-EF8E-48B5-8868-A02CA8938115}" dt="2025-01-13T19:03:33.394" v="22" actId="26606"/>
          <ac:picMkLst>
            <pc:docMk/>
            <pc:sldMk cId="0" sldId="264"/>
            <ac:picMk id="5" creationId="{71696CB0-B734-2C84-14F2-D6CCA188DF09}"/>
          </ac:picMkLst>
        </pc:picChg>
      </pc:sldChg>
      <pc:sldChg chg="addSp modSp mod setBg">
        <pc:chgData name="Alberto Ruiz" userId="47fa91d207cfb014" providerId="LiveId" clId="{5498CDA7-EF8E-48B5-8868-A02CA8938115}" dt="2025-01-13T19:03:36.765" v="23" actId="26606"/>
        <pc:sldMkLst>
          <pc:docMk/>
          <pc:sldMk cId="0" sldId="265"/>
        </pc:sldMkLst>
        <pc:spChg chg="mod">
          <ac:chgData name="Alberto Ruiz" userId="47fa91d207cfb014" providerId="LiveId" clId="{5498CDA7-EF8E-48B5-8868-A02CA8938115}" dt="2025-01-13T19:03:36.765" v="23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Alberto Ruiz" userId="47fa91d207cfb014" providerId="LiveId" clId="{5498CDA7-EF8E-48B5-8868-A02CA8938115}" dt="2025-01-13T19:03:36.765" v="23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Alberto Ruiz" userId="47fa91d207cfb014" providerId="LiveId" clId="{5498CDA7-EF8E-48B5-8868-A02CA8938115}" dt="2025-01-13T19:03:36.765" v="23" actId="26606"/>
          <ac:spMkLst>
            <pc:docMk/>
            <pc:sldMk cId="0" sldId="265"/>
            <ac:spMk id="9" creationId="{C0763A76-9F1C-4FC5-82B7-DD475DA461B2}"/>
          </ac:spMkLst>
        </pc:spChg>
        <pc:spChg chg="add">
          <ac:chgData name="Alberto Ruiz" userId="47fa91d207cfb014" providerId="LiveId" clId="{5498CDA7-EF8E-48B5-8868-A02CA8938115}" dt="2025-01-13T19:03:36.765" v="23" actId="26606"/>
          <ac:spMkLst>
            <pc:docMk/>
            <pc:sldMk cId="0" sldId="265"/>
            <ac:spMk id="11" creationId="{E81BF4F6-F2CF-4984-9D14-D6966D92F99F}"/>
          </ac:spMkLst>
        </pc:spChg>
        <pc:picChg chg="add">
          <ac:chgData name="Alberto Ruiz" userId="47fa91d207cfb014" providerId="LiveId" clId="{5498CDA7-EF8E-48B5-8868-A02CA8938115}" dt="2025-01-13T19:03:36.765" v="23" actId="26606"/>
          <ac:picMkLst>
            <pc:docMk/>
            <pc:sldMk cId="0" sldId="265"/>
            <ac:picMk id="5" creationId="{6D569C95-DEEE-96B9-E3ED-D1A1CB97A70B}"/>
          </ac:picMkLst>
        </pc:picChg>
      </pc:sldChg>
      <pc:sldChg chg="addSp modSp mod setBg">
        <pc:chgData name="Alberto Ruiz" userId="47fa91d207cfb014" providerId="LiveId" clId="{5498CDA7-EF8E-48B5-8868-A02CA8938115}" dt="2025-01-13T19:05:22.070" v="59" actId="5793"/>
        <pc:sldMkLst>
          <pc:docMk/>
          <pc:sldMk cId="0" sldId="266"/>
        </pc:sldMkLst>
        <pc:spChg chg="mod">
          <ac:chgData name="Alberto Ruiz" userId="47fa91d207cfb014" providerId="LiveId" clId="{5498CDA7-EF8E-48B5-8868-A02CA8938115}" dt="2025-01-13T19:05:22.070" v="59" actId="5793"/>
          <ac:spMkLst>
            <pc:docMk/>
            <pc:sldMk cId="0" sldId="266"/>
            <ac:spMk id="2" creationId="{00000000-0000-0000-0000-000000000000}"/>
          </ac:spMkLst>
        </pc:spChg>
        <pc:spChg chg="mod">
          <ac:chgData name="Alberto Ruiz" userId="47fa91d207cfb014" providerId="LiveId" clId="{5498CDA7-EF8E-48B5-8868-A02CA8938115}" dt="2025-01-13T19:03:39.400" v="24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Alberto Ruiz" userId="47fa91d207cfb014" providerId="LiveId" clId="{5498CDA7-EF8E-48B5-8868-A02CA8938115}" dt="2025-01-13T19:03:39.400" v="24" actId="26606"/>
          <ac:spMkLst>
            <pc:docMk/>
            <pc:sldMk cId="0" sldId="266"/>
            <ac:spMk id="9" creationId="{9F7D5CDA-D291-4307-BF55-1381FED29634}"/>
          </ac:spMkLst>
        </pc:spChg>
        <pc:picChg chg="add">
          <ac:chgData name="Alberto Ruiz" userId="47fa91d207cfb014" providerId="LiveId" clId="{5498CDA7-EF8E-48B5-8868-A02CA8938115}" dt="2025-01-13T19:03:39.400" v="24" actId="26606"/>
          <ac:picMkLst>
            <pc:docMk/>
            <pc:sldMk cId="0" sldId="266"/>
            <ac:picMk id="5" creationId="{5DFA3E3F-8E22-8A54-7B4A-639D7650E644}"/>
          </ac:picMkLst>
        </pc:picChg>
      </pc:sldChg>
      <pc:sldChg chg="addSp delSp modSp new mod setBg">
        <pc:chgData name="Alberto Ruiz" userId="47fa91d207cfb014" providerId="LiveId" clId="{5498CDA7-EF8E-48B5-8868-A02CA8938115}" dt="2025-01-13T19:04:43.710" v="36" actId="26606"/>
        <pc:sldMkLst>
          <pc:docMk/>
          <pc:sldMk cId="2482676632" sldId="267"/>
        </pc:sldMkLst>
        <pc:spChg chg="mod">
          <ac:chgData name="Alberto Ruiz" userId="47fa91d207cfb014" providerId="LiveId" clId="{5498CDA7-EF8E-48B5-8868-A02CA8938115}" dt="2025-01-13T19:04:43.710" v="36" actId="26606"/>
          <ac:spMkLst>
            <pc:docMk/>
            <pc:sldMk cId="2482676632" sldId="267"/>
            <ac:spMk id="2" creationId="{2DCA3467-C3C2-4578-A2C5-2DABC6FB3858}"/>
          </ac:spMkLst>
        </pc:spChg>
        <pc:spChg chg="add">
          <ac:chgData name="Alberto Ruiz" userId="47fa91d207cfb014" providerId="LiveId" clId="{5498CDA7-EF8E-48B5-8868-A02CA8938115}" dt="2025-01-13T19:04:43.710" v="36" actId="26606"/>
          <ac:spMkLst>
            <pc:docMk/>
            <pc:sldMk cId="2482676632" sldId="267"/>
            <ac:spMk id="9" creationId="{4D60F200-5EB0-B223-2439-C96C67F0FEE1}"/>
          </ac:spMkLst>
        </pc:spChg>
        <pc:spChg chg="add">
          <ac:chgData name="Alberto Ruiz" userId="47fa91d207cfb014" providerId="LiveId" clId="{5498CDA7-EF8E-48B5-8868-A02CA8938115}" dt="2025-01-13T19:04:43.710" v="36" actId="26606"/>
          <ac:spMkLst>
            <pc:docMk/>
            <pc:sldMk cId="2482676632" sldId="267"/>
            <ac:spMk id="11" creationId="{A6567EA8-C72D-4B9B-D23F-6B2E9F9C9F47}"/>
          </ac:spMkLst>
        </pc:spChg>
        <pc:spChg chg="add">
          <ac:chgData name="Alberto Ruiz" userId="47fa91d207cfb014" providerId="LiveId" clId="{5498CDA7-EF8E-48B5-8868-A02CA8938115}" dt="2025-01-13T19:04:43.710" v="36" actId="26606"/>
          <ac:spMkLst>
            <pc:docMk/>
            <pc:sldMk cId="2482676632" sldId="267"/>
            <ac:spMk id="13" creationId="{FEFBFA78-9360-1E01-5448-6D5AE0A32601}"/>
          </ac:spMkLst>
        </pc:spChg>
        <pc:spChg chg="add">
          <ac:chgData name="Alberto Ruiz" userId="47fa91d207cfb014" providerId="LiveId" clId="{5498CDA7-EF8E-48B5-8868-A02CA8938115}" dt="2025-01-13T19:04:43.710" v="36" actId="26606"/>
          <ac:spMkLst>
            <pc:docMk/>
            <pc:sldMk cId="2482676632" sldId="267"/>
            <ac:spMk id="15" creationId="{1740453C-744F-DB3A-47EC-15EACE1DC117}"/>
          </ac:spMkLst>
        </pc:spChg>
        <pc:spChg chg="add">
          <ac:chgData name="Alberto Ruiz" userId="47fa91d207cfb014" providerId="LiveId" clId="{5498CDA7-EF8E-48B5-8868-A02CA8938115}" dt="2025-01-13T19:04:43.710" v="36" actId="26606"/>
          <ac:spMkLst>
            <pc:docMk/>
            <pc:sldMk cId="2482676632" sldId="267"/>
            <ac:spMk id="17" creationId="{B6924B03-77BD-EAE3-2854-43363FF8E6BB}"/>
          </ac:spMkLst>
        </pc:spChg>
        <pc:picChg chg="add">
          <ac:chgData name="Alberto Ruiz" userId="47fa91d207cfb014" providerId="LiveId" clId="{5498CDA7-EF8E-48B5-8868-A02CA8938115}" dt="2025-01-13T19:04:43.710" v="36" actId="26606"/>
          <ac:picMkLst>
            <pc:docMk/>
            <pc:sldMk cId="2482676632" sldId="267"/>
            <ac:picMk id="5" creationId="{7695A4ED-19F7-76D2-21E4-9851EAF053BC}"/>
          </ac:picMkLst>
        </pc:picChg>
      </pc:sldChg>
      <pc:sldChg chg="delSp modSp add mod setBg delDesignElem">
        <pc:chgData name="Alberto Ruiz" userId="47fa91d207cfb014" providerId="LiveId" clId="{5498CDA7-EF8E-48B5-8868-A02CA8938115}" dt="2025-01-13T19:06:57.982" v="61" actId="207"/>
        <pc:sldMkLst>
          <pc:docMk/>
          <pc:sldMk cId="1290461181" sldId="268"/>
        </pc:sldMkLst>
        <pc:spChg chg="mod">
          <ac:chgData name="Alberto Ruiz" userId="47fa91d207cfb014" providerId="LiveId" clId="{5498CDA7-EF8E-48B5-8868-A02CA8938115}" dt="2025-01-13T19:06:57.982" v="61" actId="207"/>
          <ac:spMkLst>
            <pc:docMk/>
            <pc:sldMk cId="1290461181" sldId="268"/>
            <ac:spMk id="2" creationId="{375D8AE9-F13E-F4B8-472D-1FB509FB105D}"/>
          </ac:spMkLst>
        </pc:spChg>
      </pc:sldChg>
      <pc:sldChg chg="delSp modSp add mod setBg delDesignElem">
        <pc:chgData name="Alberto Ruiz" userId="47fa91d207cfb014" providerId="LiveId" clId="{5498CDA7-EF8E-48B5-8868-A02CA8938115}" dt="2025-01-13T19:07:10.150" v="62"/>
        <pc:sldMkLst>
          <pc:docMk/>
          <pc:sldMk cId="1056894677" sldId="269"/>
        </pc:sldMkLst>
        <pc:spChg chg="mod">
          <ac:chgData name="Alberto Ruiz" userId="47fa91d207cfb014" providerId="LiveId" clId="{5498CDA7-EF8E-48B5-8868-A02CA8938115}" dt="2025-01-13T19:07:10.150" v="62"/>
          <ac:spMkLst>
            <pc:docMk/>
            <pc:sldMk cId="1056894677" sldId="269"/>
            <ac:spMk id="2" creationId="{C0BA0FE2-17D4-08DE-11C2-22A8673D9BB9}"/>
          </ac:spMkLst>
        </pc:spChg>
      </pc:sldChg>
      <pc:sldChg chg="delSp modSp add mod setBg delDesignElem">
        <pc:chgData name="Alberto Ruiz" userId="47fa91d207cfb014" providerId="LiveId" clId="{5498CDA7-EF8E-48B5-8868-A02CA8938115}" dt="2025-01-13T19:07:20.785" v="63"/>
        <pc:sldMkLst>
          <pc:docMk/>
          <pc:sldMk cId="459129924" sldId="270"/>
        </pc:sldMkLst>
        <pc:spChg chg="mod">
          <ac:chgData name="Alberto Ruiz" userId="47fa91d207cfb014" providerId="LiveId" clId="{5498CDA7-EF8E-48B5-8868-A02CA8938115}" dt="2025-01-13T19:07:20.785" v="63"/>
          <ac:spMkLst>
            <pc:docMk/>
            <pc:sldMk cId="459129924" sldId="270"/>
            <ac:spMk id="2" creationId="{34B3D39C-FCC1-8757-C4D8-1976B4859EC9}"/>
          </ac:spMkLst>
        </pc:spChg>
      </pc:sldChg>
      <pc:sldChg chg="delSp modSp add mod setBg delDesignElem">
        <pc:chgData name="Alberto Ruiz" userId="47fa91d207cfb014" providerId="LiveId" clId="{5498CDA7-EF8E-48B5-8868-A02CA8938115}" dt="2025-01-13T19:07:33.542" v="65"/>
        <pc:sldMkLst>
          <pc:docMk/>
          <pc:sldMk cId="3881688760" sldId="271"/>
        </pc:sldMkLst>
        <pc:spChg chg="mod">
          <ac:chgData name="Alberto Ruiz" userId="47fa91d207cfb014" providerId="LiveId" clId="{5498CDA7-EF8E-48B5-8868-A02CA8938115}" dt="2025-01-13T19:07:33.542" v="65"/>
          <ac:spMkLst>
            <pc:docMk/>
            <pc:sldMk cId="3881688760" sldId="271"/>
            <ac:spMk id="2" creationId="{71532A62-FC69-7CD7-5987-9622CF901C55}"/>
          </ac:spMkLst>
        </pc:spChg>
        <pc:picChg chg="mod">
          <ac:chgData name="Alberto Ruiz" userId="47fa91d207cfb014" providerId="LiveId" clId="{5498CDA7-EF8E-48B5-8868-A02CA8938115}" dt="2025-01-13T19:07:29.973" v="64" actId="1076"/>
          <ac:picMkLst>
            <pc:docMk/>
            <pc:sldMk cId="3881688760" sldId="271"/>
            <ac:picMk id="5" creationId="{528E295E-8F61-1B85-23A5-7495C9039D4C}"/>
          </ac:picMkLst>
        </pc:picChg>
      </pc:sldChg>
      <pc:sldChg chg="delSp modSp add mod setBg delDesignElem">
        <pc:chgData name="Alberto Ruiz" userId="47fa91d207cfb014" providerId="LiveId" clId="{5498CDA7-EF8E-48B5-8868-A02CA8938115}" dt="2025-01-13T19:07:42.843" v="66"/>
        <pc:sldMkLst>
          <pc:docMk/>
          <pc:sldMk cId="539983461" sldId="272"/>
        </pc:sldMkLst>
        <pc:spChg chg="mod">
          <ac:chgData name="Alberto Ruiz" userId="47fa91d207cfb014" providerId="LiveId" clId="{5498CDA7-EF8E-48B5-8868-A02CA8938115}" dt="2025-01-13T19:07:42.843" v="66"/>
          <ac:spMkLst>
            <pc:docMk/>
            <pc:sldMk cId="539983461" sldId="272"/>
            <ac:spMk id="2" creationId="{D73ED318-B390-52C9-176A-9F041D31102E}"/>
          </ac:spMkLst>
        </pc:spChg>
      </pc:sldChg>
      <pc:sldChg chg="delSp modSp add mod setBg delDesignElem">
        <pc:chgData name="Alberto Ruiz" userId="47fa91d207cfb014" providerId="LiveId" clId="{5498CDA7-EF8E-48B5-8868-A02CA8938115}" dt="2025-01-13T19:07:54.648" v="67"/>
        <pc:sldMkLst>
          <pc:docMk/>
          <pc:sldMk cId="2700503496" sldId="273"/>
        </pc:sldMkLst>
        <pc:spChg chg="mod">
          <ac:chgData name="Alberto Ruiz" userId="47fa91d207cfb014" providerId="LiveId" clId="{5498CDA7-EF8E-48B5-8868-A02CA8938115}" dt="2025-01-13T19:07:54.648" v="67"/>
          <ac:spMkLst>
            <pc:docMk/>
            <pc:sldMk cId="2700503496" sldId="273"/>
            <ac:spMk id="2" creationId="{2D0D6D25-F68B-D967-2E5B-A6225DA88BEF}"/>
          </ac:spMkLst>
        </pc:spChg>
      </pc:sldChg>
      <pc:sldChg chg="delSp modSp add mod setBg delDesignElem">
        <pc:chgData name="Alberto Ruiz" userId="47fa91d207cfb014" providerId="LiveId" clId="{5498CDA7-EF8E-48B5-8868-A02CA8938115}" dt="2025-01-13T19:08:05.658" v="68"/>
        <pc:sldMkLst>
          <pc:docMk/>
          <pc:sldMk cId="2042491952" sldId="274"/>
        </pc:sldMkLst>
        <pc:spChg chg="mod">
          <ac:chgData name="Alberto Ruiz" userId="47fa91d207cfb014" providerId="LiveId" clId="{5498CDA7-EF8E-48B5-8868-A02CA8938115}" dt="2025-01-13T19:08:05.658" v="68"/>
          <ac:spMkLst>
            <pc:docMk/>
            <pc:sldMk cId="2042491952" sldId="274"/>
            <ac:spMk id="2" creationId="{7D2D7E20-4CED-7F22-CF6D-6F87F8EFF225}"/>
          </ac:spMkLst>
        </pc:spChg>
      </pc:sldChg>
    </pc:docChg>
  </pc:docChgLst>
  <pc:docChgLst>
    <pc:chgData name="Alberto Ruiz" userId="47fa91d207cfb014" providerId="LiveId" clId="{58F9E120-94F0-410C-BD73-66F5FD381665}"/>
    <pc:docChg chg="custSel modSld">
      <pc:chgData name="Alberto Ruiz" userId="47fa91d207cfb014" providerId="LiveId" clId="{58F9E120-94F0-410C-BD73-66F5FD381665}" dt="2025-01-27T09:37:52.451" v="11" actId="27636"/>
      <pc:docMkLst>
        <pc:docMk/>
      </pc:docMkLst>
      <pc:sldChg chg="modSp mod">
        <pc:chgData name="Alberto Ruiz" userId="47fa91d207cfb014" providerId="LiveId" clId="{58F9E120-94F0-410C-BD73-66F5FD381665}" dt="2025-01-27T09:37:52.451" v="11" actId="27636"/>
        <pc:sldMkLst>
          <pc:docMk/>
          <pc:sldMk cId="0" sldId="264"/>
        </pc:sldMkLst>
        <pc:spChg chg="mod">
          <ac:chgData name="Alberto Ruiz" userId="47fa91d207cfb014" providerId="LiveId" clId="{58F9E120-94F0-410C-BD73-66F5FD381665}" dt="2025-01-27T09:37:49.969" v="9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lberto Ruiz" userId="47fa91d207cfb014" providerId="LiveId" clId="{58F9E120-94F0-410C-BD73-66F5FD381665}" dt="2025-01-27T09:37:52.451" v="11" actId="27636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lfileres e hilos formando un heptágono">
            <a:extLst>
              <a:ext uri="{FF2B5EF4-FFF2-40B4-BE49-F238E27FC236}">
                <a16:creationId xmlns:a16="http://schemas.microsoft.com/office/drawing/2014/main" id="{6EDDA428-45A1-4405-E6E6-DE6A94C7BB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2" r="8945" b="1"/>
          <a:stretch/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064451" y="791834"/>
            <a:ext cx="3020876" cy="9154947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4" y="0"/>
            <a:ext cx="2132551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9028" y="21736"/>
            <a:ext cx="2364646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5" y="5288433"/>
            <a:ext cx="9149779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5100" y="2905286"/>
            <a:ext cx="3866773" cy="4082144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4121944"/>
            <a:ext cx="5945838" cy="1620665"/>
          </a:xfrm>
        </p:spPr>
        <p:txBody>
          <a:bodyPr>
            <a:normAutofit/>
          </a:bodyPr>
          <a:lstStyle/>
          <a:p>
            <a:pPr algn="l"/>
            <a:r>
              <a:rPr lang="es-ES" sz="3500">
                <a:solidFill>
                  <a:srgbClr val="FFFFFF"/>
                </a:solidFill>
              </a:rPr>
              <a:t>Unidad 4: Generación de servicios en red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5737867"/>
            <a:ext cx="5956785" cy="618479"/>
          </a:xfrm>
        </p:spPr>
        <p:txBody>
          <a:bodyPr>
            <a:normAutofit/>
          </a:bodyPr>
          <a:lstStyle/>
          <a:p>
            <a:pPr algn="l"/>
            <a:r>
              <a:rPr lang="es-ES" sz="1700" dirty="0">
                <a:solidFill>
                  <a:srgbClr val="FFFFFF"/>
                </a:solidFill>
              </a:rPr>
              <a:t>ALBERTO RUIZ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Índice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" y="1764792"/>
            <a:ext cx="3959351" cy="459155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600" dirty="0"/>
              <a:t>1. Introducción a la generación de servicios en red</a:t>
            </a:r>
          </a:p>
          <a:p>
            <a:pPr>
              <a:lnSpc>
                <a:spcPct val="90000"/>
              </a:lnSpc>
            </a:pPr>
            <a:r>
              <a:rPr lang="es-ES" sz="1600" dirty="0"/>
              <a:t>2. Protocolos estándar de comunicación en red</a:t>
            </a:r>
          </a:p>
          <a:p>
            <a:pPr>
              <a:lnSpc>
                <a:spcPct val="90000"/>
              </a:lnSpc>
            </a:pPr>
            <a:r>
              <a:rPr lang="es-ES" sz="1600" dirty="0"/>
              <a:t>3. Librerías de clases y componentes</a:t>
            </a:r>
          </a:p>
          <a:p>
            <a:pPr>
              <a:lnSpc>
                <a:spcPct val="90000"/>
              </a:lnSpc>
            </a:pPr>
            <a:r>
              <a:rPr lang="es-ES" sz="1600" dirty="0"/>
              <a:t>4. Utilización de objetos predefinidos y creación de clases</a:t>
            </a:r>
          </a:p>
          <a:p>
            <a:pPr>
              <a:lnSpc>
                <a:spcPct val="90000"/>
              </a:lnSpc>
            </a:pPr>
            <a:r>
              <a:rPr lang="es-ES" sz="1600" dirty="0"/>
              <a:t>5. Persistencia de objetos y comunicación mediante Sockets</a:t>
            </a:r>
          </a:p>
          <a:p>
            <a:pPr>
              <a:lnSpc>
                <a:spcPct val="90000"/>
              </a:lnSpc>
            </a:pPr>
            <a:r>
              <a:rPr lang="es-ES" sz="1600" dirty="0"/>
              <a:t>6. Programación cliente/servidor básica</a:t>
            </a:r>
          </a:p>
          <a:p>
            <a:pPr>
              <a:lnSpc>
                <a:spcPct val="90000"/>
              </a:lnSpc>
            </a:pPr>
            <a:r>
              <a:rPr lang="es-ES" sz="1600" dirty="0"/>
              <a:t>7. Introducción a RMI (Remote </a:t>
            </a:r>
            <a:r>
              <a:rPr lang="es-ES" sz="1600" dirty="0" err="1"/>
              <a:t>Method</a:t>
            </a:r>
            <a:r>
              <a:rPr lang="es-ES" sz="1600" dirty="0"/>
              <a:t> </a:t>
            </a:r>
            <a:r>
              <a:rPr lang="es-ES" sz="1600" dirty="0" err="1"/>
              <a:t>Invocation</a:t>
            </a:r>
            <a:r>
              <a:rPr lang="es-ES" sz="1600" dirty="0"/>
              <a:t>)</a:t>
            </a:r>
          </a:p>
          <a:p>
            <a:pPr>
              <a:lnSpc>
                <a:spcPct val="90000"/>
              </a:lnSpc>
            </a:pPr>
            <a:r>
              <a:rPr lang="es-ES" sz="1600" dirty="0"/>
              <a:t>8. Monitorización y depuración de servicios</a:t>
            </a:r>
          </a:p>
        </p:txBody>
      </p:sp>
      <p:pic>
        <p:nvPicPr>
          <p:cNvPr id="5" name="Picture 4" descr="Monitores de ordenador antiguos">
            <a:extLst>
              <a:ext uri="{FF2B5EF4-FFF2-40B4-BE49-F238E27FC236}">
                <a16:creationId xmlns:a16="http://schemas.microsoft.com/office/drawing/2014/main" id="{EE3B9C0C-782A-DF3D-F8B0-4E9D9C5E30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24" r="31327" b="-1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ondo abstracto de red en rosa">
            <a:extLst>
              <a:ext uri="{FF2B5EF4-FFF2-40B4-BE49-F238E27FC236}">
                <a16:creationId xmlns:a16="http://schemas.microsoft.com/office/drawing/2014/main" id="{7695A4ED-19F7-76D2-21E4-9851EAF053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56" r="1" b="1"/>
          <a:stretch/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064451" y="791834"/>
            <a:ext cx="3020876" cy="9154947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4" y="0"/>
            <a:ext cx="2132551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9028" y="21736"/>
            <a:ext cx="2364646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5" y="5288433"/>
            <a:ext cx="9149779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5100" y="2905286"/>
            <a:ext cx="3866773" cy="4082144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CA3467-C3C2-4578-A2C5-2DABC6FB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271" y="4121944"/>
            <a:ext cx="5945838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</a:rPr>
              <a:t>Introducción a la generación de servicios en red</a:t>
            </a:r>
          </a:p>
        </p:txBody>
      </p:sp>
    </p:spTree>
    <p:extLst>
      <p:ext uri="{BB962C8B-B14F-4D97-AF65-F5344CB8AC3E}">
        <p14:creationId xmlns:p14="http://schemas.microsoft.com/office/powerpoint/2010/main" val="2482676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500" dirty="0"/>
              <a:t>Introducción a la generación de servicios en 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2286000"/>
            <a:ext cx="3904487" cy="4352544"/>
          </a:xfrm>
        </p:spPr>
        <p:txBody>
          <a:bodyPr anchor="ctr">
            <a:normAutofit/>
          </a:bodyPr>
          <a:lstStyle/>
          <a:p>
            <a:r>
              <a:rPr lang="es-ES" sz="1600" dirty="0"/>
              <a:t>La generación de servicios en red permite la comunicación entre aplicaciones distribuidas en distintos equipos.</a:t>
            </a:r>
          </a:p>
          <a:p>
            <a:r>
              <a:rPr lang="es-ES" sz="1600" dirty="0"/>
              <a:t>- Modelo cliente/servidor:</a:t>
            </a:r>
          </a:p>
          <a:p>
            <a:r>
              <a:rPr lang="es-ES" sz="1600" dirty="0"/>
              <a:t>  - Cliente: Realiza peticiones y consume recursos.</a:t>
            </a:r>
          </a:p>
          <a:p>
            <a:r>
              <a:rPr lang="es-ES" sz="1600" dirty="0"/>
              <a:t>  - Servidor: Procesa peticiones y genera respuestas.</a:t>
            </a:r>
          </a:p>
          <a:p>
            <a:r>
              <a:rPr lang="es-ES" sz="1600" dirty="0"/>
              <a:t>Ejemplos:</a:t>
            </a:r>
          </a:p>
          <a:p>
            <a:r>
              <a:rPr lang="es-ES" sz="1600" dirty="0"/>
              <a:t>- Transferencia de archivos (FTP)</a:t>
            </a:r>
          </a:p>
          <a:p>
            <a:r>
              <a:rPr lang="es-ES" sz="1600" dirty="0"/>
              <a:t>- Navegación web (HTTP/HTTPS)</a:t>
            </a:r>
          </a:p>
          <a:p>
            <a:r>
              <a:rPr lang="es-ES" sz="1600" dirty="0"/>
              <a:t>- Correo electrónico (POP3, SMTP)</a:t>
            </a:r>
          </a:p>
        </p:txBody>
      </p:sp>
      <p:pic>
        <p:nvPicPr>
          <p:cNvPr id="5" name="Picture 4" descr="Cables Ethernet conectados a un parche de red">
            <a:extLst>
              <a:ext uri="{FF2B5EF4-FFF2-40B4-BE49-F238E27FC236}">
                <a16:creationId xmlns:a16="http://schemas.microsoft.com/office/drawing/2014/main" id="{9FEFE378-7CA6-04D3-6FFF-0F29431520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59" r="20700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F88B0-A91A-BE35-2899-DB3F7A4AB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ondo abstracto de red en rosa">
            <a:extLst>
              <a:ext uri="{FF2B5EF4-FFF2-40B4-BE49-F238E27FC236}">
                <a16:creationId xmlns:a16="http://schemas.microsoft.com/office/drawing/2014/main" id="{6E095592-A482-0B75-B6A0-151AFF77D3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56" r="1" b="1"/>
          <a:stretch/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75D8AE9-F13E-F4B8-472D-1FB509FB1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271" y="4121944"/>
            <a:ext cx="5945838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s-ES" sz="3600" dirty="0">
                <a:solidFill>
                  <a:schemeClr val="bg1"/>
                </a:solidFill>
              </a:rPr>
              <a:t>Protocolos estándar de comunicación en red</a:t>
            </a:r>
            <a:endParaRPr lang="en-US" sz="3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461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200" dirty="0"/>
              <a:t>Protocolos estándar de comunicación en 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600"/>
              <a:t>Protocolos clave:</a:t>
            </a:r>
          </a:p>
          <a:p>
            <a:pPr>
              <a:lnSpc>
                <a:spcPct val="90000"/>
              </a:lnSpc>
            </a:pPr>
            <a:r>
              <a:rPr lang="es-ES" sz="1600"/>
              <a:t>- HTTP: Comunicación sin estado, modelo petición/respuesta.</a:t>
            </a:r>
          </a:p>
          <a:p>
            <a:pPr>
              <a:lnSpc>
                <a:spcPct val="90000"/>
              </a:lnSpc>
            </a:pPr>
            <a:r>
              <a:rPr lang="es-ES" sz="1600"/>
              <a:t>- HTTPS: Versión segura con SSL/TLS.</a:t>
            </a:r>
          </a:p>
          <a:p>
            <a:pPr>
              <a:lnSpc>
                <a:spcPct val="90000"/>
              </a:lnSpc>
            </a:pPr>
            <a:r>
              <a:rPr lang="es-ES" sz="1600"/>
              <a:t>- FTP: Transfiere archivos entre cliente y servidor.</a:t>
            </a:r>
          </a:p>
          <a:p>
            <a:pPr>
              <a:lnSpc>
                <a:spcPct val="90000"/>
              </a:lnSpc>
            </a:pPr>
            <a:r>
              <a:rPr lang="es-ES" sz="1600"/>
              <a:t>- POP3/SMTP: Manejo de correo electrónico (recepción y envío).</a:t>
            </a:r>
          </a:p>
          <a:p>
            <a:pPr>
              <a:lnSpc>
                <a:spcPct val="90000"/>
              </a:lnSpc>
            </a:pPr>
            <a:r>
              <a:rPr lang="es-ES" sz="1600"/>
              <a:t>Mensajes HTTP:</a:t>
            </a:r>
          </a:p>
          <a:p>
            <a:pPr>
              <a:lnSpc>
                <a:spcPct val="90000"/>
              </a:lnSpc>
            </a:pPr>
            <a:r>
              <a:rPr lang="es-ES" sz="1600"/>
              <a:t>- Petición: Incluye método, URL y cabeceras.</a:t>
            </a:r>
          </a:p>
          <a:p>
            <a:pPr>
              <a:lnSpc>
                <a:spcPct val="90000"/>
              </a:lnSpc>
            </a:pPr>
            <a:r>
              <a:rPr lang="es-ES" sz="1600"/>
              <a:t>- Respuesta: Contiene código de estado (200, 404, 500).</a:t>
            </a:r>
          </a:p>
        </p:txBody>
      </p:sp>
      <p:pic>
        <p:nvPicPr>
          <p:cNvPr id="5" name="Picture 4" descr="Candado encima de placa base de ordenador">
            <a:extLst>
              <a:ext uri="{FF2B5EF4-FFF2-40B4-BE49-F238E27FC236}">
                <a16:creationId xmlns:a16="http://schemas.microsoft.com/office/drawing/2014/main" id="{7132303A-9A0D-BD82-DE6E-F47D65E7B6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48" r="39402" b="-2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4A8EA-A925-3B66-4445-5016C396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ondo abstracto de red en rosa">
            <a:extLst>
              <a:ext uri="{FF2B5EF4-FFF2-40B4-BE49-F238E27FC236}">
                <a16:creationId xmlns:a16="http://schemas.microsoft.com/office/drawing/2014/main" id="{6DD5E862-773F-8498-D522-940666CBD5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56" r="1" b="1"/>
          <a:stretch/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BA0FE2-17D4-08DE-11C2-22A8673D9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271" y="4121944"/>
            <a:ext cx="5945838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s-ES" sz="3500" dirty="0">
                <a:solidFill>
                  <a:srgbClr val="FFFFFF"/>
                </a:solidFill>
              </a:rPr>
              <a:t>Librerías de clases y componentes</a:t>
            </a:r>
            <a:endParaRPr lang="en-US" sz="3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894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s-ES" sz="3500" dirty="0"/>
              <a:t>Librerías de clases y componentes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s-ES" sz="1700"/>
              <a:t>- **HTTPServlet**: Permite crear aplicaciones web dinámicas.</a:t>
            </a:r>
          </a:p>
          <a:p>
            <a:r>
              <a:rPr lang="es-ES" sz="1700"/>
              <a:t>  - Métodos clave: init(), doGet(), doPost().</a:t>
            </a:r>
          </a:p>
          <a:p>
            <a:r>
              <a:rPr lang="es-ES" sz="1700"/>
              <a:t>- **JavaMail**: Manejo de correos electrónicos.</a:t>
            </a:r>
          </a:p>
          <a:p>
            <a:r>
              <a:rPr lang="es-ES" sz="1700"/>
              <a:t>  - Componentes: Session, MimeMessage, Transport.</a:t>
            </a:r>
          </a:p>
          <a:p>
            <a:r>
              <a:rPr lang="es-ES" sz="1700"/>
              <a:t>- **FTPClient**: Conexión con servidores FTP.</a:t>
            </a:r>
          </a:p>
          <a:p>
            <a:r>
              <a:rPr lang="es-ES" sz="1700"/>
              <a:t>  - Métodos: connect(), storeFile(), retrieveFile().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5E948A-0017-7C84-9BEC-12B4CF6C7A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77" r="30816" b="1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76EB5-1C48-111C-3075-0139E3F4E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ondo abstracto de red en rosa">
            <a:extLst>
              <a:ext uri="{FF2B5EF4-FFF2-40B4-BE49-F238E27FC236}">
                <a16:creationId xmlns:a16="http://schemas.microsoft.com/office/drawing/2014/main" id="{C19FC6C4-CE55-8AAB-B7B8-5D7CFF0379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56" r="1" b="1"/>
          <a:stretch/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4B3D39C-FCC1-8757-C4D8-1976B485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271" y="4121944"/>
            <a:ext cx="5945838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s-ES" sz="3500" dirty="0">
                <a:solidFill>
                  <a:srgbClr val="FFFFFF"/>
                </a:solidFill>
              </a:rPr>
              <a:t>Utilización de objetos predefinidos y creación de clases</a:t>
            </a:r>
            <a:endParaRPr lang="en-US" sz="3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129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s-ES" sz="3500" dirty="0"/>
              <a:t>Utilización de objetos predefinidos y creación de clases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s-ES" sz="1700"/>
              <a:t>Extensión y reutilización de clases existentes:</a:t>
            </a:r>
          </a:p>
          <a:p>
            <a:r>
              <a:rPr lang="es-ES" sz="1700"/>
              <a:t>- Herencia permite personalizar funcionalidad.</a:t>
            </a:r>
          </a:p>
          <a:p>
            <a:r>
              <a:rPr lang="es-ES" sz="1700"/>
              <a:t>Ejemplo práctico:</a:t>
            </a:r>
          </a:p>
          <a:p>
            <a:r>
              <a:rPr lang="es-ES" sz="1700"/>
              <a:t>- Crear un servlet que extienda de HTTPServlet para manejar peticiones específicas.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7FEED6-AAB4-778B-E94F-84C8BBA040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42" r="35896" b="-1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6895A-1678-CE02-7D70-FFDE7767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ondo abstracto de red en rosa">
            <a:extLst>
              <a:ext uri="{FF2B5EF4-FFF2-40B4-BE49-F238E27FC236}">
                <a16:creationId xmlns:a16="http://schemas.microsoft.com/office/drawing/2014/main" id="{528E295E-8F61-1B85-23A5-7495C9039D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56" r="1" b="1"/>
          <a:stretch/>
        </p:blipFill>
        <p:spPr>
          <a:xfrm>
            <a:off x="-2585" y="-21745"/>
            <a:ext cx="9146585" cy="687974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1532A62-FC69-7CD7-5987-9622CF90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271" y="4121944"/>
            <a:ext cx="5945838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s-ES" sz="3500" dirty="0">
                <a:solidFill>
                  <a:srgbClr val="FFFFFF"/>
                </a:solidFill>
              </a:rPr>
              <a:t>Persistencia de objetos y comunicación mediante Sockets</a:t>
            </a:r>
            <a:endParaRPr lang="en-US" sz="3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688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s-ES" sz="3200" dirty="0"/>
              <a:t>Persistencia de objetos y comunicación mediante Sockets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s-ES" sz="1700"/>
              <a:t>- **Interfaz Serializable**: Permite guardar y transmitir objetos en formato binario.</a:t>
            </a:r>
          </a:p>
          <a:p>
            <a:r>
              <a:rPr lang="es-ES" sz="1700"/>
              <a:t>- **Sockets**:</a:t>
            </a:r>
          </a:p>
          <a:p>
            <a:r>
              <a:rPr lang="es-ES" sz="1700"/>
              <a:t>  - ServerSocket: Escucha conexiones entrantes.</a:t>
            </a:r>
          </a:p>
          <a:p>
            <a:r>
              <a:rPr lang="es-ES" sz="1700"/>
              <a:t>  - Socket: Establece comunicación cliente/servidor.</a:t>
            </a:r>
          </a:p>
          <a:p>
            <a:r>
              <a:rPr lang="es-ES" sz="1700"/>
              <a:t>Ejemplo práctico:</a:t>
            </a:r>
          </a:p>
          <a:p>
            <a:r>
              <a:rPr lang="es-ES" sz="1700"/>
              <a:t>- Guardar un objeto en disco y recuperarlo usando Serializable.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C9FD2-C8EA-6022-27DE-82182CC0B6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10" r="47628" b="-1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5EA50-3240-11F7-5BAF-525248EC6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ondo abstracto de red en rosa">
            <a:extLst>
              <a:ext uri="{FF2B5EF4-FFF2-40B4-BE49-F238E27FC236}">
                <a16:creationId xmlns:a16="http://schemas.microsoft.com/office/drawing/2014/main" id="{8836E6E2-2D80-92FE-1EE4-7E833BD1DB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56" r="1" b="1"/>
          <a:stretch/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73ED318-B390-52C9-176A-9F041D311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271" y="4121944"/>
            <a:ext cx="5945838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dirty="0" err="1">
                <a:solidFill>
                  <a:srgbClr val="FFFFFF"/>
                </a:solidFill>
              </a:rPr>
              <a:t>Programación</a:t>
            </a:r>
            <a:r>
              <a:rPr lang="en-US" sz="3500" dirty="0">
                <a:solidFill>
                  <a:srgbClr val="FFFFFF"/>
                </a:solidFill>
              </a:rPr>
              <a:t> </a:t>
            </a:r>
            <a:r>
              <a:rPr lang="en-US" sz="3500" dirty="0" err="1">
                <a:solidFill>
                  <a:srgbClr val="FFFFFF"/>
                </a:solidFill>
              </a:rPr>
              <a:t>cliente</a:t>
            </a:r>
            <a:r>
              <a:rPr lang="en-US" sz="3500" dirty="0">
                <a:solidFill>
                  <a:srgbClr val="FFFFFF"/>
                </a:solidFill>
              </a:rPr>
              <a:t>/</a:t>
            </a:r>
            <a:r>
              <a:rPr lang="en-US" sz="3500" dirty="0" err="1">
                <a:solidFill>
                  <a:srgbClr val="FFFFFF"/>
                </a:solidFill>
              </a:rPr>
              <a:t>servidor</a:t>
            </a:r>
            <a:r>
              <a:rPr lang="en-US" sz="3500" dirty="0">
                <a:solidFill>
                  <a:srgbClr val="FFFFFF"/>
                </a:solidFill>
              </a:rPr>
              <a:t> </a:t>
            </a:r>
            <a:r>
              <a:rPr lang="en-US" sz="3500" dirty="0" err="1">
                <a:solidFill>
                  <a:srgbClr val="FFFFFF"/>
                </a:solidFill>
              </a:rPr>
              <a:t>básica</a:t>
            </a:r>
            <a:endParaRPr lang="en-US" sz="3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983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s-ES" sz="3500" dirty="0"/>
              <a:t>Programación cliente/servidor básica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s-ES" sz="1700"/>
              <a:t>- **Servidor concurrente**:</a:t>
            </a:r>
          </a:p>
          <a:p>
            <a:r>
              <a:rPr lang="es-ES" sz="1700"/>
              <a:t>  - Uso de hilos (Thread o Runnable) para manejar múltiples clientes.</a:t>
            </a:r>
          </a:p>
          <a:p>
            <a:r>
              <a:rPr lang="es-ES" sz="1700"/>
              <a:t>- **Comunicación bidireccional**:</a:t>
            </a:r>
          </a:p>
          <a:p>
            <a:r>
              <a:rPr lang="es-ES" sz="1700"/>
              <a:t>  - Flujo de entrada (InputStream) y salida (OutputStream).</a:t>
            </a:r>
          </a:p>
          <a:p>
            <a:r>
              <a:rPr lang="es-ES" sz="1700"/>
              <a:t>Ejemplo práctico:</a:t>
            </a:r>
          </a:p>
          <a:p>
            <a:r>
              <a:rPr lang="es-ES" sz="1700"/>
              <a:t>- Crear un servidor que atienda múltiples clientes simultáneamente.</a:t>
            </a:r>
          </a:p>
        </p:txBody>
      </p:sp>
      <p:pic>
        <p:nvPicPr>
          <p:cNvPr id="5" name="Picture 4" descr="Cables Ethernet conectados a un parche de red">
            <a:extLst>
              <a:ext uri="{FF2B5EF4-FFF2-40B4-BE49-F238E27FC236}">
                <a16:creationId xmlns:a16="http://schemas.microsoft.com/office/drawing/2014/main" id="{E7AD918D-E90B-691D-FAC2-BF712E6B38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08" r="24948" b="-1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A71C6-8453-D812-0CD5-9D80E491A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ondo abstracto de red en rosa">
            <a:extLst>
              <a:ext uri="{FF2B5EF4-FFF2-40B4-BE49-F238E27FC236}">
                <a16:creationId xmlns:a16="http://schemas.microsoft.com/office/drawing/2014/main" id="{42C1A6E3-7A7D-41A7-B52B-FB48E1ED12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56" r="1" b="1"/>
          <a:stretch/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D0D6D25-F68B-D967-2E5B-A6225DA88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271" y="4121944"/>
            <a:ext cx="5945838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dirty="0" err="1">
                <a:solidFill>
                  <a:srgbClr val="FFFFFF"/>
                </a:solidFill>
              </a:rPr>
              <a:t>Introducción</a:t>
            </a:r>
            <a:r>
              <a:rPr lang="en-US" sz="3500" dirty="0">
                <a:solidFill>
                  <a:srgbClr val="FFFFFF"/>
                </a:solidFill>
              </a:rPr>
              <a:t> a RMI (Remote Method Invocation)</a:t>
            </a:r>
          </a:p>
        </p:txBody>
      </p:sp>
    </p:spTree>
    <p:extLst>
      <p:ext uri="{BB962C8B-B14F-4D97-AF65-F5344CB8AC3E}">
        <p14:creationId xmlns:p14="http://schemas.microsoft.com/office/powerpoint/2010/main" val="2700503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22165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200" dirty="0"/>
              <a:t>Introducción a RMI (Remote </a:t>
            </a:r>
            <a:r>
              <a:rPr lang="es-ES" sz="3200" dirty="0" err="1"/>
              <a:t>Method</a:t>
            </a:r>
            <a:r>
              <a:rPr lang="es-ES" sz="3200" dirty="0"/>
              <a:t> </a:t>
            </a:r>
            <a:r>
              <a:rPr lang="es-ES" sz="3200" dirty="0" err="1"/>
              <a:t>Invocation</a:t>
            </a:r>
            <a:r>
              <a:rPr lang="es-ES" sz="32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6686"/>
            <a:ext cx="4456253" cy="4709664"/>
          </a:xfrm>
        </p:spPr>
        <p:txBody>
          <a:bodyPr anchor="ctr">
            <a:normAutofit lnSpcReduction="10000"/>
          </a:bodyPr>
          <a:lstStyle/>
          <a:p>
            <a:r>
              <a:rPr lang="es-ES" sz="2000" dirty="0"/>
              <a:t>- </a:t>
            </a:r>
            <a:r>
              <a:rPr lang="es-ES" sz="14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RMI (Java Remote </a:t>
            </a:r>
            <a:r>
              <a:rPr lang="es-ES" sz="1400" b="0" i="0" dirty="0" err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Method</a:t>
            </a:r>
            <a:r>
              <a:rPr lang="es-ES" sz="14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ES" sz="1400" b="0" i="0" dirty="0" err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Invocation</a:t>
            </a:r>
            <a:r>
              <a:rPr lang="es-ES" sz="14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) es un </a:t>
            </a:r>
            <a:r>
              <a:rPr lang="es-ES" sz="1400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mecanismo ofrecido por Java para invocar un método de manera remota</a:t>
            </a:r>
            <a:r>
              <a:rPr lang="es-ES" sz="14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. Forma parte del entorno estándar de ejecución de Java y proporciona un mecanismo simple para la comunicación de servidores en aplicaciones distribuidas basadas exclusivamente en Java.</a:t>
            </a:r>
            <a:r>
              <a:rPr lang="es-ES" sz="2000" dirty="0"/>
              <a:t>**Conceptos clave**:</a:t>
            </a:r>
          </a:p>
          <a:p>
            <a:r>
              <a:rPr lang="es-ES" sz="2000" dirty="0"/>
              <a:t>  - </a:t>
            </a:r>
            <a:r>
              <a:rPr lang="es-ES" sz="2000" dirty="0" err="1"/>
              <a:t>Stub</a:t>
            </a:r>
            <a:r>
              <a:rPr lang="es-ES" sz="2000" dirty="0"/>
              <a:t>: Objeto local que actúa como proxy de un objeto remoto.</a:t>
            </a:r>
          </a:p>
          <a:p>
            <a:r>
              <a:rPr lang="es-ES" sz="2000" dirty="0"/>
              <a:t>  - Registro remoto: Lista de objetos disponibles para acceso remoto.</a:t>
            </a:r>
          </a:p>
          <a:p>
            <a:r>
              <a:rPr lang="es-ES" sz="2000" dirty="0"/>
              <a:t>Ejemplo práctico:</a:t>
            </a:r>
          </a:p>
          <a:p>
            <a:r>
              <a:rPr lang="es-ES" sz="2000" dirty="0"/>
              <a:t>- Crear un servidor RMI que implemente una interfaz remota.</a:t>
            </a:r>
          </a:p>
          <a:p>
            <a:r>
              <a:rPr lang="es-ES" sz="2000" dirty="0"/>
              <a:t>- Desarrollar un cliente que invoque métodos remotos.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96CB0-B734-2C84-14F2-D6CCA188DF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19" r="45239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AC0F-37B7-3067-07A2-DD01B4FA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ondo abstracto de red en rosa">
            <a:extLst>
              <a:ext uri="{FF2B5EF4-FFF2-40B4-BE49-F238E27FC236}">
                <a16:creationId xmlns:a16="http://schemas.microsoft.com/office/drawing/2014/main" id="{A532EA2F-F1A7-BF14-12BB-6BB6E69CD9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56" r="1" b="1"/>
          <a:stretch/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D2D7E20-4CED-7F22-CF6D-6F87F8EFF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271" y="4121944"/>
            <a:ext cx="5945838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s-ES" sz="3500" dirty="0">
                <a:solidFill>
                  <a:srgbClr val="FFFFFF"/>
                </a:solidFill>
              </a:rPr>
              <a:t>Monitorización y depuración de servicios</a:t>
            </a:r>
            <a:endParaRPr lang="en-US" sz="3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491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500" dirty="0"/>
              <a:t>Monitorización y depuración de servicios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- **Depuración**:</a:t>
            </a:r>
          </a:p>
          <a:p>
            <a:r>
              <a:rPr lang="es-ES" sz="1700"/>
              <a:t>  - Uso de herramientas del IDE (Eclipse, IntelliJ).</a:t>
            </a:r>
          </a:p>
          <a:p>
            <a:r>
              <a:rPr lang="es-ES" sz="1700"/>
              <a:t>  - Identificación de errores en tiempo de ejecución.</a:t>
            </a:r>
          </a:p>
          <a:p>
            <a:r>
              <a:rPr lang="es-ES" sz="1700"/>
              <a:t>- **Monitorización**:</a:t>
            </a:r>
          </a:p>
          <a:p>
            <a:r>
              <a:rPr lang="es-ES" sz="1700"/>
              <a:t>  - Medición de tiempos de respuesta y pruebas de carga.</a:t>
            </a:r>
          </a:p>
          <a:p>
            <a:r>
              <a:rPr lang="es-ES" sz="1700"/>
              <a:t>- Estrategias para garantizar la estabilidad de servicios en producción.</a:t>
            </a:r>
          </a:p>
        </p:txBody>
      </p:sp>
      <p:pic>
        <p:nvPicPr>
          <p:cNvPr id="5" name="Picture 4" descr="Primer plano de una regla">
            <a:extLst>
              <a:ext uri="{FF2B5EF4-FFF2-40B4-BE49-F238E27FC236}">
                <a16:creationId xmlns:a16="http://schemas.microsoft.com/office/drawing/2014/main" id="{6D569C95-DEEE-96B9-E3ED-D1A1CB97A7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31" r="30419" b="-2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s-ES" sz="3500" dirty="0"/>
              <a:t>Resumen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s-ES" sz="1700"/>
              <a:t>- La generación de servicios en red es fundamental para aplicaciones distribuidas.</a:t>
            </a:r>
          </a:p>
          <a:p>
            <a:r>
              <a:rPr lang="es-ES" sz="1700"/>
              <a:t>- Tecnologías como HTTPServlet, Sockets y RMI son herramientas clave.</a:t>
            </a:r>
          </a:p>
          <a:p>
            <a:r>
              <a:rPr lang="es-ES" sz="1700"/>
              <a:t>- La monitorización y depuración garantizan la calidad y disponibilidad de los servicios.</a:t>
            </a:r>
          </a:p>
        </p:txBody>
      </p:sp>
      <p:pic>
        <p:nvPicPr>
          <p:cNvPr id="5" name="Picture 4" descr="Primer plano de una placa de circuito impresa iluminada">
            <a:extLst>
              <a:ext uri="{FF2B5EF4-FFF2-40B4-BE49-F238E27FC236}">
                <a16:creationId xmlns:a16="http://schemas.microsoft.com/office/drawing/2014/main" id="{5DFA3E3F-8E22-8A54-7B4A-639D7650E6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05" r="32351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711</Words>
  <Application>Microsoft Office PowerPoint</Application>
  <PresentationFormat>Presentación en pantalla (4:3)</PresentationFormat>
  <Paragraphs>81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Roboto</vt:lpstr>
      <vt:lpstr>Office Theme</vt:lpstr>
      <vt:lpstr>Unidad 4: Generación de servicios en red</vt:lpstr>
      <vt:lpstr>Índice</vt:lpstr>
      <vt:lpstr>Introducción a la generación de servicios en red</vt:lpstr>
      <vt:lpstr>Introducción a la generación de servicios en red</vt:lpstr>
      <vt:lpstr>Protocolos estándar de comunicación en red</vt:lpstr>
      <vt:lpstr>Protocolos estándar de comunicación en red</vt:lpstr>
      <vt:lpstr>Librerías de clases y componentes</vt:lpstr>
      <vt:lpstr>Librerías de clases y componentes</vt:lpstr>
      <vt:lpstr>Utilización de objetos predefinidos y creación de clases</vt:lpstr>
      <vt:lpstr>Utilización de objetos predefinidos y creación de clases</vt:lpstr>
      <vt:lpstr>Persistencia de objetos y comunicación mediante Sockets</vt:lpstr>
      <vt:lpstr>Persistencia de objetos y comunicación mediante Sockets</vt:lpstr>
      <vt:lpstr>Programación cliente/servidor básica</vt:lpstr>
      <vt:lpstr>Programación cliente/servidor básica</vt:lpstr>
      <vt:lpstr>Introducción a RMI (Remote Method Invocation)</vt:lpstr>
      <vt:lpstr>Introducción a RMI (Remote Method Invocation)</vt:lpstr>
      <vt:lpstr>Monitorización y depuración de servicios</vt:lpstr>
      <vt:lpstr>Monitorización y depuración de servicios</vt:lpstr>
      <vt:lpstr>Resumen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1</cp:revision>
  <dcterms:created xsi:type="dcterms:W3CDTF">2013-01-27T09:14:16Z</dcterms:created>
  <dcterms:modified xsi:type="dcterms:W3CDTF">2025-01-27T09:37:56Z</dcterms:modified>
  <cp:category/>
</cp:coreProperties>
</file>