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C5D91-8314-4A66-98AE-0A8C52A387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CF12EF-44E5-4A01-A68A-6609B01BF8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Una aplicación moderna suele tener varias capas:</a:t>
          </a:r>
        </a:p>
      </dgm:t>
    </dgm:pt>
    <dgm:pt modelId="{6A2A90A5-2131-47B1-A441-06B2E381AF0F}" type="parTrans" cxnId="{D719F8E6-5A0C-4372-A8CD-9E883A3F85CA}">
      <dgm:prSet/>
      <dgm:spPr/>
      <dgm:t>
        <a:bodyPr/>
        <a:lstStyle/>
        <a:p>
          <a:endParaRPr lang="en-US"/>
        </a:p>
      </dgm:t>
    </dgm:pt>
    <dgm:pt modelId="{0C03B45A-701B-45E3-8389-CF57A271405B}" type="sibTrans" cxnId="{D719F8E6-5A0C-4372-A8CD-9E883A3F85CA}">
      <dgm:prSet/>
      <dgm:spPr/>
      <dgm:t>
        <a:bodyPr/>
        <a:lstStyle/>
        <a:p>
          <a:endParaRPr lang="en-US"/>
        </a:p>
      </dgm:t>
    </dgm:pt>
    <dgm:pt modelId="{DFC283FF-89AF-46E6-94F7-E48F63460A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Base de datos</a:t>
          </a:r>
        </a:p>
      </dgm:t>
    </dgm:pt>
    <dgm:pt modelId="{E75D5FFD-009E-4320-A993-A76EE7A5299C}" type="parTrans" cxnId="{2A090B1B-1C54-46F1-AB76-0BA7CE7B8936}">
      <dgm:prSet/>
      <dgm:spPr/>
      <dgm:t>
        <a:bodyPr/>
        <a:lstStyle/>
        <a:p>
          <a:endParaRPr lang="en-US"/>
        </a:p>
      </dgm:t>
    </dgm:pt>
    <dgm:pt modelId="{191896E7-C72D-4C02-83DC-4A7EE30D48B4}" type="sibTrans" cxnId="{2A090B1B-1C54-46F1-AB76-0BA7CE7B8936}">
      <dgm:prSet/>
      <dgm:spPr/>
      <dgm:t>
        <a:bodyPr/>
        <a:lstStyle/>
        <a:p>
          <a:endParaRPr lang="en-US"/>
        </a:p>
      </dgm:t>
    </dgm:pt>
    <dgm:pt modelId="{EBC25DB7-8AD2-430F-9709-C189F24298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Acceso a datos (Repository)</a:t>
          </a:r>
        </a:p>
      </dgm:t>
    </dgm:pt>
    <dgm:pt modelId="{3339DCFF-3A4D-4032-B910-5A66CDFE593D}" type="parTrans" cxnId="{1D50920C-26D4-484C-856D-9D74FEA4D9C4}">
      <dgm:prSet/>
      <dgm:spPr/>
      <dgm:t>
        <a:bodyPr/>
        <a:lstStyle/>
        <a:p>
          <a:endParaRPr lang="en-US"/>
        </a:p>
      </dgm:t>
    </dgm:pt>
    <dgm:pt modelId="{397F4FBB-3DFA-42DD-9260-D49963811B87}" type="sibTrans" cxnId="{1D50920C-26D4-484C-856D-9D74FEA4D9C4}">
      <dgm:prSet/>
      <dgm:spPr/>
      <dgm:t>
        <a:bodyPr/>
        <a:lstStyle/>
        <a:p>
          <a:endParaRPr lang="en-US"/>
        </a:p>
      </dgm:t>
    </dgm:pt>
    <dgm:pt modelId="{7ED84B8C-980C-40D7-9BBF-85FCFC8A5F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Lógica de negocio (Service)</a:t>
          </a:r>
        </a:p>
      </dgm:t>
    </dgm:pt>
    <dgm:pt modelId="{CC1FEB16-ACD9-4695-A311-6AE98C4D1501}" type="parTrans" cxnId="{73B985EB-C8AF-4779-AD5D-93A6E81514F8}">
      <dgm:prSet/>
      <dgm:spPr/>
      <dgm:t>
        <a:bodyPr/>
        <a:lstStyle/>
        <a:p>
          <a:endParaRPr lang="en-US"/>
        </a:p>
      </dgm:t>
    </dgm:pt>
    <dgm:pt modelId="{F333BA25-3338-4CA8-8E8D-F36D04A7A7E9}" type="sibTrans" cxnId="{73B985EB-C8AF-4779-AD5D-93A6E81514F8}">
      <dgm:prSet/>
      <dgm:spPr/>
      <dgm:t>
        <a:bodyPr/>
        <a:lstStyle/>
        <a:p>
          <a:endParaRPr lang="en-US"/>
        </a:p>
      </dgm:t>
    </dgm:pt>
    <dgm:pt modelId="{DF641BB1-1A3C-42C3-9310-81295EFD23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API REST (Controller)</a:t>
          </a:r>
        </a:p>
      </dgm:t>
    </dgm:pt>
    <dgm:pt modelId="{2DD18784-C85D-4E5E-A7F3-AAAE57FC2FEF}" type="parTrans" cxnId="{00C5CCF7-BA15-48EC-B004-9366D927D497}">
      <dgm:prSet/>
      <dgm:spPr/>
      <dgm:t>
        <a:bodyPr/>
        <a:lstStyle/>
        <a:p>
          <a:endParaRPr lang="en-US"/>
        </a:p>
      </dgm:t>
    </dgm:pt>
    <dgm:pt modelId="{74B9224C-6E7D-4DCE-89D6-B726DDA66B9D}" type="sibTrans" cxnId="{00C5CCF7-BA15-48EC-B004-9366D927D497}">
      <dgm:prSet/>
      <dgm:spPr/>
      <dgm:t>
        <a:bodyPr/>
        <a:lstStyle/>
        <a:p>
          <a:endParaRPr lang="en-US"/>
        </a:p>
      </dgm:t>
    </dgm:pt>
    <dgm:pt modelId="{AFE0957D-E2B3-43CD-B18D-5DD241B558F9}" type="pres">
      <dgm:prSet presAssocID="{969C5D91-8314-4A66-98AE-0A8C52A387E9}" presName="root" presStyleCnt="0">
        <dgm:presLayoutVars>
          <dgm:dir/>
          <dgm:resizeHandles val="exact"/>
        </dgm:presLayoutVars>
      </dgm:prSet>
      <dgm:spPr/>
    </dgm:pt>
    <dgm:pt modelId="{24E6D06E-1A96-4110-9518-196DD743834D}" type="pres">
      <dgm:prSet presAssocID="{D9CF12EF-44E5-4A01-A68A-6609B01BF843}" presName="compNode" presStyleCnt="0"/>
      <dgm:spPr/>
    </dgm:pt>
    <dgm:pt modelId="{97980D4D-BB66-4F08-AEFB-8C6EAE8D8E1F}" type="pres">
      <dgm:prSet presAssocID="{D9CF12EF-44E5-4A01-A68A-6609B01BF843}" presName="bgRect" presStyleLbl="bgShp" presStyleIdx="0" presStyleCnt="5"/>
      <dgm:spPr/>
    </dgm:pt>
    <dgm:pt modelId="{E58EBD03-F240-4DB6-9DE1-42CF288CB133}" type="pres">
      <dgm:prSet presAssocID="{D9CF12EF-44E5-4A01-A68A-6609B01BF8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B3696AB-FD5B-4875-8E61-6720E544686E}" type="pres">
      <dgm:prSet presAssocID="{D9CF12EF-44E5-4A01-A68A-6609B01BF843}" presName="spaceRect" presStyleCnt="0"/>
      <dgm:spPr/>
    </dgm:pt>
    <dgm:pt modelId="{2535F1F2-56C1-4D22-BBF6-D702191CD9DA}" type="pres">
      <dgm:prSet presAssocID="{D9CF12EF-44E5-4A01-A68A-6609B01BF843}" presName="parTx" presStyleLbl="revTx" presStyleIdx="0" presStyleCnt="5">
        <dgm:presLayoutVars>
          <dgm:chMax val="0"/>
          <dgm:chPref val="0"/>
        </dgm:presLayoutVars>
      </dgm:prSet>
      <dgm:spPr/>
    </dgm:pt>
    <dgm:pt modelId="{EEC2A3B1-9F09-4E65-BC82-E140151A08CB}" type="pres">
      <dgm:prSet presAssocID="{0C03B45A-701B-45E3-8389-CF57A271405B}" presName="sibTrans" presStyleCnt="0"/>
      <dgm:spPr/>
    </dgm:pt>
    <dgm:pt modelId="{CFE8EBEC-BA96-40AF-8939-056FB096B222}" type="pres">
      <dgm:prSet presAssocID="{DFC283FF-89AF-46E6-94F7-E48F63460A5A}" presName="compNode" presStyleCnt="0"/>
      <dgm:spPr/>
    </dgm:pt>
    <dgm:pt modelId="{6388FCA8-F24A-4E91-A146-41B5C99DEC51}" type="pres">
      <dgm:prSet presAssocID="{DFC283FF-89AF-46E6-94F7-E48F63460A5A}" presName="bgRect" presStyleLbl="bgShp" presStyleIdx="1" presStyleCnt="5"/>
      <dgm:spPr/>
    </dgm:pt>
    <dgm:pt modelId="{44226ADC-D323-47FD-B1AF-568B13B2C781}" type="pres">
      <dgm:prSet presAssocID="{DFC283FF-89AF-46E6-94F7-E48F63460A5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D9B38EB2-52EE-4276-830B-42EC81498E1B}" type="pres">
      <dgm:prSet presAssocID="{DFC283FF-89AF-46E6-94F7-E48F63460A5A}" presName="spaceRect" presStyleCnt="0"/>
      <dgm:spPr/>
    </dgm:pt>
    <dgm:pt modelId="{9461735D-76DD-4012-82FE-424449A570B5}" type="pres">
      <dgm:prSet presAssocID="{DFC283FF-89AF-46E6-94F7-E48F63460A5A}" presName="parTx" presStyleLbl="revTx" presStyleIdx="1" presStyleCnt="5">
        <dgm:presLayoutVars>
          <dgm:chMax val="0"/>
          <dgm:chPref val="0"/>
        </dgm:presLayoutVars>
      </dgm:prSet>
      <dgm:spPr/>
    </dgm:pt>
    <dgm:pt modelId="{53C16301-A06D-4C04-BACF-6D4F98D063F3}" type="pres">
      <dgm:prSet presAssocID="{191896E7-C72D-4C02-83DC-4A7EE30D48B4}" presName="sibTrans" presStyleCnt="0"/>
      <dgm:spPr/>
    </dgm:pt>
    <dgm:pt modelId="{8DF8B51B-BC79-4D1F-9269-32AD075E7EE7}" type="pres">
      <dgm:prSet presAssocID="{EBC25DB7-8AD2-430F-9709-C189F242982B}" presName="compNode" presStyleCnt="0"/>
      <dgm:spPr/>
    </dgm:pt>
    <dgm:pt modelId="{4B12CE90-A28C-4DB3-A0BA-F361E47BA520}" type="pres">
      <dgm:prSet presAssocID="{EBC25DB7-8AD2-430F-9709-C189F242982B}" presName="bgRect" presStyleLbl="bgShp" presStyleIdx="2" presStyleCnt="5"/>
      <dgm:spPr/>
    </dgm:pt>
    <dgm:pt modelId="{396C6726-BE2F-4570-ADA0-43947B49A0D9}" type="pres">
      <dgm:prSet presAssocID="{EBC25DB7-8AD2-430F-9709-C189F242982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118184C-6600-44F0-A9F6-3CC1B4F0E64E}" type="pres">
      <dgm:prSet presAssocID="{EBC25DB7-8AD2-430F-9709-C189F242982B}" presName="spaceRect" presStyleCnt="0"/>
      <dgm:spPr/>
    </dgm:pt>
    <dgm:pt modelId="{A7DEC62E-40E6-4A22-97AC-927C49940EE2}" type="pres">
      <dgm:prSet presAssocID="{EBC25DB7-8AD2-430F-9709-C189F242982B}" presName="parTx" presStyleLbl="revTx" presStyleIdx="2" presStyleCnt="5">
        <dgm:presLayoutVars>
          <dgm:chMax val="0"/>
          <dgm:chPref val="0"/>
        </dgm:presLayoutVars>
      </dgm:prSet>
      <dgm:spPr/>
    </dgm:pt>
    <dgm:pt modelId="{E69B6ABE-ED36-4460-BA63-5DBC0E671599}" type="pres">
      <dgm:prSet presAssocID="{397F4FBB-3DFA-42DD-9260-D49963811B87}" presName="sibTrans" presStyleCnt="0"/>
      <dgm:spPr/>
    </dgm:pt>
    <dgm:pt modelId="{1D3688C2-B3B6-4FFA-8419-7D8D35FB57E0}" type="pres">
      <dgm:prSet presAssocID="{7ED84B8C-980C-40D7-9BBF-85FCFC8A5F50}" presName="compNode" presStyleCnt="0"/>
      <dgm:spPr/>
    </dgm:pt>
    <dgm:pt modelId="{6543872C-13B6-41B0-B1A5-230246C7E567}" type="pres">
      <dgm:prSet presAssocID="{7ED84B8C-980C-40D7-9BBF-85FCFC8A5F50}" presName="bgRect" presStyleLbl="bgShp" presStyleIdx="3" presStyleCnt="5"/>
      <dgm:spPr/>
    </dgm:pt>
    <dgm:pt modelId="{A47C5853-3FB6-48D2-B401-B3DA17D2921F}" type="pres">
      <dgm:prSet presAssocID="{7ED84B8C-980C-40D7-9BBF-85FCFC8A5F5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18BBFD5A-4850-4622-A9DC-31186E564558}" type="pres">
      <dgm:prSet presAssocID="{7ED84B8C-980C-40D7-9BBF-85FCFC8A5F50}" presName="spaceRect" presStyleCnt="0"/>
      <dgm:spPr/>
    </dgm:pt>
    <dgm:pt modelId="{006B1F42-F57C-47DC-9CB2-5007DFE7F516}" type="pres">
      <dgm:prSet presAssocID="{7ED84B8C-980C-40D7-9BBF-85FCFC8A5F50}" presName="parTx" presStyleLbl="revTx" presStyleIdx="3" presStyleCnt="5">
        <dgm:presLayoutVars>
          <dgm:chMax val="0"/>
          <dgm:chPref val="0"/>
        </dgm:presLayoutVars>
      </dgm:prSet>
      <dgm:spPr/>
    </dgm:pt>
    <dgm:pt modelId="{5BC8B5CA-393F-4C08-8003-10E15C245C76}" type="pres">
      <dgm:prSet presAssocID="{F333BA25-3338-4CA8-8E8D-F36D04A7A7E9}" presName="sibTrans" presStyleCnt="0"/>
      <dgm:spPr/>
    </dgm:pt>
    <dgm:pt modelId="{2FC8978F-0581-4CD2-BDB0-C81A861D3D93}" type="pres">
      <dgm:prSet presAssocID="{DF641BB1-1A3C-42C3-9310-81295EFD2348}" presName="compNode" presStyleCnt="0"/>
      <dgm:spPr/>
    </dgm:pt>
    <dgm:pt modelId="{34377BFC-0F1F-42C2-9801-0E688DEA9938}" type="pres">
      <dgm:prSet presAssocID="{DF641BB1-1A3C-42C3-9310-81295EFD2348}" presName="bgRect" presStyleLbl="bgShp" presStyleIdx="4" presStyleCnt="5"/>
      <dgm:spPr/>
    </dgm:pt>
    <dgm:pt modelId="{A95FA21E-87CE-46A1-8676-AA119084A5A9}" type="pres">
      <dgm:prSet presAssocID="{DF641BB1-1A3C-42C3-9310-81295EFD234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C18FCCA5-4994-423C-B176-10119651A479}" type="pres">
      <dgm:prSet presAssocID="{DF641BB1-1A3C-42C3-9310-81295EFD2348}" presName="spaceRect" presStyleCnt="0"/>
      <dgm:spPr/>
    </dgm:pt>
    <dgm:pt modelId="{6528D9ED-54FA-4E45-8EA9-FDB559883C1E}" type="pres">
      <dgm:prSet presAssocID="{DF641BB1-1A3C-42C3-9310-81295EFD234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D50920C-26D4-484C-856D-9D74FEA4D9C4}" srcId="{969C5D91-8314-4A66-98AE-0A8C52A387E9}" destId="{EBC25DB7-8AD2-430F-9709-C189F242982B}" srcOrd="2" destOrd="0" parTransId="{3339DCFF-3A4D-4032-B910-5A66CDFE593D}" sibTransId="{397F4FBB-3DFA-42DD-9260-D49963811B87}"/>
    <dgm:cxn modelId="{2A090B1B-1C54-46F1-AB76-0BA7CE7B8936}" srcId="{969C5D91-8314-4A66-98AE-0A8C52A387E9}" destId="{DFC283FF-89AF-46E6-94F7-E48F63460A5A}" srcOrd="1" destOrd="0" parTransId="{E75D5FFD-009E-4320-A993-A76EE7A5299C}" sibTransId="{191896E7-C72D-4C02-83DC-4A7EE30D48B4}"/>
    <dgm:cxn modelId="{42AE0B2D-2970-4BAC-A833-4F982566C437}" type="presOf" srcId="{7ED84B8C-980C-40D7-9BBF-85FCFC8A5F50}" destId="{006B1F42-F57C-47DC-9CB2-5007DFE7F516}" srcOrd="0" destOrd="0" presId="urn:microsoft.com/office/officeart/2018/2/layout/IconVerticalSolidList"/>
    <dgm:cxn modelId="{6A5D0D33-6D7F-447A-95E9-1FB4B2EACCA4}" type="presOf" srcId="{D9CF12EF-44E5-4A01-A68A-6609B01BF843}" destId="{2535F1F2-56C1-4D22-BBF6-D702191CD9DA}" srcOrd="0" destOrd="0" presId="urn:microsoft.com/office/officeart/2018/2/layout/IconVerticalSolidList"/>
    <dgm:cxn modelId="{B16A2044-371A-4CDA-9CC4-C0CC80D030F4}" type="presOf" srcId="{DFC283FF-89AF-46E6-94F7-E48F63460A5A}" destId="{9461735D-76DD-4012-82FE-424449A570B5}" srcOrd="0" destOrd="0" presId="urn:microsoft.com/office/officeart/2018/2/layout/IconVerticalSolidList"/>
    <dgm:cxn modelId="{DF876EB5-A9A0-441F-A28A-4ED7C55EC87B}" type="presOf" srcId="{969C5D91-8314-4A66-98AE-0A8C52A387E9}" destId="{AFE0957D-E2B3-43CD-B18D-5DD241B558F9}" srcOrd="0" destOrd="0" presId="urn:microsoft.com/office/officeart/2018/2/layout/IconVerticalSolidList"/>
    <dgm:cxn modelId="{E356C0CF-4513-4228-B4A7-3A6B483F2E74}" type="presOf" srcId="{EBC25DB7-8AD2-430F-9709-C189F242982B}" destId="{A7DEC62E-40E6-4A22-97AC-927C49940EE2}" srcOrd="0" destOrd="0" presId="urn:microsoft.com/office/officeart/2018/2/layout/IconVerticalSolidList"/>
    <dgm:cxn modelId="{D719F8E6-5A0C-4372-A8CD-9E883A3F85CA}" srcId="{969C5D91-8314-4A66-98AE-0A8C52A387E9}" destId="{D9CF12EF-44E5-4A01-A68A-6609B01BF843}" srcOrd="0" destOrd="0" parTransId="{6A2A90A5-2131-47B1-A441-06B2E381AF0F}" sibTransId="{0C03B45A-701B-45E3-8389-CF57A271405B}"/>
    <dgm:cxn modelId="{6092A3E7-6781-436E-83AF-169E197C83FF}" type="presOf" srcId="{DF641BB1-1A3C-42C3-9310-81295EFD2348}" destId="{6528D9ED-54FA-4E45-8EA9-FDB559883C1E}" srcOrd="0" destOrd="0" presId="urn:microsoft.com/office/officeart/2018/2/layout/IconVerticalSolidList"/>
    <dgm:cxn modelId="{73B985EB-C8AF-4779-AD5D-93A6E81514F8}" srcId="{969C5D91-8314-4A66-98AE-0A8C52A387E9}" destId="{7ED84B8C-980C-40D7-9BBF-85FCFC8A5F50}" srcOrd="3" destOrd="0" parTransId="{CC1FEB16-ACD9-4695-A311-6AE98C4D1501}" sibTransId="{F333BA25-3338-4CA8-8E8D-F36D04A7A7E9}"/>
    <dgm:cxn modelId="{00C5CCF7-BA15-48EC-B004-9366D927D497}" srcId="{969C5D91-8314-4A66-98AE-0A8C52A387E9}" destId="{DF641BB1-1A3C-42C3-9310-81295EFD2348}" srcOrd="4" destOrd="0" parTransId="{2DD18784-C85D-4E5E-A7F3-AAAE57FC2FEF}" sibTransId="{74B9224C-6E7D-4DCE-89D6-B726DDA66B9D}"/>
    <dgm:cxn modelId="{A3A23894-A676-4575-B7BC-9FB8BCF05201}" type="presParOf" srcId="{AFE0957D-E2B3-43CD-B18D-5DD241B558F9}" destId="{24E6D06E-1A96-4110-9518-196DD743834D}" srcOrd="0" destOrd="0" presId="urn:microsoft.com/office/officeart/2018/2/layout/IconVerticalSolidList"/>
    <dgm:cxn modelId="{C783A9EC-CB20-4F8F-A7B0-D2CA7A176E3D}" type="presParOf" srcId="{24E6D06E-1A96-4110-9518-196DD743834D}" destId="{97980D4D-BB66-4F08-AEFB-8C6EAE8D8E1F}" srcOrd="0" destOrd="0" presId="urn:microsoft.com/office/officeart/2018/2/layout/IconVerticalSolidList"/>
    <dgm:cxn modelId="{C723C32F-065E-4277-9933-C930AD5D45E7}" type="presParOf" srcId="{24E6D06E-1A96-4110-9518-196DD743834D}" destId="{E58EBD03-F240-4DB6-9DE1-42CF288CB133}" srcOrd="1" destOrd="0" presId="urn:microsoft.com/office/officeart/2018/2/layout/IconVerticalSolidList"/>
    <dgm:cxn modelId="{DFEAFD95-A975-4D0B-917A-FFCD07BD3B42}" type="presParOf" srcId="{24E6D06E-1A96-4110-9518-196DD743834D}" destId="{5B3696AB-FD5B-4875-8E61-6720E544686E}" srcOrd="2" destOrd="0" presId="urn:microsoft.com/office/officeart/2018/2/layout/IconVerticalSolidList"/>
    <dgm:cxn modelId="{070150EF-188F-4600-85A4-5E7BA239A2DE}" type="presParOf" srcId="{24E6D06E-1A96-4110-9518-196DD743834D}" destId="{2535F1F2-56C1-4D22-BBF6-D702191CD9DA}" srcOrd="3" destOrd="0" presId="urn:microsoft.com/office/officeart/2018/2/layout/IconVerticalSolidList"/>
    <dgm:cxn modelId="{C9A20C09-57E1-488A-9D8A-305E05ECD4FC}" type="presParOf" srcId="{AFE0957D-E2B3-43CD-B18D-5DD241B558F9}" destId="{EEC2A3B1-9F09-4E65-BC82-E140151A08CB}" srcOrd="1" destOrd="0" presId="urn:microsoft.com/office/officeart/2018/2/layout/IconVerticalSolidList"/>
    <dgm:cxn modelId="{F3D43F20-41BE-40B1-909B-FAAF1009171C}" type="presParOf" srcId="{AFE0957D-E2B3-43CD-B18D-5DD241B558F9}" destId="{CFE8EBEC-BA96-40AF-8939-056FB096B222}" srcOrd="2" destOrd="0" presId="urn:microsoft.com/office/officeart/2018/2/layout/IconVerticalSolidList"/>
    <dgm:cxn modelId="{8C9DA146-2E40-4AF0-991B-541BBE058DEC}" type="presParOf" srcId="{CFE8EBEC-BA96-40AF-8939-056FB096B222}" destId="{6388FCA8-F24A-4E91-A146-41B5C99DEC51}" srcOrd="0" destOrd="0" presId="urn:microsoft.com/office/officeart/2018/2/layout/IconVerticalSolidList"/>
    <dgm:cxn modelId="{5B6EEC75-B1D4-4A92-A640-CF4D7848DFD9}" type="presParOf" srcId="{CFE8EBEC-BA96-40AF-8939-056FB096B222}" destId="{44226ADC-D323-47FD-B1AF-568B13B2C781}" srcOrd="1" destOrd="0" presId="urn:microsoft.com/office/officeart/2018/2/layout/IconVerticalSolidList"/>
    <dgm:cxn modelId="{C6B76BF0-55BF-41A2-89EA-D08451717104}" type="presParOf" srcId="{CFE8EBEC-BA96-40AF-8939-056FB096B222}" destId="{D9B38EB2-52EE-4276-830B-42EC81498E1B}" srcOrd="2" destOrd="0" presId="urn:microsoft.com/office/officeart/2018/2/layout/IconVerticalSolidList"/>
    <dgm:cxn modelId="{9ACF5A30-95A9-426F-BEBE-B677E669E34B}" type="presParOf" srcId="{CFE8EBEC-BA96-40AF-8939-056FB096B222}" destId="{9461735D-76DD-4012-82FE-424449A570B5}" srcOrd="3" destOrd="0" presId="urn:microsoft.com/office/officeart/2018/2/layout/IconVerticalSolidList"/>
    <dgm:cxn modelId="{2CCB4464-0EE2-4645-9595-BB2D9B17B730}" type="presParOf" srcId="{AFE0957D-E2B3-43CD-B18D-5DD241B558F9}" destId="{53C16301-A06D-4C04-BACF-6D4F98D063F3}" srcOrd="3" destOrd="0" presId="urn:microsoft.com/office/officeart/2018/2/layout/IconVerticalSolidList"/>
    <dgm:cxn modelId="{AD19172A-B015-4964-A6CC-C99633712BCA}" type="presParOf" srcId="{AFE0957D-E2B3-43CD-B18D-5DD241B558F9}" destId="{8DF8B51B-BC79-4D1F-9269-32AD075E7EE7}" srcOrd="4" destOrd="0" presId="urn:microsoft.com/office/officeart/2018/2/layout/IconVerticalSolidList"/>
    <dgm:cxn modelId="{6A132B6A-1917-4FDC-92E1-04758253B85F}" type="presParOf" srcId="{8DF8B51B-BC79-4D1F-9269-32AD075E7EE7}" destId="{4B12CE90-A28C-4DB3-A0BA-F361E47BA520}" srcOrd="0" destOrd="0" presId="urn:microsoft.com/office/officeart/2018/2/layout/IconVerticalSolidList"/>
    <dgm:cxn modelId="{4DBF1F09-3595-4C3F-A8CA-12A7B2F23293}" type="presParOf" srcId="{8DF8B51B-BC79-4D1F-9269-32AD075E7EE7}" destId="{396C6726-BE2F-4570-ADA0-43947B49A0D9}" srcOrd="1" destOrd="0" presId="urn:microsoft.com/office/officeart/2018/2/layout/IconVerticalSolidList"/>
    <dgm:cxn modelId="{1BEF4113-C403-4F08-A4D4-F4A3F0EACB10}" type="presParOf" srcId="{8DF8B51B-BC79-4D1F-9269-32AD075E7EE7}" destId="{C118184C-6600-44F0-A9F6-3CC1B4F0E64E}" srcOrd="2" destOrd="0" presId="urn:microsoft.com/office/officeart/2018/2/layout/IconVerticalSolidList"/>
    <dgm:cxn modelId="{5FB028A8-9C99-4661-90A3-71EA57217404}" type="presParOf" srcId="{8DF8B51B-BC79-4D1F-9269-32AD075E7EE7}" destId="{A7DEC62E-40E6-4A22-97AC-927C49940EE2}" srcOrd="3" destOrd="0" presId="urn:microsoft.com/office/officeart/2018/2/layout/IconVerticalSolidList"/>
    <dgm:cxn modelId="{A5FCFDB9-F23E-462D-B175-271DEA82D4D4}" type="presParOf" srcId="{AFE0957D-E2B3-43CD-B18D-5DD241B558F9}" destId="{E69B6ABE-ED36-4460-BA63-5DBC0E671599}" srcOrd="5" destOrd="0" presId="urn:microsoft.com/office/officeart/2018/2/layout/IconVerticalSolidList"/>
    <dgm:cxn modelId="{5B983815-831F-4FD1-A8DC-F290C9666E23}" type="presParOf" srcId="{AFE0957D-E2B3-43CD-B18D-5DD241B558F9}" destId="{1D3688C2-B3B6-4FFA-8419-7D8D35FB57E0}" srcOrd="6" destOrd="0" presId="urn:microsoft.com/office/officeart/2018/2/layout/IconVerticalSolidList"/>
    <dgm:cxn modelId="{6EBEA97C-CFDB-474A-B06F-6B9E4C1009CD}" type="presParOf" srcId="{1D3688C2-B3B6-4FFA-8419-7D8D35FB57E0}" destId="{6543872C-13B6-41B0-B1A5-230246C7E567}" srcOrd="0" destOrd="0" presId="urn:microsoft.com/office/officeart/2018/2/layout/IconVerticalSolidList"/>
    <dgm:cxn modelId="{167311A0-0158-482F-AF58-E404A75B37BF}" type="presParOf" srcId="{1D3688C2-B3B6-4FFA-8419-7D8D35FB57E0}" destId="{A47C5853-3FB6-48D2-B401-B3DA17D2921F}" srcOrd="1" destOrd="0" presId="urn:microsoft.com/office/officeart/2018/2/layout/IconVerticalSolidList"/>
    <dgm:cxn modelId="{C6C03E2B-3525-4475-B72E-171E77F6FD26}" type="presParOf" srcId="{1D3688C2-B3B6-4FFA-8419-7D8D35FB57E0}" destId="{18BBFD5A-4850-4622-A9DC-31186E564558}" srcOrd="2" destOrd="0" presId="urn:microsoft.com/office/officeart/2018/2/layout/IconVerticalSolidList"/>
    <dgm:cxn modelId="{005EE529-66F2-40B9-987F-4016CA05E61F}" type="presParOf" srcId="{1D3688C2-B3B6-4FFA-8419-7D8D35FB57E0}" destId="{006B1F42-F57C-47DC-9CB2-5007DFE7F516}" srcOrd="3" destOrd="0" presId="urn:microsoft.com/office/officeart/2018/2/layout/IconVerticalSolidList"/>
    <dgm:cxn modelId="{689E3315-F20B-44A6-A6BD-428F0628C001}" type="presParOf" srcId="{AFE0957D-E2B3-43CD-B18D-5DD241B558F9}" destId="{5BC8B5CA-393F-4C08-8003-10E15C245C76}" srcOrd="7" destOrd="0" presId="urn:microsoft.com/office/officeart/2018/2/layout/IconVerticalSolidList"/>
    <dgm:cxn modelId="{4E3AC3D7-D84B-45C8-885E-0CACEF5AB2F0}" type="presParOf" srcId="{AFE0957D-E2B3-43CD-B18D-5DD241B558F9}" destId="{2FC8978F-0581-4CD2-BDB0-C81A861D3D93}" srcOrd="8" destOrd="0" presId="urn:microsoft.com/office/officeart/2018/2/layout/IconVerticalSolidList"/>
    <dgm:cxn modelId="{4AEC63E5-A584-43B2-9DCF-DCA4553A4F20}" type="presParOf" srcId="{2FC8978F-0581-4CD2-BDB0-C81A861D3D93}" destId="{34377BFC-0F1F-42C2-9801-0E688DEA9938}" srcOrd="0" destOrd="0" presId="urn:microsoft.com/office/officeart/2018/2/layout/IconVerticalSolidList"/>
    <dgm:cxn modelId="{15F84110-9E75-46DE-8310-057BBE79A54B}" type="presParOf" srcId="{2FC8978F-0581-4CD2-BDB0-C81A861D3D93}" destId="{A95FA21E-87CE-46A1-8676-AA119084A5A9}" srcOrd="1" destOrd="0" presId="urn:microsoft.com/office/officeart/2018/2/layout/IconVerticalSolidList"/>
    <dgm:cxn modelId="{DB55329D-2A90-44C5-A4A9-212AB06DF6A7}" type="presParOf" srcId="{2FC8978F-0581-4CD2-BDB0-C81A861D3D93}" destId="{C18FCCA5-4994-423C-B176-10119651A479}" srcOrd="2" destOrd="0" presId="urn:microsoft.com/office/officeart/2018/2/layout/IconVerticalSolidList"/>
    <dgm:cxn modelId="{378CA4A7-B677-4C0E-ACDC-C739EDD442EC}" type="presParOf" srcId="{2FC8978F-0581-4CD2-BDB0-C81A861D3D93}" destId="{6528D9ED-54FA-4E45-8EA9-FDB559883C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A5612B-3415-4C0B-B09B-A4D6A7D9755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4657B9-7335-4207-9C91-EAA1FAC4FDF6}">
      <dgm:prSet/>
      <dgm:spPr/>
      <dgm:t>
        <a:bodyPr/>
        <a:lstStyle/>
        <a:p>
          <a:r>
            <a:rPr lang="en-US"/>
            <a:t>Aquí se almacenan los datos.</a:t>
          </a:r>
        </a:p>
      </dgm:t>
    </dgm:pt>
    <dgm:pt modelId="{6D70C656-5AFC-48C9-A354-51DE37500DC2}" type="parTrans" cxnId="{126D74DC-910E-4C8F-8352-75ECDBB59E9C}">
      <dgm:prSet/>
      <dgm:spPr/>
      <dgm:t>
        <a:bodyPr/>
        <a:lstStyle/>
        <a:p>
          <a:endParaRPr lang="en-US"/>
        </a:p>
      </dgm:t>
    </dgm:pt>
    <dgm:pt modelId="{939C04B6-F483-4607-9C22-AD1B8C6C83DE}" type="sibTrans" cxnId="{126D74DC-910E-4C8F-8352-75ECDBB59E9C}">
      <dgm:prSet/>
      <dgm:spPr/>
      <dgm:t>
        <a:bodyPr/>
        <a:lstStyle/>
        <a:p>
          <a:endParaRPr lang="en-US"/>
        </a:p>
      </dgm:t>
    </dgm:pt>
    <dgm:pt modelId="{94301B32-A1AE-478A-849A-351AA31C1B8E}">
      <dgm:prSet/>
      <dgm:spPr/>
      <dgm:t>
        <a:bodyPr/>
        <a:lstStyle/>
        <a:p>
          <a:r>
            <a:rPr lang="en-US"/>
            <a:t>Ejemplo: MySQL.</a:t>
          </a:r>
        </a:p>
      </dgm:t>
    </dgm:pt>
    <dgm:pt modelId="{BFBEAB10-8519-4369-8590-2EAB593C4DEC}" type="parTrans" cxnId="{61804A93-358E-46CE-BC31-77136122B706}">
      <dgm:prSet/>
      <dgm:spPr/>
      <dgm:t>
        <a:bodyPr/>
        <a:lstStyle/>
        <a:p>
          <a:endParaRPr lang="en-US"/>
        </a:p>
      </dgm:t>
    </dgm:pt>
    <dgm:pt modelId="{7D60ACD9-6C17-4A57-9B9F-326A29C10429}" type="sibTrans" cxnId="{61804A93-358E-46CE-BC31-77136122B706}">
      <dgm:prSet/>
      <dgm:spPr/>
      <dgm:t>
        <a:bodyPr/>
        <a:lstStyle/>
        <a:p>
          <a:endParaRPr lang="en-US"/>
        </a:p>
      </dgm:t>
    </dgm:pt>
    <dgm:pt modelId="{0E7B455B-1FD6-4BD4-B481-6A6B8E7D2153}">
      <dgm:prSet/>
      <dgm:spPr/>
      <dgm:t>
        <a:bodyPr/>
        <a:lstStyle/>
        <a:p>
          <a:r>
            <a:rPr lang="en-US"/>
            <a:t>Spring Boot se conecta a la base de datos mediante JPA o Hibernate.</a:t>
          </a:r>
        </a:p>
      </dgm:t>
    </dgm:pt>
    <dgm:pt modelId="{DD5002B1-473A-4CBD-A6E9-1567A2145BB9}" type="parTrans" cxnId="{7D104FC8-92AA-4BF6-974D-EB4615737F57}">
      <dgm:prSet/>
      <dgm:spPr/>
      <dgm:t>
        <a:bodyPr/>
        <a:lstStyle/>
        <a:p>
          <a:endParaRPr lang="en-US"/>
        </a:p>
      </dgm:t>
    </dgm:pt>
    <dgm:pt modelId="{32C949B2-2FA2-41D7-93D7-0766B0635F5D}" type="sibTrans" cxnId="{7D104FC8-92AA-4BF6-974D-EB4615737F57}">
      <dgm:prSet/>
      <dgm:spPr/>
      <dgm:t>
        <a:bodyPr/>
        <a:lstStyle/>
        <a:p>
          <a:endParaRPr lang="en-US"/>
        </a:p>
      </dgm:t>
    </dgm:pt>
    <dgm:pt modelId="{C3883465-4EF8-4F07-86D3-44A23F7AB91D}" type="pres">
      <dgm:prSet presAssocID="{59A5612B-3415-4C0B-B09B-A4D6A7D97553}" presName="linear" presStyleCnt="0">
        <dgm:presLayoutVars>
          <dgm:animLvl val="lvl"/>
          <dgm:resizeHandles val="exact"/>
        </dgm:presLayoutVars>
      </dgm:prSet>
      <dgm:spPr/>
    </dgm:pt>
    <dgm:pt modelId="{A931E856-B955-4EA6-8D0B-6DABC6D047C2}" type="pres">
      <dgm:prSet presAssocID="{4E4657B9-7335-4207-9C91-EAA1FAC4FDF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E9D8D4-3AD8-4A71-9521-C07AB4173475}" type="pres">
      <dgm:prSet presAssocID="{939C04B6-F483-4607-9C22-AD1B8C6C83DE}" presName="spacer" presStyleCnt="0"/>
      <dgm:spPr/>
    </dgm:pt>
    <dgm:pt modelId="{FC222392-1077-4F49-BDB1-B75DFFC627BF}" type="pres">
      <dgm:prSet presAssocID="{94301B32-A1AE-478A-849A-351AA31C1B8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91B9B4-6800-423E-AA65-67F9CB25B570}" type="pres">
      <dgm:prSet presAssocID="{7D60ACD9-6C17-4A57-9B9F-326A29C10429}" presName="spacer" presStyleCnt="0"/>
      <dgm:spPr/>
    </dgm:pt>
    <dgm:pt modelId="{BE630D27-4845-4DC6-8C4F-D4E319F21BFC}" type="pres">
      <dgm:prSet presAssocID="{0E7B455B-1FD6-4BD4-B481-6A6B8E7D215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C73C0F-CF7B-435A-BE5E-83CC42D42866}" type="presOf" srcId="{0E7B455B-1FD6-4BD4-B481-6A6B8E7D2153}" destId="{BE630D27-4845-4DC6-8C4F-D4E319F21BFC}" srcOrd="0" destOrd="0" presId="urn:microsoft.com/office/officeart/2005/8/layout/vList2"/>
    <dgm:cxn modelId="{3D9F5E45-CF08-4D53-816D-367F1DD56694}" type="presOf" srcId="{94301B32-A1AE-478A-849A-351AA31C1B8E}" destId="{FC222392-1077-4F49-BDB1-B75DFFC627BF}" srcOrd="0" destOrd="0" presId="urn:microsoft.com/office/officeart/2005/8/layout/vList2"/>
    <dgm:cxn modelId="{C8D3E281-9E4E-4595-9EFC-29FBE1D8976B}" type="presOf" srcId="{4E4657B9-7335-4207-9C91-EAA1FAC4FDF6}" destId="{A931E856-B955-4EA6-8D0B-6DABC6D047C2}" srcOrd="0" destOrd="0" presId="urn:microsoft.com/office/officeart/2005/8/layout/vList2"/>
    <dgm:cxn modelId="{61804A93-358E-46CE-BC31-77136122B706}" srcId="{59A5612B-3415-4C0B-B09B-A4D6A7D97553}" destId="{94301B32-A1AE-478A-849A-351AA31C1B8E}" srcOrd="1" destOrd="0" parTransId="{BFBEAB10-8519-4369-8590-2EAB593C4DEC}" sibTransId="{7D60ACD9-6C17-4A57-9B9F-326A29C10429}"/>
    <dgm:cxn modelId="{7D104FC8-92AA-4BF6-974D-EB4615737F57}" srcId="{59A5612B-3415-4C0B-B09B-A4D6A7D97553}" destId="{0E7B455B-1FD6-4BD4-B481-6A6B8E7D2153}" srcOrd="2" destOrd="0" parTransId="{DD5002B1-473A-4CBD-A6E9-1567A2145BB9}" sibTransId="{32C949B2-2FA2-41D7-93D7-0766B0635F5D}"/>
    <dgm:cxn modelId="{126D74DC-910E-4C8F-8352-75ECDBB59E9C}" srcId="{59A5612B-3415-4C0B-B09B-A4D6A7D97553}" destId="{4E4657B9-7335-4207-9C91-EAA1FAC4FDF6}" srcOrd="0" destOrd="0" parTransId="{6D70C656-5AFC-48C9-A354-51DE37500DC2}" sibTransId="{939C04B6-F483-4607-9C22-AD1B8C6C83DE}"/>
    <dgm:cxn modelId="{10EA82FA-754A-4700-9A48-EE58B765EAF6}" type="presOf" srcId="{59A5612B-3415-4C0B-B09B-A4D6A7D97553}" destId="{C3883465-4EF8-4F07-86D3-44A23F7AB91D}" srcOrd="0" destOrd="0" presId="urn:microsoft.com/office/officeart/2005/8/layout/vList2"/>
    <dgm:cxn modelId="{D64274F6-A730-446D-8D85-C7A14ABE4BA7}" type="presParOf" srcId="{C3883465-4EF8-4F07-86D3-44A23F7AB91D}" destId="{A931E856-B955-4EA6-8D0B-6DABC6D047C2}" srcOrd="0" destOrd="0" presId="urn:microsoft.com/office/officeart/2005/8/layout/vList2"/>
    <dgm:cxn modelId="{8E12D917-89AC-44A6-961E-5920D8425F80}" type="presParOf" srcId="{C3883465-4EF8-4F07-86D3-44A23F7AB91D}" destId="{89E9D8D4-3AD8-4A71-9521-C07AB4173475}" srcOrd="1" destOrd="0" presId="urn:microsoft.com/office/officeart/2005/8/layout/vList2"/>
    <dgm:cxn modelId="{D83EAE1A-CA62-4CAA-AD5F-1551B31AE291}" type="presParOf" srcId="{C3883465-4EF8-4F07-86D3-44A23F7AB91D}" destId="{FC222392-1077-4F49-BDB1-B75DFFC627BF}" srcOrd="2" destOrd="0" presId="urn:microsoft.com/office/officeart/2005/8/layout/vList2"/>
    <dgm:cxn modelId="{BA7A26D1-7C74-428E-B877-979684F9FE7B}" type="presParOf" srcId="{C3883465-4EF8-4F07-86D3-44A23F7AB91D}" destId="{2291B9B4-6800-423E-AA65-67F9CB25B570}" srcOrd="3" destOrd="0" presId="urn:microsoft.com/office/officeart/2005/8/layout/vList2"/>
    <dgm:cxn modelId="{2DE4E1AF-D88A-4E03-B31B-6113C688C0EA}" type="presParOf" srcId="{C3883465-4EF8-4F07-86D3-44A23F7AB91D}" destId="{BE630D27-4845-4DC6-8C4F-D4E319F21BF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959EAD-3474-45C4-A79C-C9D2A5650A0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43A4A80-1401-4C60-90B3-8CEA7A88AEF0}">
      <dgm:prSet/>
      <dgm:spPr/>
      <dgm:t>
        <a:bodyPr/>
        <a:lstStyle/>
        <a:p>
          <a:r>
            <a:rPr lang="en-US"/>
            <a:t>Se encarga de acceder a la base de datos.</a:t>
          </a:r>
        </a:p>
      </dgm:t>
    </dgm:pt>
    <dgm:pt modelId="{AE7C67E3-3803-4B6E-86F3-29E1B20E7B5F}" type="parTrans" cxnId="{CD24AA24-D775-4827-978B-6CF9073CF0ED}">
      <dgm:prSet/>
      <dgm:spPr/>
      <dgm:t>
        <a:bodyPr/>
        <a:lstStyle/>
        <a:p>
          <a:endParaRPr lang="en-US"/>
        </a:p>
      </dgm:t>
    </dgm:pt>
    <dgm:pt modelId="{B0931659-CE08-45D4-9215-281B913A7A3F}" type="sibTrans" cxnId="{CD24AA24-D775-4827-978B-6CF9073CF0ED}">
      <dgm:prSet/>
      <dgm:spPr/>
      <dgm:t>
        <a:bodyPr/>
        <a:lstStyle/>
        <a:p>
          <a:endParaRPr lang="en-US"/>
        </a:p>
      </dgm:t>
    </dgm:pt>
    <dgm:pt modelId="{FA70D759-BC28-4AD7-818B-4D08853AA1F4}">
      <dgm:prSet/>
      <dgm:spPr/>
      <dgm:t>
        <a:bodyPr/>
        <a:lstStyle/>
        <a:p>
          <a:r>
            <a:rPr lang="en-US"/>
            <a:t>Ejemplo:</a:t>
          </a:r>
        </a:p>
      </dgm:t>
    </dgm:pt>
    <dgm:pt modelId="{77FF1BC7-434D-4683-8DF2-ADC885E6594B}" type="parTrans" cxnId="{E22F10AB-6E9B-4F97-AE38-CC713E02DF4C}">
      <dgm:prSet/>
      <dgm:spPr/>
      <dgm:t>
        <a:bodyPr/>
        <a:lstStyle/>
        <a:p>
          <a:endParaRPr lang="en-US"/>
        </a:p>
      </dgm:t>
    </dgm:pt>
    <dgm:pt modelId="{B9EAE417-FABD-4C3C-B9B9-CB0B5779E893}" type="sibTrans" cxnId="{E22F10AB-6E9B-4F97-AE38-CC713E02DF4C}">
      <dgm:prSet/>
      <dgm:spPr/>
      <dgm:t>
        <a:bodyPr/>
        <a:lstStyle/>
        <a:p>
          <a:endParaRPr lang="en-US"/>
        </a:p>
      </dgm:t>
    </dgm:pt>
    <dgm:pt modelId="{8B4C77FB-290A-445E-A3BB-81AFE74E6E69}">
      <dgm:prSet/>
      <dgm:spPr/>
      <dgm:t>
        <a:bodyPr/>
        <a:lstStyle/>
        <a:p>
          <a:r>
            <a:rPr lang="en-US"/>
            <a:t>@Repository</a:t>
          </a:r>
        </a:p>
      </dgm:t>
    </dgm:pt>
    <dgm:pt modelId="{C5A8ED9E-9902-4D71-9E08-589CB1D2043A}" type="parTrans" cxnId="{18088BD4-79EA-4DEB-B3EA-D04A366C59B4}">
      <dgm:prSet/>
      <dgm:spPr/>
      <dgm:t>
        <a:bodyPr/>
        <a:lstStyle/>
        <a:p>
          <a:endParaRPr lang="en-US"/>
        </a:p>
      </dgm:t>
    </dgm:pt>
    <dgm:pt modelId="{81C0A232-722B-486E-AB89-1B4CAC8860B3}" type="sibTrans" cxnId="{18088BD4-79EA-4DEB-B3EA-D04A366C59B4}">
      <dgm:prSet/>
      <dgm:spPr/>
      <dgm:t>
        <a:bodyPr/>
        <a:lstStyle/>
        <a:p>
          <a:endParaRPr lang="en-US"/>
        </a:p>
      </dgm:t>
    </dgm:pt>
    <dgm:pt modelId="{C32C64C8-3184-464D-A5F3-AD9FDBFBCC84}">
      <dgm:prSet/>
      <dgm:spPr/>
      <dgm:t>
        <a:bodyPr/>
        <a:lstStyle/>
        <a:p>
          <a:r>
            <a:rPr lang="en-US"/>
            <a:t>public interface ClienteRepository extends JpaRepository&lt;Cliente, Long&gt; {}</a:t>
          </a:r>
        </a:p>
      </dgm:t>
    </dgm:pt>
    <dgm:pt modelId="{E6BA692A-AEE9-47EC-8A39-F8BA7A77C3EE}" type="parTrans" cxnId="{D6A7179D-BB69-4AB5-AE1F-06BC622E3296}">
      <dgm:prSet/>
      <dgm:spPr/>
      <dgm:t>
        <a:bodyPr/>
        <a:lstStyle/>
        <a:p>
          <a:endParaRPr lang="en-US"/>
        </a:p>
      </dgm:t>
    </dgm:pt>
    <dgm:pt modelId="{198C5849-E2C2-46D1-9AFB-E4689E358349}" type="sibTrans" cxnId="{D6A7179D-BB69-4AB5-AE1F-06BC622E3296}">
      <dgm:prSet/>
      <dgm:spPr/>
      <dgm:t>
        <a:bodyPr/>
        <a:lstStyle/>
        <a:p>
          <a:endParaRPr lang="en-US"/>
        </a:p>
      </dgm:t>
    </dgm:pt>
    <dgm:pt modelId="{54C09FE1-A264-40CE-8F5A-EDCF05BC0329}" type="pres">
      <dgm:prSet presAssocID="{78959EAD-3474-45C4-A79C-C9D2A5650A08}" presName="vert0" presStyleCnt="0">
        <dgm:presLayoutVars>
          <dgm:dir/>
          <dgm:animOne val="branch"/>
          <dgm:animLvl val="lvl"/>
        </dgm:presLayoutVars>
      </dgm:prSet>
      <dgm:spPr/>
    </dgm:pt>
    <dgm:pt modelId="{E9F4C81F-F051-4BFD-B05F-E6B4F348BDD0}" type="pres">
      <dgm:prSet presAssocID="{A43A4A80-1401-4C60-90B3-8CEA7A88AEF0}" presName="thickLine" presStyleLbl="alignNode1" presStyleIdx="0" presStyleCnt="4"/>
      <dgm:spPr/>
    </dgm:pt>
    <dgm:pt modelId="{13046505-253A-4DA8-B748-80F91E6DD757}" type="pres">
      <dgm:prSet presAssocID="{A43A4A80-1401-4C60-90B3-8CEA7A88AEF0}" presName="horz1" presStyleCnt="0"/>
      <dgm:spPr/>
    </dgm:pt>
    <dgm:pt modelId="{D893B1AC-0488-494D-8849-DD65EB9B1736}" type="pres">
      <dgm:prSet presAssocID="{A43A4A80-1401-4C60-90B3-8CEA7A88AEF0}" presName="tx1" presStyleLbl="revTx" presStyleIdx="0" presStyleCnt="4"/>
      <dgm:spPr/>
    </dgm:pt>
    <dgm:pt modelId="{1E101F3C-654F-48FF-8A7A-D6014DFAC226}" type="pres">
      <dgm:prSet presAssocID="{A43A4A80-1401-4C60-90B3-8CEA7A88AEF0}" presName="vert1" presStyleCnt="0"/>
      <dgm:spPr/>
    </dgm:pt>
    <dgm:pt modelId="{F6659D77-8429-4F21-A3F4-D1C8B33B2028}" type="pres">
      <dgm:prSet presAssocID="{FA70D759-BC28-4AD7-818B-4D08853AA1F4}" presName="thickLine" presStyleLbl="alignNode1" presStyleIdx="1" presStyleCnt="4"/>
      <dgm:spPr/>
    </dgm:pt>
    <dgm:pt modelId="{9F3F89C4-9C5D-491B-8271-6B7F5DA456BE}" type="pres">
      <dgm:prSet presAssocID="{FA70D759-BC28-4AD7-818B-4D08853AA1F4}" presName="horz1" presStyleCnt="0"/>
      <dgm:spPr/>
    </dgm:pt>
    <dgm:pt modelId="{755E37C5-B4FB-4844-BF1D-7BE969DCE24D}" type="pres">
      <dgm:prSet presAssocID="{FA70D759-BC28-4AD7-818B-4D08853AA1F4}" presName="tx1" presStyleLbl="revTx" presStyleIdx="1" presStyleCnt="4"/>
      <dgm:spPr/>
    </dgm:pt>
    <dgm:pt modelId="{D6C65029-D719-4B00-9B89-99B194CF4671}" type="pres">
      <dgm:prSet presAssocID="{FA70D759-BC28-4AD7-818B-4D08853AA1F4}" presName="vert1" presStyleCnt="0"/>
      <dgm:spPr/>
    </dgm:pt>
    <dgm:pt modelId="{DC2D0E89-AC1F-4DD2-BDAB-D0AE16490735}" type="pres">
      <dgm:prSet presAssocID="{8B4C77FB-290A-445E-A3BB-81AFE74E6E69}" presName="thickLine" presStyleLbl="alignNode1" presStyleIdx="2" presStyleCnt="4"/>
      <dgm:spPr/>
    </dgm:pt>
    <dgm:pt modelId="{42814F17-91D7-410F-87CB-D7BA22529576}" type="pres">
      <dgm:prSet presAssocID="{8B4C77FB-290A-445E-A3BB-81AFE74E6E69}" presName="horz1" presStyleCnt="0"/>
      <dgm:spPr/>
    </dgm:pt>
    <dgm:pt modelId="{03E65FF7-7696-40DE-92AD-CB4AC55072DA}" type="pres">
      <dgm:prSet presAssocID="{8B4C77FB-290A-445E-A3BB-81AFE74E6E69}" presName="tx1" presStyleLbl="revTx" presStyleIdx="2" presStyleCnt="4"/>
      <dgm:spPr/>
    </dgm:pt>
    <dgm:pt modelId="{48E0F864-3588-4D2B-8A49-FE629B2D4131}" type="pres">
      <dgm:prSet presAssocID="{8B4C77FB-290A-445E-A3BB-81AFE74E6E69}" presName="vert1" presStyleCnt="0"/>
      <dgm:spPr/>
    </dgm:pt>
    <dgm:pt modelId="{190688EA-B833-410E-AFBE-8A1F7BB078A0}" type="pres">
      <dgm:prSet presAssocID="{C32C64C8-3184-464D-A5F3-AD9FDBFBCC84}" presName="thickLine" presStyleLbl="alignNode1" presStyleIdx="3" presStyleCnt="4"/>
      <dgm:spPr/>
    </dgm:pt>
    <dgm:pt modelId="{AEDA8790-B6D6-4BCB-9235-A59A2647120C}" type="pres">
      <dgm:prSet presAssocID="{C32C64C8-3184-464D-A5F3-AD9FDBFBCC84}" presName="horz1" presStyleCnt="0"/>
      <dgm:spPr/>
    </dgm:pt>
    <dgm:pt modelId="{69440D4A-868B-4C60-9CB3-7863D21D0FC9}" type="pres">
      <dgm:prSet presAssocID="{C32C64C8-3184-464D-A5F3-AD9FDBFBCC84}" presName="tx1" presStyleLbl="revTx" presStyleIdx="3" presStyleCnt="4"/>
      <dgm:spPr/>
    </dgm:pt>
    <dgm:pt modelId="{38C3972A-4D87-4562-8FB0-BE04A7289A37}" type="pres">
      <dgm:prSet presAssocID="{C32C64C8-3184-464D-A5F3-AD9FDBFBCC84}" presName="vert1" presStyleCnt="0"/>
      <dgm:spPr/>
    </dgm:pt>
  </dgm:ptLst>
  <dgm:cxnLst>
    <dgm:cxn modelId="{2BA64620-A2E5-41D9-94E1-7A4764873869}" type="presOf" srcId="{FA70D759-BC28-4AD7-818B-4D08853AA1F4}" destId="{755E37C5-B4FB-4844-BF1D-7BE969DCE24D}" srcOrd="0" destOrd="0" presId="urn:microsoft.com/office/officeart/2008/layout/LinedList"/>
    <dgm:cxn modelId="{CD24AA24-D775-4827-978B-6CF9073CF0ED}" srcId="{78959EAD-3474-45C4-A79C-C9D2A5650A08}" destId="{A43A4A80-1401-4C60-90B3-8CEA7A88AEF0}" srcOrd="0" destOrd="0" parTransId="{AE7C67E3-3803-4B6E-86F3-29E1B20E7B5F}" sibTransId="{B0931659-CE08-45D4-9215-281B913A7A3F}"/>
    <dgm:cxn modelId="{61B21C46-F1E2-47B2-BADA-07ADB6C3AF2F}" type="presOf" srcId="{8B4C77FB-290A-445E-A3BB-81AFE74E6E69}" destId="{03E65FF7-7696-40DE-92AD-CB4AC55072DA}" srcOrd="0" destOrd="0" presId="urn:microsoft.com/office/officeart/2008/layout/LinedList"/>
    <dgm:cxn modelId="{35B42478-76F1-446F-A340-CC46313FAB4E}" type="presOf" srcId="{C32C64C8-3184-464D-A5F3-AD9FDBFBCC84}" destId="{69440D4A-868B-4C60-9CB3-7863D21D0FC9}" srcOrd="0" destOrd="0" presId="urn:microsoft.com/office/officeart/2008/layout/LinedList"/>
    <dgm:cxn modelId="{D4FB9F8E-2752-412C-BEE9-9EA0A481FE32}" type="presOf" srcId="{78959EAD-3474-45C4-A79C-C9D2A5650A08}" destId="{54C09FE1-A264-40CE-8F5A-EDCF05BC0329}" srcOrd="0" destOrd="0" presId="urn:microsoft.com/office/officeart/2008/layout/LinedList"/>
    <dgm:cxn modelId="{D6A7179D-BB69-4AB5-AE1F-06BC622E3296}" srcId="{78959EAD-3474-45C4-A79C-C9D2A5650A08}" destId="{C32C64C8-3184-464D-A5F3-AD9FDBFBCC84}" srcOrd="3" destOrd="0" parTransId="{E6BA692A-AEE9-47EC-8A39-F8BA7A77C3EE}" sibTransId="{198C5849-E2C2-46D1-9AFB-E4689E358349}"/>
    <dgm:cxn modelId="{E22F10AB-6E9B-4F97-AE38-CC713E02DF4C}" srcId="{78959EAD-3474-45C4-A79C-C9D2A5650A08}" destId="{FA70D759-BC28-4AD7-818B-4D08853AA1F4}" srcOrd="1" destOrd="0" parTransId="{77FF1BC7-434D-4683-8DF2-ADC885E6594B}" sibTransId="{B9EAE417-FABD-4C3C-B9B9-CB0B5779E893}"/>
    <dgm:cxn modelId="{18088BD4-79EA-4DEB-B3EA-D04A366C59B4}" srcId="{78959EAD-3474-45C4-A79C-C9D2A5650A08}" destId="{8B4C77FB-290A-445E-A3BB-81AFE74E6E69}" srcOrd="2" destOrd="0" parTransId="{C5A8ED9E-9902-4D71-9E08-589CB1D2043A}" sibTransId="{81C0A232-722B-486E-AB89-1B4CAC8860B3}"/>
    <dgm:cxn modelId="{16CDFEDB-170C-4797-8BA2-D2B2070FB2DC}" type="presOf" srcId="{A43A4A80-1401-4C60-90B3-8CEA7A88AEF0}" destId="{D893B1AC-0488-494D-8849-DD65EB9B1736}" srcOrd="0" destOrd="0" presId="urn:microsoft.com/office/officeart/2008/layout/LinedList"/>
    <dgm:cxn modelId="{38D06749-EE4B-4A27-B3EC-7CC915F88EAC}" type="presParOf" srcId="{54C09FE1-A264-40CE-8F5A-EDCF05BC0329}" destId="{E9F4C81F-F051-4BFD-B05F-E6B4F348BDD0}" srcOrd="0" destOrd="0" presId="urn:microsoft.com/office/officeart/2008/layout/LinedList"/>
    <dgm:cxn modelId="{122923D4-4B79-4438-8E9B-9CE478B2081C}" type="presParOf" srcId="{54C09FE1-A264-40CE-8F5A-EDCF05BC0329}" destId="{13046505-253A-4DA8-B748-80F91E6DD757}" srcOrd="1" destOrd="0" presId="urn:microsoft.com/office/officeart/2008/layout/LinedList"/>
    <dgm:cxn modelId="{A625F40C-95D7-4F37-A4A7-23FA700469FB}" type="presParOf" srcId="{13046505-253A-4DA8-B748-80F91E6DD757}" destId="{D893B1AC-0488-494D-8849-DD65EB9B1736}" srcOrd="0" destOrd="0" presId="urn:microsoft.com/office/officeart/2008/layout/LinedList"/>
    <dgm:cxn modelId="{D9F69CDC-B3BE-46EC-9584-873573AF27C8}" type="presParOf" srcId="{13046505-253A-4DA8-B748-80F91E6DD757}" destId="{1E101F3C-654F-48FF-8A7A-D6014DFAC226}" srcOrd="1" destOrd="0" presId="urn:microsoft.com/office/officeart/2008/layout/LinedList"/>
    <dgm:cxn modelId="{F8D5AE4F-D4A1-429F-BE98-4746B781C05E}" type="presParOf" srcId="{54C09FE1-A264-40CE-8F5A-EDCF05BC0329}" destId="{F6659D77-8429-4F21-A3F4-D1C8B33B2028}" srcOrd="2" destOrd="0" presId="urn:microsoft.com/office/officeart/2008/layout/LinedList"/>
    <dgm:cxn modelId="{4768FB97-AEFA-4A3D-A3A8-5AA1A2F1E195}" type="presParOf" srcId="{54C09FE1-A264-40CE-8F5A-EDCF05BC0329}" destId="{9F3F89C4-9C5D-491B-8271-6B7F5DA456BE}" srcOrd="3" destOrd="0" presId="urn:microsoft.com/office/officeart/2008/layout/LinedList"/>
    <dgm:cxn modelId="{F6C817E8-BD4E-4658-9B39-0B2BBF3A1901}" type="presParOf" srcId="{9F3F89C4-9C5D-491B-8271-6B7F5DA456BE}" destId="{755E37C5-B4FB-4844-BF1D-7BE969DCE24D}" srcOrd="0" destOrd="0" presId="urn:microsoft.com/office/officeart/2008/layout/LinedList"/>
    <dgm:cxn modelId="{031C1E5B-2CED-457B-A5B3-2629F1887166}" type="presParOf" srcId="{9F3F89C4-9C5D-491B-8271-6B7F5DA456BE}" destId="{D6C65029-D719-4B00-9B89-99B194CF4671}" srcOrd="1" destOrd="0" presId="urn:microsoft.com/office/officeart/2008/layout/LinedList"/>
    <dgm:cxn modelId="{D541AEF8-14E4-4792-B19B-698F50EFAB16}" type="presParOf" srcId="{54C09FE1-A264-40CE-8F5A-EDCF05BC0329}" destId="{DC2D0E89-AC1F-4DD2-BDAB-D0AE16490735}" srcOrd="4" destOrd="0" presId="urn:microsoft.com/office/officeart/2008/layout/LinedList"/>
    <dgm:cxn modelId="{49C0AB7F-EF30-40AA-82AF-FA26A87245E1}" type="presParOf" srcId="{54C09FE1-A264-40CE-8F5A-EDCF05BC0329}" destId="{42814F17-91D7-410F-87CB-D7BA22529576}" srcOrd="5" destOrd="0" presId="urn:microsoft.com/office/officeart/2008/layout/LinedList"/>
    <dgm:cxn modelId="{B916F300-CD53-4E07-A55D-A2BA8B8F5424}" type="presParOf" srcId="{42814F17-91D7-410F-87CB-D7BA22529576}" destId="{03E65FF7-7696-40DE-92AD-CB4AC55072DA}" srcOrd="0" destOrd="0" presId="urn:microsoft.com/office/officeart/2008/layout/LinedList"/>
    <dgm:cxn modelId="{EC962257-36E3-4C49-B11B-07B7DEB6E655}" type="presParOf" srcId="{42814F17-91D7-410F-87CB-D7BA22529576}" destId="{48E0F864-3588-4D2B-8A49-FE629B2D4131}" srcOrd="1" destOrd="0" presId="urn:microsoft.com/office/officeart/2008/layout/LinedList"/>
    <dgm:cxn modelId="{C1E56809-21B7-43C6-AA38-B0E93C876606}" type="presParOf" srcId="{54C09FE1-A264-40CE-8F5A-EDCF05BC0329}" destId="{190688EA-B833-410E-AFBE-8A1F7BB078A0}" srcOrd="6" destOrd="0" presId="urn:microsoft.com/office/officeart/2008/layout/LinedList"/>
    <dgm:cxn modelId="{251840AF-02C1-4AC4-9E4C-8A55E20B47F1}" type="presParOf" srcId="{54C09FE1-A264-40CE-8F5A-EDCF05BC0329}" destId="{AEDA8790-B6D6-4BCB-9235-A59A2647120C}" srcOrd="7" destOrd="0" presId="urn:microsoft.com/office/officeart/2008/layout/LinedList"/>
    <dgm:cxn modelId="{1E38A669-3AAA-4EDA-811D-B89D5C85C789}" type="presParOf" srcId="{AEDA8790-B6D6-4BCB-9235-A59A2647120C}" destId="{69440D4A-868B-4C60-9CB3-7863D21D0FC9}" srcOrd="0" destOrd="0" presId="urn:microsoft.com/office/officeart/2008/layout/LinedList"/>
    <dgm:cxn modelId="{5F0E3AFB-D31E-4AED-8AA8-19679E5DA8D3}" type="presParOf" srcId="{AEDA8790-B6D6-4BCB-9235-A59A2647120C}" destId="{38C3972A-4D87-4562-8FB0-BE04A7289A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6F4EE8-FCB8-4D9D-A92A-93158D34DDE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361BC56-096E-43C5-95AA-79CCB3529D42}">
      <dgm:prSet/>
      <dgm:spPr/>
      <dgm:t>
        <a:bodyPr/>
        <a:lstStyle/>
        <a:p>
          <a:r>
            <a:rPr lang="en-US"/>
            <a:t>Contiene la lógica de negocio.</a:t>
          </a:r>
        </a:p>
      </dgm:t>
    </dgm:pt>
    <dgm:pt modelId="{69A4C2FB-9F37-4B37-94F7-FB7A8608E2D8}" type="parTrans" cxnId="{F0591214-D4C4-49A6-BA73-F256A3863C65}">
      <dgm:prSet/>
      <dgm:spPr/>
      <dgm:t>
        <a:bodyPr/>
        <a:lstStyle/>
        <a:p>
          <a:endParaRPr lang="en-US"/>
        </a:p>
      </dgm:t>
    </dgm:pt>
    <dgm:pt modelId="{CED7F411-9D2A-4EA5-BD19-64C6A2A9E985}" type="sibTrans" cxnId="{F0591214-D4C4-49A6-BA73-F256A3863C65}">
      <dgm:prSet/>
      <dgm:spPr/>
      <dgm:t>
        <a:bodyPr/>
        <a:lstStyle/>
        <a:p>
          <a:endParaRPr lang="en-US"/>
        </a:p>
      </dgm:t>
    </dgm:pt>
    <dgm:pt modelId="{8EA941CA-906A-46FD-89D2-42588697E87B}">
      <dgm:prSet/>
      <dgm:spPr/>
      <dgm:t>
        <a:bodyPr/>
        <a:lstStyle/>
        <a:p>
          <a:r>
            <a:rPr lang="en-US"/>
            <a:t>Ejemplo:</a:t>
          </a:r>
        </a:p>
      </dgm:t>
    </dgm:pt>
    <dgm:pt modelId="{33DFDE0D-6348-4F53-B174-7D559B14911B}" type="parTrans" cxnId="{38D53380-3768-408C-B7CC-4ECEE4B7C7BC}">
      <dgm:prSet/>
      <dgm:spPr/>
      <dgm:t>
        <a:bodyPr/>
        <a:lstStyle/>
        <a:p>
          <a:endParaRPr lang="en-US"/>
        </a:p>
      </dgm:t>
    </dgm:pt>
    <dgm:pt modelId="{235B0B44-A944-4C9F-9441-CB0BFF0C2C94}" type="sibTrans" cxnId="{38D53380-3768-408C-B7CC-4ECEE4B7C7BC}">
      <dgm:prSet/>
      <dgm:spPr/>
      <dgm:t>
        <a:bodyPr/>
        <a:lstStyle/>
        <a:p>
          <a:endParaRPr lang="en-US"/>
        </a:p>
      </dgm:t>
    </dgm:pt>
    <dgm:pt modelId="{1540FD30-D021-4319-A500-595D199AD792}">
      <dgm:prSet/>
      <dgm:spPr/>
      <dgm:t>
        <a:bodyPr/>
        <a:lstStyle/>
        <a:p>
          <a:r>
            <a:rPr lang="en-US"/>
            <a:t>@Service</a:t>
          </a:r>
        </a:p>
      </dgm:t>
    </dgm:pt>
    <dgm:pt modelId="{7D14B55C-3555-44DE-A26C-57574CA9DB13}" type="parTrans" cxnId="{A28500F0-2428-4CF3-B205-CED4BB96CB7C}">
      <dgm:prSet/>
      <dgm:spPr/>
      <dgm:t>
        <a:bodyPr/>
        <a:lstStyle/>
        <a:p>
          <a:endParaRPr lang="en-US"/>
        </a:p>
      </dgm:t>
    </dgm:pt>
    <dgm:pt modelId="{A7985AA9-1704-405D-8E9F-DA42420B0F0B}" type="sibTrans" cxnId="{A28500F0-2428-4CF3-B205-CED4BB96CB7C}">
      <dgm:prSet/>
      <dgm:spPr/>
      <dgm:t>
        <a:bodyPr/>
        <a:lstStyle/>
        <a:p>
          <a:endParaRPr lang="en-US"/>
        </a:p>
      </dgm:t>
    </dgm:pt>
    <dgm:pt modelId="{D4859C76-BF52-4275-B778-A3BCA8DABA52}">
      <dgm:prSet/>
      <dgm:spPr/>
      <dgm:t>
        <a:bodyPr/>
        <a:lstStyle/>
        <a:p>
          <a:r>
            <a:rPr lang="en-US"/>
            <a:t>public class ClienteService {</a:t>
          </a:r>
        </a:p>
      </dgm:t>
    </dgm:pt>
    <dgm:pt modelId="{A461AF60-4714-4204-A24C-0137B04A9E8A}" type="parTrans" cxnId="{68DDC57C-7EC7-45E4-A92C-A28BA66E0927}">
      <dgm:prSet/>
      <dgm:spPr/>
      <dgm:t>
        <a:bodyPr/>
        <a:lstStyle/>
        <a:p>
          <a:endParaRPr lang="en-US"/>
        </a:p>
      </dgm:t>
    </dgm:pt>
    <dgm:pt modelId="{538BC6E4-7CA2-48E7-B19C-A4781D34743A}" type="sibTrans" cxnId="{68DDC57C-7EC7-45E4-A92C-A28BA66E0927}">
      <dgm:prSet/>
      <dgm:spPr/>
      <dgm:t>
        <a:bodyPr/>
        <a:lstStyle/>
        <a:p>
          <a:endParaRPr lang="en-US"/>
        </a:p>
      </dgm:t>
    </dgm:pt>
    <dgm:pt modelId="{78BB34AD-BF81-4AEB-8852-A993503CD3D6}">
      <dgm:prSet/>
      <dgm:spPr/>
      <dgm:t>
        <a:bodyPr/>
        <a:lstStyle/>
        <a:p>
          <a:r>
            <a:rPr lang="en-US"/>
            <a:t>public List&lt;Cliente&gt; listarClientes() { }</a:t>
          </a:r>
        </a:p>
      </dgm:t>
    </dgm:pt>
    <dgm:pt modelId="{34B80248-C491-4AB0-AA21-3E0192F8A45D}" type="parTrans" cxnId="{09318DC3-09BE-4F3E-8B77-DFABBB3B84B5}">
      <dgm:prSet/>
      <dgm:spPr/>
      <dgm:t>
        <a:bodyPr/>
        <a:lstStyle/>
        <a:p>
          <a:endParaRPr lang="en-US"/>
        </a:p>
      </dgm:t>
    </dgm:pt>
    <dgm:pt modelId="{942D72A6-C362-4711-93A8-2552EFE06E9B}" type="sibTrans" cxnId="{09318DC3-09BE-4F3E-8B77-DFABBB3B84B5}">
      <dgm:prSet/>
      <dgm:spPr/>
      <dgm:t>
        <a:bodyPr/>
        <a:lstStyle/>
        <a:p>
          <a:endParaRPr lang="en-US"/>
        </a:p>
      </dgm:t>
    </dgm:pt>
    <dgm:pt modelId="{A422DEB2-29AE-4FD5-A2DC-82A45DE56FA7}">
      <dgm:prSet/>
      <dgm:spPr/>
      <dgm:t>
        <a:bodyPr/>
        <a:lstStyle/>
        <a:p>
          <a:r>
            <a:rPr lang="en-US"/>
            <a:t>}</a:t>
          </a:r>
        </a:p>
      </dgm:t>
    </dgm:pt>
    <dgm:pt modelId="{E357777D-8623-424E-B3FE-9831BF501FC9}" type="parTrans" cxnId="{DBDCE11B-7D5E-44B1-A38D-96ACBDFDDDFC}">
      <dgm:prSet/>
      <dgm:spPr/>
      <dgm:t>
        <a:bodyPr/>
        <a:lstStyle/>
        <a:p>
          <a:endParaRPr lang="en-US"/>
        </a:p>
      </dgm:t>
    </dgm:pt>
    <dgm:pt modelId="{17722399-795C-43E4-8E24-887A7A43C551}" type="sibTrans" cxnId="{DBDCE11B-7D5E-44B1-A38D-96ACBDFDDDFC}">
      <dgm:prSet/>
      <dgm:spPr/>
      <dgm:t>
        <a:bodyPr/>
        <a:lstStyle/>
        <a:p>
          <a:endParaRPr lang="en-US"/>
        </a:p>
      </dgm:t>
    </dgm:pt>
    <dgm:pt modelId="{CD00C829-DAC9-491A-AE1C-BBFD68DA4E47}" type="pres">
      <dgm:prSet presAssocID="{016F4EE8-FCB8-4D9D-A92A-93158D34DDE4}" presName="vert0" presStyleCnt="0">
        <dgm:presLayoutVars>
          <dgm:dir/>
          <dgm:animOne val="branch"/>
          <dgm:animLvl val="lvl"/>
        </dgm:presLayoutVars>
      </dgm:prSet>
      <dgm:spPr/>
    </dgm:pt>
    <dgm:pt modelId="{1EA4011C-66C2-4F01-914C-ECF1EFE4450E}" type="pres">
      <dgm:prSet presAssocID="{9361BC56-096E-43C5-95AA-79CCB3529D42}" presName="thickLine" presStyleLbl="alignNode1" presStyleIdx="0" presStyleCnt="6"/>
      <dgm:spPr/>
    </dgm:pt>
    <dgm:pt modelId="{62DEF977-2980-4DD1-B649-EDAC68BD5AA0}" type="pres">
      <dgm:prSet presAssocID="{9361BC56-096E-43C5-95AA-79CCB3529D42}" presName="horz1" presStyleCnt="0"/>
      <dgm:spPr/>
    </dgm:pt>
    <dgm:pt modelId="{86126B5F-84D1-44F9-AB25-D6795DC61C30}" type="pres">
      <dgm:prSet presAssocID="{9361BC56-096E-43C5-95AA-79CCB3529D42}" presName="tx1" presStyleLbl="revTx" presStyleIdx="0" presStyleCnt="6"/>
      <dgm:spPr/>
    </dgm:pt>
    <dgm:pt modelId="{696130B2-E549-4EC2-B0BF-815AB5AB65A7}" type="pres">
      <dgm:prSet presAssocID="{9361BC56-096E-43C5-95AA-79CCB3529D42}" presName="vert1" presStyleCnt="0"/>
      <dgm:spPr/>
    </dgm:pt>
    <dgm:pt modelId="{283DE22A-6DCC-4F12-9EEB-D4863C5C49E5}" type="pres">
      <dgm:prSet presAssocID="{8EA941CA-906A-46FD-89D2-42588697E87B}" presName="thickLine" presStyleLbl="alignNode1" presStyleIdx="1" presStyleCnt="6"/>
      <dgm:spPr/>
    </dgm:pt>
    <dgm:pt modelId="{4F202DA2-A267-4FB9-AD69-E7057358F9D6}" type="pres">
      <dgm:prSet presAssocID="{8EA941CA-906A-46FD-89D2-42588697E87B}" presName="horz1" presStyleCnt="0"/>
      <dgm:spPr/>
    </dgm:pt>
    <dgm:pt modelId="{54FF8E52-052B-4985-88BB-C887ED318421}" type="pres">
      <dgm:prSet presAssocID="{8EA941CA-906A-46FD-89D2-42588697E87B}" presName="tx1" presStyleLbl="revTx" presStyleIdx="1" presStyleCnt="6"/>
      <dgm:spPr/>
    </dgm:pt>
    <dgm:pt modelId="{55017BED-6607-42E4-B45A-C201B7C9D2A0}" type="pres">
      <dgm:prSet presAssocID="{8EA941CA-906A-46FD-89D2-42588697E87B}" presName="vert1" presStyleCnt="0"/>
      <dgm:spPr/>
    </dgm:pt>
    <dgm:pt modelId="{56EDDCED-4B35-435F-82EB-EF8A8E668874}" type="pres">
      <dgm:prSet presAssocID="{1540FD30-D021-4319-A500-595D199AD792}" presName="thickLine" presStyleLbl="alignNode1" presStyleIdx="2" presStyleCnt="6"/>
      <dgm:spPr/>
    </dgm:pt>
    <dgm:pt modelId="{431976E0-176E-41B9-9F0D-E4FF88976295}" type="pres">
      <dgm:prSet presAssocID="{1540FD30-D021-4319-A500-595D199AD792}" presName="horz1" presStyleCnt="0"/>
      <dgm:spPr/>
    </dgm:pt>
    <dgm:pt modelId="{CB4D94BC-962A-4BA4-8417-EEA6934C60B4}" type="pres">
      <dgm:prSet presAssocID="{1540FD30-D021-4319-A500-595D199AD792}" presName="tx1" presStyleLbl="revTx" presStyleIdx="2" presStyleCnt="6"/>
      <dgm:spPr/>
    </dgm:pt>
    <dgm:pt modelId="{4BACD2E2-9199-458D-AFC1-B78A53BE74CE}" type="pres">
      <dgm:prSet presAssocID="{1540FD30-D021-4319-A500-595D199AD792}" presName="vert1" presStyleCnt="0"/>
      <dgm:spPr/>
    </dgm:pt>
    <dgm:pt modelId="{35D2556C-42E8-4815-850C-1A76125896A1}" type="pres">
      <dgm:prSet presAssocID="{D4859C76-BF52-4275-B778-A3BCA8DABA52}" presName="thickLine" presStyleLbl="alignNode1" presStyleIdx="3" presStyleCnt="6"/>
      <dgm:spPr/>
    </dgm:pt>
    <dgm:pt modelId="{EF36AD1A-0E95-47A4-AFB4-70B49B7DE51A}" type="pres">
      <dgm:prSet presAssocID="{D4859C76-BF52-4275-B778-A3BCA8DABA52}" presName="horz1" presStyleCnt="0"/>
      <dgm:spPr/>
    </dgm:pt>
    <dgm:pt modelId="{A2443B7A-C3DD-46CF-BC21-F630E23C10A1}" type="pres">
      <dgm:prSet presAssocID="{D4859C76-BF52-4275-B778-A3BCA8DABA52}" presName="tx1" presStyleLbl="revTx" presStyleIdx="3" presStyleCnt="6"/>
      <dgm:spPr/>
    </dgm:pt>
    <dgm:pt modelId="{2B5C975E-B48D-4AF6-96F1-9C41FB23023D}" type="pres">
      <dgm:prSet presAssocID="{D4859C76-BF52-4275-B778-A3BCA8DABA52}" presName="vert1" presStyleCnt="0"/>
      <dgm:spPr/>
    </dgm:pt>
    <dgm:pt modelId="{2B4124AF-49CE-47C5-AFB7-579E03458181}" type="pres">
      <dgm:prSet presAssocID="{78BB34AD-BF81-4AEB-8852-A993503CD3D6}" presName="thickLine" presStyleLbl="alignNode1" presStyleIdx="4" presStyleCnt="6"/>
      <dgm:spPr/>
    </dgm:pt>
    <dgm:pt modelId="{1853072B-32F8-4AC1-B4E6-8AC4FA5D10DB}" type="pres">
      <dgm:prSet presAssocID="{78BB34AD-BF81-4AEB-8852-A993503CD3D6}" presName="horz1" presStyleCnt="0"/>
      <dgm:spPr/>
    </dgm:pt>
    <dgm:pt modelId="{BD91AF00-DADB-48F9-8581-11C49D4D5348}" type="pres">
      <dgm:prSet presAssocID="{78BB34AD-BF81-4AEB-8852-A993503CD3D6}" presName="tx1" presStyleLbl="revTx" presStyleIdx="4" presStyleCnt="6"/>
      <dgm:spPr/>
    </dgm:pt>
    <dgm:pt modelId="{1B13438E-B5F1-40A6-8457-618B3F0839A2}" type="pres">
      <dgm:prSet presAssocID="{78BB34AD-BF81-4AEB-8852-A993503CD3D6}" presName="vert1" presStyleCnt="0"/>
      <dgm:spPr/>
    </dgm:pt>
    <dgm:pt modelId="{3BEF1FA9-3EDF-48FA-AA48-58111E1924DD}" type="pres">
      <dgm:prSet presAssocID="{A422DEB2-29AE-4FD5-A2DC-82A45DE56FA7}" presName="thickLine" presStyleLbl="alignNode1" presStyleIdx="5" presStyleCnt="6"/>
      <dgm:spPr/>
    </dgm:pt>
    <dgm:pt modelId="{99877D24-9AC6-4BDC-A447-2D7DD41061A5}" type="pres">
      <dgm:prSet presAssocID="{A422DEB2-29AE-4FD5-A2DC-82A45DE56FA7}" presName="horz1" presStyleCnt="0"/>
      <dgm:spPr/>
    </dgm:pt>
    <dgm:pt modelId="{440EB646-E5A1-4F66-AD5D-70A4372295EB}" type="pres">
      <dgm:prSet presAssocID="{A422DEB2-29AE-4FD5-A2DC-82A45DE56FA7}" presName="tx1" presStyleLbl="revTx" presStyleIdx="5" presStyleCnt="6"/>
      <dgm:spPr/>
    </dgm:pt>
    <dgm:pt modelId="{5547E276-43D9-415F-BCF3-21588F8168C9}" type="pres">
      <dgm:prSet presAssocID="{A422DEB2-29AE-4FD5-A2DC-82A45DE56FA7}" presName="vert1" presStyleCnt="0"/>
      <dgm:spPr/>
    </dgm:pt>
  </dgm:ptLst>
  <dgm:cxnLst>
    <dgm:cxn modelId="{F0591214-D4C4-49A6-BA73-F256A3863C65}" srcId="{016F4EE8-FCB8-4D9D-A92A-93158D34DDE4}" destId="{9361BC56-096E-43C5-95AA-79CCB3529D42}" srcOrd="0" destOrd="0" parTransId="{69A4C2FB-9F37-4B37-94F7-FB7A8608E2D8}" sibTransId="{CED7F411-9D2A-4EA5-BD19-64C6A2A9E985}"/>
    <dgm:cxn modelId="{DBDCE11B-7D5E-44B1-A38D-96ACBDFDDDFC}" srcId="{016F4EE8-FCB8-4D9D-A92A-93158D34DDE4}" destId="{A422DEB2-29AE-4FD5-A2DC-82A45DE56FA7}" srcOrd="5" destOrd="0" parTransId="{E357777D-8623-424E-B3FE-9831BF501FC9}" sibTransId="{17722399-795C-43E4-8E24-887A7A43C551}"/>
    <dgm:cxn modelId="{0275CD60-27D0-4116-8FEA-257E00832953}" type="presOf" srcId="{8EA941CA-906A-46FD-89D2-42588697E87B}" destId="{54FF8E52-052B-4985-88BB-C887ED318421}" srcOrd="0" destOrd="0" presId="urn:microsoft.com/office/officeart/2008/layout/LinedList"/>
    <dgm:cxn modelId="{8756AA79-F7E8-46BC-AF06-3295A0726BDB}" type="presOf" srcId="{D4859C76-BF52-4275-B778-A3BCA8DABA52}" destId="{A2443B7A-C3DD-46CF-BC21-F630E23C10A1}" srcOrd="0" destOrd="0" presId="urn:microsoft.com/office/officeart/2008/layout/LinedList"/>
    <dgm:cxn modelId="{5020417B-D456-471D-B149-375387445191}" type="presOf" srcId="{9361BC56-096E-43C5-95AA-79CCB3529D42}" destId="{86126B5F-84D1-44F9-AB25-D6795DC61C30}" srcOrd="0" destOrd="0" presId="urn:microsoft.com/office/officeart/2008/layout/LinedList"/>
    <dgm:cxn modelId="{68DDC57C-7EC7-45E4-A92C-A28BA66E0927}" srcId="{016F4EE8-FCB8-4D9D-A92A-93158D34DDE4}" destId="{D4859C76-BF52-4275-B778-A3BCA8DABA52}" srcOrd="3" destOrd="0" parTransId="{A461AF60-4714-4204-A24C-0137B04A9E8A}" sibTransId="{538BC6E4-7CA2-48E7-B19C-A4781D34743A}"/>
    <dgm:cxn modelId="{38D53380-3768-408C-B7CC-4ECEE4B7C7BC}" srcId="{016F4EE8-FCB8-4D9D-A92A-93158D34DDE4}" destId="{8EA941CA-906A-46FD-89D2-42588697E87B}" srcOrd="1" destOrd="0" parTransId="{33DFDE0D-6348-4F53-B174-7D559B14911B}" sibTransId="{235B0B44-A944-4C9F-9441-CB0BFF0C2C94}"/>
    <dgm:cxn modelId="{613341AA-3801-4A8F-95A3-1D2717D9FB2F}" type="presOf" srcId="{016F4EE8-FCB8-4D9D-A92A-93158D34DDE4}" destId="{CD00C829-DAC9-491A-AE1C-BBFD68DA4E47}" srcOrd="0" destOrd="0" presId="urn:microsoft.com/office/officeart/2008/layout/LinedList"/>
    <dgm:cxn modelId="{09318DC3-09BE-4F3E-8B77-DFABBB3B84B5}" srcId="{016F4EE8-FCB8-4D9D-A92A-93158D34DDE4}" destId="{78BB34AD-BF81-4AEB-8852-A993503CD3D6}" srcOrd="4" destOrd="0" parTransId="{34B80248-C491-4AB0-AA21-3E0192F8A45D}" sibTransId="{942D72A6-C362-4711-93A8-2552EFE06E9B}"/>
    <dgm:cxn modelId="{E3EA22D5-6EA2-4474-9206-6E439172E825}" type="presOf" srcId="{A422DEB2-29AE-4FD5-A2DC-82A45DE56FA7}" destId="{440EB646-E5A1-4F66-AD5D-70A4372295EB}" srcOrd="0" destOrd="0" presId="urn:microsoft.com/office/officeart/2008/layout/LinedList"/>
    <dgm:cxn modelId="{A28500F0-2428-4CF3-B205-CED4BB96CB7C}" srcId="{016F4EE8-FCB8-4D9D-A92A-93158D34DDE4}" destId="{1540FD30-D021-4319-A500-595D199AD792}" srcOrd="2" destOrd="0" parTransId="{7D14B55C-3555-44DE-A26C-57574CA9DB13}" sibTransId="{A7985AA9-1704-405D-8E9F-DA42420B0F0B}"/>
    <dgm:cxn modelId="{9EEE5DF3-D4A3-4147-B6F4-0F68AF14864F}" type="presOf" srcId="{78BB34AD-BF81-4AEB-8852-A993503CD3D6}" destId="{BD91AF00-DADB-48F9-8581-11C49D4D5348}" srcOrd="0" destOrd="0" presId="urn:microsoft.com/office/officeart/2008/layout/LinedList"/>
    <dgm:cxn modelId="{0916E0F5-C6E2-4DF5-9A32-D4BB18D2DB20}" type="presOf" srcId="{1540FD30-D021-4319-A500-595D199AD792}" destId="{CB4D94BC-962A-4BA4-8417-EEA6934C60B4}" srcOrd="0" destOrd="0" presId="urn:microsoft.com/office/officeart/2008/layout/LinedList"/>
    <dgm:cxn modelId="{616761B2-B65D-4214-A4AC-3C7554931757}" type="presParOf" srcId="{CD00C829-DAC9-491A-AE1C-BBFD68DA4E47}" destId="{1EA4011C-66C2-4F01-914C-ECF1EFE4450E}" srcOrd="0" destOrd="0" presId="urn:microsoft.com/office/officeart/2008/layout/LinedList"/>
    <dgm:cxn modelId="{C355908B-F9A9-4BAF-BBD4-11D482BF8201}" type="presParOf" srcId="{CD00C829-DAC9-491A-AE1C-BBFD68DA4E47}" destId="{62DEF977-2980-4DD1-B649-EDAC68BD5AA0}" srcOrd="1" destOrd="0" presId="urn:microsoft.com/office/officeart/2008/layout/LinedList"/>
    <dgm:cxn modelId="{82497B97-DA05-46EA-A33C-B28B9FCCEB21}" type="presParOf" srcId="{62DEF977-2980-4DD1-B649-EDAC68BD5AA0}" destId="{86126B5F-84D1-44F9-AB25-D6795DC61C30}" srcOrd="0" destOrd="0" presId="urn:microsoft.com/office/officeart/2008/layout/LinedList"/>
    <dgm:cxn modelId="{BD09AEDD-4F69-48D1-9398-EE57C4E6D462}" type="presParOf" srcId="{62DEF977-2980-4DD1-B649-EDAC68BD5AA0}" destId="{696130B2-E549-4EC2-B0BF-815AB5AB65A7}" srcOrd="1" destOrd="0" presId="urn:microsoft.com/office/officeart/2008/layout/LinedList"/>
    <dgm:cxn modelId="{78DD5BBD-DAED-4914-AEA9-618CF0970CD5}" type="presParOf" srcId="{CD00C829-DAC9-491A-AE1C-BBFD68DA4E47}" destId="{283DE22A-6DCC-4F12-9EEB-D4863C5C49E5}" srcOrd="2" destOrd="0" presId="urn:microsoft.com/office/officeart/2008/layout/LinedList"/>
    <dgm:cxn modelId="{ED914403-60D1-4DA4-80E3-59A9FDCD3085}" type="presParOf" srcId="{CD00C829-DAC9-491A-AE1C-BBFD68DA4E47}" destId="{4F202DA2-A267-4FB9-AD69-E7057358F9D6}" srcOrd="3" destOrd="0" presId="urn:microsoft.com/office/officeart/2008/layout/LinedList"/>
    <dgm:cxn modelId="{B195D846-1838-4E50-A17A-DA2D7D36198C}" type="presParOf" srcId="{4F202DA2-A267-4FB9-AD69-E7057358F9D6}" destId="{54FF8E52-052B-4985-88BB-C887ED318421}" srcOrd="0" destOrd="0" presId="urn:microsoft.com/office/officeart/2008/layout/LinedList"/>
    <dgm:cxn modelId="{180F20E1-480F-4952-8082-94E93C8D0871}" type="presParOf" srcId="{4F202DA2-A267-4FB9-AD69-E7057358F9D6}" destId="{55017BED-6607-42E4-B45A-C201B7C9D2A0}" srcOrd="1" destOrd="0" presId="urn:microsoft.com/office/officeart/2008/layout/LinedList"/>
    <dgm:cxn modelId="{1F182AF1-5235-4E19-B651-9B1C02D74326}" type="presParOf" srcId="{CD00C829-DAC9-491A-AE1C-BBFD68DA4E47}" destId="{56EDDCED-4B35-435F-82EB-EF8A8E668874}" srcOrd="4" destOrd="0" presId="urn:microsoft.com/office/officeart/2008/layout/LinedList"/>
    <dgm:cxn modelId="{BA740514-1B14-445A-ACBC-6679A581153F}" type="presParOf" srcId="{CD00C829-DAC9-491A-AE1C-BBFD68DA4E47}" destId="{431976E0-176E-41B9-9F0D-E4FF88976295}" srcOrd="5" destOrd="0" presId="urn:microsoft.com/office/officeart/2008/layout/LinedList"/>
    <dgm:cxn modelId="{EA7C7E46-8A25-41DF-82C4-FF33C36D26BD}" type="presParOf" srcId="{431976E0-176E-41B9-9F0D-E4FF88976295}" destId="{CB4D94BC-962A-4BA4-8417-EEA6934C60B4}" srcOrd="0" destOrd="0" presId="urn:microsoft.com/office/officeart/2008/layout/LinedList"/>
    <dgm:cxn modelId="{3EFD517C-298B-4CA1-8DF3-633F111954FE}" type="presParOf" srcId="{431976E0-176E-41B9-9F0D-E4FF88976295}" destId="{4BACD2E2-9199-458D-AFC1-B78A53BE74CE}" srcOrd="1" destOrd="0" presId="urn:microsoft.com/office/officeart/2008/layout/LinedList"/>
    <dgm:cxn modelId="{FD54BCC3-E203-45FA-AF4F-F78F76FFFA1B}" type="presParOf" srcId="{CD00C829-DAC9-491A-AE1C-BBFD68DA4E47}" destId="{35D2556C-42E8-4815-850C-1A76125896A1}" srcOrd="6" destOrd="0" presId="urn:microsoft.com/office/officeart/2008/layout/LinedList"/>
    <dgm:cxn modelId="{29D342F5-86CB-4DD6-B792-0F97D5DC84F5}" type="presParOf" srcId="{CD00C829-DAC9-491A-AE1C-BBFD68DA4E47}" destId="{EF36AD1A-0E95-47A4-AFB4-70B49B7DE51A}" srcOrd="7" destOrd="0" presId="urn:microsoft.com/office/officeart/2008/layout/LinedList"/>
    <dgm:cxn modelId="{D42DB855-37DC-49B9-8DDF-2E13BA68B924}" type="presParOf" srcId="{EF36AD1A-0E95-47A4-AFB4-70B49B7DE51A}" destId="{A2443B7A-C3DD-46CF-BC21-F630E23C10A1}" srcOrd="0" destOrd="0" presId="urn:microsoft.com/office/officeart/2008/layout/LinedList"/>
    <dgm:cxn modelId="{9EAEE459-12D2-46DA-B3B5-0B4640C1C1CC}" type="presParOf" srcId="{EF36AD1A-0E95-47A4-AFB4-70B49B7DE51A}" destId="{2B5C975E-B48D-4AF6-96F1-9C41FB23023D}" srcOrd="1" destOrd="0" presId="urn:microsoft.com/office/officeart/2008/layout/LinedList"/>
    <dgm:cxn modelId="{51DF90FC-325A-4FC4-8A9F-97449F304CBE}" type="presParOf" srcId="{CD00C829-DAC9-491A-AE1C-BBFD68DA4E47}" destId="{2B4124AF-49CE-47C5-AFB7-579E03458181}" srcOrd="8" destOrd="0" presId="urn:microsoft.com/office/officeart/2008/layout/LinedList"/>
    <dgm:cxn modelId="{F343D9E3-0C9A-49F1-97AB-8E3A491653C1}" type="presParOf" srcId="{CD00C829-DAC9-491A-AE1C-BBFD68DA4E47}" destId="{1853072B-32F8-4AC1-B4E6-8AC4FA5D10DB}" srcOrd="9" destOrd="0" presId="urn:microsoft.com/office/officeart/2008/layout/LinedList"/>
    <dgm:cxn modelId="{DAECFB22-B0D0-41D2-BC99-6470D93BD1CE}" type="presParOf" srcId="{1853072B-32F8-4AC1-B4E6-8AC4FA5D10DB}" destId="{BD91AF00-DADB-48F9-8581-11C49D4D5348}" srcOrd="0" destOrd="0" presId="urn:microsoft.com/office/officeart/2008/layout/LinedList"/>
    <dgm:cxn modelId="{A6F23B57-18E6-4B59-973B-1568D82B8FAE}" type="presParOf" srcId="{1853072B-32F8-4AC1-B4E6-8AC4FA5D10DB}" destId="{1B13438E-B5F1-40A6-8457-618B3F0839A2}" srcOrd="1" destOrd="0" presId="urn:microsoft.com/office/officeart/2008/layout/LinedList"/>
    <dgm:cxn modelId="{B9BAACE4-2D12-410C-93D9-9E9845E435FC}" type="presParOf" srcId="{CD00C829-DAC9-491A-AE1C-BBFD68DA4E47}" destId="{3BEF1FA9-3EDF-48FA-AA48-58111E1924DD}" srcOrd="10" destOrd="0" presId="urn:microsoft.com/office/officeart/2008/layout/LinedList"/>
    <dgm:cxn modelId="{AC7AE887-2FD7-4E8B-86BC-D739DCC9A93A}" type="presParOf" srcId="{CD00C829-DAC9-491A-AE1C-BBFD68DA4E47}" destId="{99877D24-9AC6-4BDC-A447-2D7DD41061A5}" srcOrd="11" destOrd="0" presId="urn:microsoft.com/office/officeart/2008/layout/LinedList"/>
    <dgm:cxn modelId="{27C5D134-B459-4FB3-A3D4-39093FC5CC94}" type="presParOf" srcId="{99877D24-9AC6-4BDC-A447-2D7DD41061A5}" destId="{440EB646-E5A1-4F66-AD5D-70A4372295EB}" srcOrd="0" destOrd="0" presId="urn:microsoft.com/office/officeart/2008/layout/LinedList"/>
    <dgm:cxn modelId="{F4E8CD2C-ED9E-42FD-A70A-7EF9982D6891}" type="presParOf" srcId="{99877D24-9AC6-4BDC-A447-2D7DD41061A5}" destId="{5547E276-43D9-415F-BCF3-21588F8168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884706-AE8C-4597-92B6-D3F637FBD93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4518243-6C1A-46A7-8156-0DCE2E604C1A}">
      <dgm:prSet/>
      <dgm:spPr/>
      <dgm:t>
        <a:bodyPr/>
        <a:lstStyle/>
        <a:p>
          <a:r>
            <a:rPr lang="en-US"/>
            <a:t>Aquí aparece la API REST.</a:t>
          </a:r>
        </a:p>
      </dgm:t>
    </dgm:pt>
    <dgm:pt modelId="{A7283E85-D50E-4EFB-ADD0-6F929F339D01}" type="parTrans" cxnId="{1B930757-B7A7-41F8-A1F6-2E12DF11EB93}">
      <dgm:prSet/>
      <dgm:spPr/>
      <dgm:t>
        <a:bodyPr/>
        <a:lstStyle/>
        <a:p>
          <a:endParaRPr lang="en-US"/>
        </a:p>
      </dgm:t>
    </dgm:pt>
    <dgm:pt modelId="{E9EC2AC2-A7D5-4BBD-BCA2-8E49A66F575F}" type="sibTrans" cxnId="{1B930757-B7A7-41F8-A1F6-2E12DF11EB93}">
      <dgm:prSet/>
      <dgm:spPr/>
      <dgm:t>
        <a:bodyPr/>
        <a:lstStyle/>
        <a:p>
          <a:endParaRPr lang="en-US"/>
        </a:p>
      </dgm:t>
    </dgm:pt>
    <dgm:pt modelId="{35CE83E9-4562-4301-A15F-3FD2EE0883E5}">
      <dgm:prSet/>
      <dgm:spPr/>
      <dgm:t>
        <a:bodyPr/>
        <a:lstStyle/>
        <a:p>
          <a:r>
            <a:rPr lang="en-US"/>
            <a:t>@RestController</a:t>
          </a:r>
        </a:p>
      </dgm:t>
    </dgm:pt>
    <dgm:pt modelId="{41E1E69B-3670-442E-AA76-34AAA0019D2B}" type="parTrans" cxnId="{162F23F6-577D-46D6-AC10-DBB5AED25915}">
      <dgm:prSet/>
      <dgm:spPr/>
      <dgm:t>
        <a:bodyPr/>
        <a:lstStyle/>
        <a:p>
          <a:endParaRPr lang="en-US"/>
        </a:p>
      </dgm:t>
    </dgm:pt>
    <dgm:pt modelId="{4939BF1A-F725-43B6-AD11-4FBDE701D960}" type="sibTrans" cxnId="{162F23F6-577D-46D6-AC10-DBB5AED25915}">
      <dgm:prSet/>
      <dgm:spPr/>
      <dgm:t>
        <a:bodyPr/>
        <a:lstStyle/>
        <a:p>
          <a:endParaRPr lang="en-US"/>
        </a:p>
      </dgm:t>
    </dgm:pt>
    <dgm:pt modelId="{68146737-0B55-4668-A9E0-E370BF19EBA8}">
      <dgm:prSet/>
      <dgm:spPr/>
      <dgm:t>
        <a:bodyPr/>
        <a:lstStyle/>
        <a:p>
          <a:r>
            <a:rPr lang="en-US"/>
            <a:t>@RequestMapping("/clientes")</a:t>
          </a:r>
        </a:p>
      </dgm:t>
    </dgm:pt>
    <dgm:pt modelId="{619EF108-4843-4F49-8D24-9B56341B33BC}" type="parTrans" cxnId="{12C84AB6-6038-4F12-977A-ED72DD1A6D5C}">
      <dgm:prSet/>
      <dgm:spPr/>
      <dgm:t>
        <a:bodyPr/>
        <a:lstStyle/>
        <a:p>
          <a:endParaRPr lang="en-US"/>
        </a:p>
      </dgm:t>
    </dgm:pt>
    <dgm:pt modelId="{0003C42E-02CD-4D2A-B46E-57D7E28759D6}" type="sibTrans" cxnId="{12C84AB6-6038-4F12-977A-ED72DD1A6D5C}">
      <dgm:prSet/>
      <dgm:spPr/>
      <dgm:t>
        <a:bodyPr/>
        <a:lstStyle/>
        <a:p>
          <a:endParaRPr lang="en-US"/>
        </a:p>
      </dgm:t>
    </dgm:pt>
    <dgm:pt modelId="{7146079A-EB7A-4E5F-9332-A53B29BA1944}">
      <dgm:prSet/>
      <dgm:spPr/>
      <dgm:t>
        <a:bodyPr/>
        <a:lstStyle/>
        <a:p>
          <a:r>
            <a:rPr lang="en-US"/>
            <a:t>public class ClienteController {}</a:t>
          </a:r>
        </a:p>
      </dgm:t>
    </dgm:pt>
    <dgm:pt modelId="{DC6AFC99-14CA-401A-A627-9FAF1228D954}" type="parTrans" cxnId="{B054509F-2EFC-4D1A-92C9-B0F9F8B3208D}">
      <dgm:prSet/>
      <dgm:spPr/>
      <dgm:t>
        <a:bodyPr/>
        <a:lstStyle/>
        <a:p>
          <a:endParaRPr lang="en-US"/>
        </a:p>
      </dgm:t>
    </dgm:pt>
    <dgm:pt modelId="{1CD9DEEC-FB7A-4F17-926F-03E2372D54E4}" type="sibTrans" cxnId="{B054509F-2EFC-4D1A-92C9-B0F9F8B3208D}">
      <dgm:prSet/>
      <dgm:spPr/>
      <dgm:t>
        <a:bodyPr/>
        <a:lstStyle/>
        <a:p>
          <a:endParaRPr lang="en-US"/>
        </a:p>
      </dgm:t>
    </dgm:pt>
    <dgm:pt modelId="{BBA73934-92F4-4B8F-8C00-43C3990D0DB4}" type="pres">
      <dgm:prSet presAssocID="{B7884706-AE8C-4597-92B6-D3F637FBD938}" presName="vert0" presStyleCnt="0">
        <dgm:presLayoutVars>
          <dgm:dir/>
          <dgm:animOne val="branch"/>
          <dgm:animLvl val="lvl"/>
        </dgm:presLayoutVars>
      </dgm:prSet>
      <dgm:spPr/>
    </dgm:pt>
    <dgm:pt modelId="{5ED0CF1C-C409-4C05-8998-45D428714695}" type="pres">
      <dgm:prSet presAssocID="{94518243-6C1A-46A7-8156-0DCE2E604C1A}" presName="thickLine" presStyleLbl="alignNode1" presStyleIdx="0" presStyleCnt="4"/>
      <dgm:spPr/>
    </dgm:pt>
    <dgm:pt modelId="{98763F30-DA2F-4B9C-ACAD-AF6240496C82}" type="pres">
      <dgm:prSet presAssocID="{94518243-6C1A-46A7-8156-0DCE2E604C1A}" presName="horz1" presStyleCnt="0"/>
      <dgm:spPr/>
    </dgm:pt>
    <dgm:pt modelId="{A9C461BD-5F70-4CBB-972E-2D2C96E8174C}" type="pres">
      <dgm:prSet presAssocID="{94518243-6C1A-46A7-8156-0DCE2E604C1A}" presName="tx1" presStyleLbl="revTx" presStyleIdx="0" presStyleCnt="4"/>
      <dgm:spPr/>
    </dgm:pt>
    <dgm:pt modelId="{071C0B86-A01A-45BC-AA80-8DC643ADC494}" type="pres">
      <dgm:prSet presAssocID="{94518243-6C1A-46A7-8156-0DCE2E604C1A}" presName="vert1" presStyleCnt="0"/>
      <dgm:spPr/>
    </dgm:pt>
    <dgm:pt modelId="{79FE23D3-A519-4EBC-B113-8806968CB417}" type="pres">
      <dgm:prSet presAssocID="{35CE83E9-4562-4301-A15F-3FD2EE0883E5}" presName="thickLine" presStyleLbl="alignNode1" presStyleIdx="1" presStyleCnt="4"/>
      <dgm:spPr/>
    </dgm:pt>
    <dgm:pt modelId="{CD68B46E-1A37-40DC-87DC-FA1381A2C519}" type="pres">
      <dgm:prSet presAssocID="{35CE83E9-4562-4301-A15F-3FD2EE0883E5}" presName="horz1" presStyleCnt="0"/>
      <dgm:spPr/>
    </dgm:pt>
    <dgm:pt modelId="{F2034560-283A-41C0-95CF-876FDC05DA0B}" type="pres">
      <dgm:prSet presAssocID="{35CE83E9-4562-4301-A15F-3FD2EE0883E5}" presName="tx1" presStyleLbl="revTx" presStyleIdx="1" presStyleCnt="4"/>
      <dgm:spPr/>
    </dgm:pt>
    <dgm:pt modelId="{7B985B3D-CBEC-4118-B897-8C889E52A3E5}" type="pres">
      <dgm:prSet presAssocID="{35CE83E9-4562-4301-A15F-3FD2EE0883E5}" presName="vert1" presStyleCnt="0"/>
      <dgm:spPr/>
    </dgm:pt>
    <dgm:pt modelId="{6928FCDA-1783-4333-99BE-A19E9AC32F00}" type="pres">
      <dgm:prSet presAssocID="{68146737-0B55-4668-A9E0-E370BF19EBA8}" presName="thickLine" presStyleLbl="alignNode1" presStyleIdx="2" presStyleCnt="4"/>
      <dgm:spPr/>
    </dgm:pt>
    <dgm:pt modelId="{62F58300-7187-42BF-A9A4-FEE2CCD803B1}" type="pres">
      <dgm:prSet presAssocID="{68146737-0B55-4668-A9E0-E370BF19EBA8}" presName="horz1" presStyleCnt="0"/>
      <dgm:spPr/>
    </dgm:pt>
    <dgm:pt modelId="{27381194-F690-446D-8172-BF86C3176610}" type="pres">
      <dgm:prSet presAssocID="{68146737-0B55-4668-A9E0-E370BF19EBA8}" presName="tx1" presStyleLbl="revTx" presStyleIdx="2" presStyleCnt="4"/>
      <dgm:spPr/>
    </dgm:pt>
    <dgm:pt modelId="{2AEF5707-9675-40B1-97CD-BCE32B70347F}" type="pres">
      <dgm:prSet presAssocID="{68146737-0B55-4668-A9E0-E370BF19EBA8}" presName="vert1" presStyleCnt="0"/>
      <dgm:spPr/>
    </dgm:pt>
    <dgm:pt modelId="{6E542496-93CA-4E7A-8BBD-8AA5A5E65182}" type="pres">
      <dgm:prSet presAssocID="{7146079A-EB7A-4E5F-9332-A53B29BA1944}" presName="thickLine" presStyleLbl="alignNode1" presStyleIdx="3" presStyleCnt="4"/>
      <dgm:spPr/>
    </dgm:pt>
    <dgm:pt modelId="{FC496D3B-191C-4ABD-AD37-A12002D85EA7}" type="pres">
      <dgm:prSet presAssocID="{7146079A-EB7A-4E5F-9332-A53B29BA1944}" presName="horz1" presStyleCnt="0"/>
      <dgm:spPr/>
    </dgm:pt>
    <dgm:pt modelId="{3CB338D6-445B-47ED-8989-4308D91079AF}" type="pres">
      <dgm:prSet presAssocID="{7146079A-EB7A-4E5F-9332-A53B29BA1944}" presName="tx1" presStyleLbl="revTx" presStyleIdx="3" presStyleCnt="4"/>
      <dgm:spPr/>
    </dgm:pt>
    <dgm:pt modelId="{9230F554-3BDF-440F-A52B-E33101886713}" type="pres">
      <dgm:prSet presAssocID="{7146079A-EB7A-4E5F-9332-A53B29BA1944}" presName="vert1" presStyleCnt="0"/>
      <dgm:spPr/>
    </dgm:pt>
  </dgm:ptLst>
  <dgm:cxnLst>
    <dgm:cxn modelId="{F041FB01-4307-462F-9610-5F0FFB34AD5D}" type="presOf" srcId="{68146737-0B55-4668-A9E0-E370BF19EBA8}" destId="{27381194-F690-446D-8172-BF86C3176610}" srcOrd="0" destOrd="0" presId="urn:microsoft.com/office/officeart/2008/layout/LinedList"/>
    <dgm:cxn modelId="{3B56DF34-C023-409A-8BAA-9215A2FFE933}" type="presOf" srcId="{B7884706-AE8C-4597-92B6-D3F637FBD938}" destId="{BBA73934-92F4-4B8F-8C00-43C3990D0DB4}" srcOrd="0" destOrd="0" presId="urn:microsoft.com/office/officeart/2008/layout/LinedList"/>
    <dgm:cxn modelId="{1B930757-B7A7-41F8-A1F6-2E12DF11EB93}" srcId="{B7884706-AE8C-4597-92B6-D3F637FBD938}" destId="{94518243-6C1A-46A7-8156-0DCE2E604C1A}" srcOrd="0" destOrd="0" parTransId="{A7283E85-D50E-4EFB-ADD0-6F929F339D01}" sibTransId="{E9EC2AC2-A7D5-4BBD-BCA2-8E49A66F575F}"/>
    <dgm:cxn modelId="{030A6A87-32E5-4BB2-BC83-3D8FF4F06719}" type="presOf" srcId="{7146079A-EB7A-4E5F-9332-A53B29BA1944}" destId="{3CB338D6-445B-47ED-8989-4308D91079AF}" srcOrd="0" destOrd="0" presId="urn:microsoft.com/office/officeart/2008/layout/LinedList"/>
    <dgm:cxn modelId="{A502F88D-E0AE-46D0-89A4-8D3C98956E39}" type="presOf" srcId="{94518243-6C1A-46A7-8156-0DCE2E604C1A}" destId="{A9C461BD-5F70-4CBB-972E-2D2C96E8174C}" srcOrd="0" destOrd="0" presId="urn:microsoft.com/office/officeart/2008/layout/LinedList"/>
    <dgm:cxn modelId="{B054509F-2EFC-4D1A-92C9-B0F9F8B3208D}" srcId="{B7884706-AE8C-4597-92B6-D3F637FBD938}" destId="{7146079A-EB7A-4E5F-9332-A53B29BA1944}" srcOrd="3" destOrd="0" parTransId="{DC6AFC99-14CA-401A-A627-9FAF1228D954}" sibTransId="{1CD9DEEC-FB7A-4F17-926F-03E2372D54E4}"/>
    <dgm:cxn modelId="{12C84AB6-6038-4F12-977A-ED72DD1A6D5C}" srcId="{B7884706-AE8C-4597-92B6-D3F637FBD938}" destId="{68146737-0B55-4668-A9E0-E370BF19EBA8}" srcOrd="2" destOrd="0" parTransId="{619EF108-4843-4F49-8D24-9B56341B33BC}" sibTransId="{0003C42E-02CD-4D2A-B46E-57D7E28759D6}"/>
    <dgm:cxn modelId="{162F23F6-577D-46D6-AC10-DBB5AED25915}" srcId="{B7884706-AE8C-4597-92B6-D3F637FBD938}" destId="{35CE83E9-4562-4301-A15F-3FD2EE0883E5}" srcOrd="1" destOrd="0" parTransId="{41E1E69B-3670-442E-AA76-34AAA0019D2B}" sibTransId="{4939BF1A-F725-43B6-AD11-4FBDE701D960}"/>
    <dgm:cxn modelId="{1DACE0F9-BBFD-4291-9E26-90D9257E60F1}" type="presOf" srcId="{35CE83E9-4562-4301-A15F-3FD2EE0883E5}" destId="{F2034560-283A-41C0-95CF-876FDC05DA0B}" srcOrd="0" destOrd="0" presId="urn:microsoft.com/office/officeart/2008/layout/LinedList"/>
    <dgm:cxn modelId="{E9DE5F6C-AD0F-4FD2-8911-7EB3B7DB1F87}" type="presParOf" srcId="{BBA73934-92F4-4B8F-8C00-43C3990D0DB4}" destId="{5ED0CF1C-C409-4C05-8998-45D428714695}" srcOrd="0" destOrd="0" presId="urn:microsoft.com/office/officeart/2008/layout/LinedList"/>
    <dgm:cxn modelId="{5F557F1F-8253-4CFC-8FD8-0B6997665DD1}" type="presParOf" srcId="{BBA73934-92F4-4B8F-8C00-43C3990D0DB4}" destId="{98763F30-DA2F-4B9C-ACAD-AF6240496C82}" srcOrd="1" destOrd="0" presId="urn:microsoft.com/office/officeart/2008/layout/LinedList"/>
    <dgm:cxn modelId="{8E338C8E-C647-4C43-9AF1-ABEC716EC14A}" type="presParOf" srcId="{98763F30-DA2F-4B9C-ACAD-AF6240496C82}" destId="{A9C461BD-5F70-4CBB-972E-2D2C96E8174C}" srcOrd="0" destOrd="0" presId="urn:microsoft.com/office/officeart/2008/layout/LinedList"/>
    <dgm:cxn modelId="{882DD5DC-84A8-4F65-8ACC-C3DCE5361817}" type="presParOf" srcId="{98763F30-DA2F-4B9C-ACAD-AF6240496C82}" destId="{071C0B86-A01A-45BC-AA80-8DC643ADC494}" srcOrd="1" destOrd="0" presId="urn:microsoft.com/office/officeart/2008/layout/LinedList"/>
    <dgm:cxn modelId="{645C3977-708B-4F50-99F9-1E4DFA03DC48}" type="presParOf" srcId="{BBA73934-92F4-4B8F-8C00-43C3990D0DB4}" destId="{79FE23D3-A519-4EBC-B113-8806968CB417}" srcOrd="2" destOrd="0" presId="urn:microsoft.com/office/officeart/2008/layout/LinedList"/>
    <dgm:cxn modelId="{FD5ED789-3983-46A3-8A96-D28E79EACBB0}" type="presParOf" srcId="{BBA73934-92F4-4B8F-8C00-43C3990D0DB4}" destId="{CD68B46E-1A37-40DC-87DC-FA1381A2C519}" srcOrd="3" destOrd="0" presId="urn:microsoft.com/office/officeart/2008/layout/LinedList"/>
    <dgm:cxn modelId="{41DE4FDD-D7F4-4FAB-821B-65D56FD21B28}" type="presParOf" srcId="{CD68B46E-1A37-40DC-87DC-FA1381A2C519}" destId="{F2034560-283A-41C0-95CF-876FDC05DA0B}" srcOrd="0" destOrd="0" presId="urn:microsoft.com/office/officeart/2008/layout/LinedList"/>
    <dgm:cxn modelId="{79F59B38-318A-44ED-A9D5-B8BF3E6CD74F}" type="presParOf" srcId="{CD68B46E-1A37-40DC-87DC-FA1381A2C519}" destId="{7B985B3D-CBEC-4118-B897-8C889E52A3E5}" srcOrd="1" destOrd="0" presId="urn:microsoft.com/office/officeart/2008/layout/LinedList"/>
    <dgm:cxn modelId="{4E2D7042-1DA9-4961-B8B1-71D2291837FC}" type="presParOf" srcId="{BBA73934-92F4-4B8F-8C00-43C3990D0DB4}" destId="{6928FCDA-1783-4333-99BE-A19E9AC32F00}" srcOrd="4" destOrd="0" presId="urn:microsoft.com/office/officeart/2008/layout/LinedList"/>
    <dgm:cxn modelId="{DEEE9CBA-6846-4504-AE27-A913951C5B29}" type="presParOf" srcId="{BBA73934-92F4-4B8F-8C00-43C3990D0DB4}" destId="{62F58300-7187-42BF-A9A4-FEE2CCD803B1}" srcOrd="5" destOrd="0" presId="urn:microsoft.com/office/officeart/2008/layout/LinedList"/>
    <dgm:cxn modelId="{8BAAEFDD-D0A2-4948-B065-66B45AB4FC1C}" type="presParOf" srcId="{62F58300-7187-42BF-A9A4-FEE2CCD803B1}" destId="{27381194-F690-446D-8172-BF86C3176610}" srcOrd="0" destOrd="0" presId="urn:microsoft.com/office/officeart/2008/layout/LinedList"/>
    <dgm:cxn modelId="{D857D236-BEA5-49CD-89D5-DEC6F6C15BFF}" type="presParOf" srcId="{62F58300-7187-42BF-A9A4-FEE2CCD803B1}" destId="{2AEF5707-9675-40B1-97CD-BCE32B70347F}" srcOrd="1" destOrd="0" presId="urn:microsoft.com/office/officeart/2008/layout/LinedList"/>
    <dgm:cxn modelId="{0608BF78-6412-480D-A24F-72E790F0C63E}" type="presParOf" srcId="{BBA73934-92F4-4B8F-8C00-43C3990D0DB4}" destId="{6E542496-93CA-4E7A-8BBD-8AA5A5E65182}" srcOrd="6" destOrd="0" presId="urn:microsoft.com/office/officeart/2008/layout/LinedList"/>
    <dgm:cxn modelId="{1B69DAEB-1FCE-4451-B7EA-D1A05652E026}" type="presParOf" srcId="{BBA73934-92F4-4B8F-8C00-43C3990D0DB4}" destId="{FC496D3B-191C-4ABD-AD37-A12002D85EA7}" srcOrd="7" destOrd="0" presId="urn:microsoft.com/office/officeart/2008/layout/LinedList"/>
    <dgm:cxn modelId="{2588EB5E-D895-4A99-8A4C-500356CD8EED}" type="presParOf" srcId="{FC496D3B-191C-4ABD-AD37-A12002D85EA7}" destId="{3CB338D6-445B-47ED-8989-4308D91079AF}" srcOrd="0" destOrd="0" presId="urn:microsoft.com/office/officeart/2008/layout/LinedList"/>
    <dgm:cxn modelId="{AADF0E0D-7145-4A53-98E3-253AA350FC2E}" type="presParOf" srcId="{FC496D3B-191C-4ABD-AD37-A12002D85EA7}" destId="{9230F554-3BDF-440F-A52B-E331018867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F02DD6-F9F8-42EB-A775-3955BA76864E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57CEC88B-9B21-440F-BF7A-B02A6EE14EB1}">
      <dgm:prSet/>
      <dgm:spPr/>
      <dgm:t>
        <a:bodyPr/>
        <a:lstStyle/>
        <a:p>
          <a:r>
            <a:rPr lang="en-US"/>
            <a:t>Una API REST expone endpoints HTTP:</a:t>
          </a:r>
        </a:p>
      </dgm:t>
    </dgm:pt>
    <dgm:pt modelId="{921AAD96-B464-4937-B6B5-4F799618FEFB}" type="parTrans" cxnId="{A71733A1-0D6E-4F4C-B5E8-82023F5ED45E}">
      <dgm:prSet/>
      <dgm:spPr/>
      <dgm:t>
        <a:bodyPr/>
        <a:lstStyle/>
        <a:p>
          <a:endParaRPr lang="en-US"/>
        </a:p>
      </dgm:t>
    </dgm:pt>
    <dgm:pt modelId="{AF639E2B-396E-4F3C-A19E-0EA6F7F376CD}" type="sibTrans" cxnId="{A71733A1-0D6E-4F4C-B5E8-82023F5ED45E}">
      <dgm:prSet/>
      <dgm:spPr/>
      <dgm:t>
        <a:bodyPr/>
        <a:lstStyle/>
        <a:p>
          <a:endParaRPr lang="en-US"/>
        </a:p>
      </dgm:t>
    </dgm:pt>
    <dgm:pt modelId="{10829524-BB2A-4BDA-B620-99C27F287385}">
      <dgm:prSet/>
      <dgm:spPr/>
      <dgm:t>
        <a:bodyPr/>
        <a:lstStyle/>
        <a:p>
          <a:r>
            <a:rPr lang="en-US"/>
            <a:t>GET /clientes</a:t>
          </a:r>
        </a:p>
      </dgm:t>
    </dgm:pt>
    <dgm:pt modelId="{163D90DB-A613-46C7-91DF-777C0DBDF497}" type="parTrans" cxnId="{222CE174-857A-4DD6-8EDD-9199B487A3AE}">
      <dgm:prSet/>
      <dgm:spPr/>
      <dgm:t>
        <a:bodyPr/>
        <a:lstStyle/>
        <a:p>
          <a:endParaRPr lang="en-US"/>
        </a:p>
      </dgm:t>
    </dgm:pt>
    <dgm:pt modelId="{69BC97F6-A213-45D6-A4D0-F77B17B4A369}" type="sibTrans" cxnId="{222CE174-857A-4DD6-8EDD-9199B487A3AE}">
      <dgm:prSet/>
      <dgm:spPr/>
      <dgm:t>
        <a:bodyPr/>
        <a:lstStyle/>
        <a:p>
          <a:endParaRPr lang="en-US"/>
        </a:p>
      </dgm:t>
    </dgm:pt>
    <dgm:pt modelId="{7D3D9D5F-5FA6-41C2-A7CF-FA3899ADA6A2}">
      <dgm:prSet/>
      <dgm:spPr/>
      <dgm:t>
        <a:bodyPr/>
        <a:lstStyle/>
        <a:p>
          <a:r>
            <a:rPr lang="en-US"/>
            <a:t>POST /clientes</a:t>
          </a:r>
        </a:p>
      </dgm:t>
    </dgm:pt>
    <dgm:pt modelId="{7824A1DB-99B3-4A0B-B601-9234228701BA}" type="parTrans" cxnId="{90F6D74F-415A-4FE2-A557-0BEFEB8C83EE}">
      <dgm:prSet/>
      <dgm:spPr/>
      <dgm:t>
        <a:bodyPr/>
        <a:lstStyle/>
        <a:p>
          <a:endParaRPr lang="en-US"/>
        </a:p>
      </dgm:t>
    </dgm:pt>
    <dgm:pt modelId="{61287597-7FD9-4517-8F50-4FF60807C0E8}" type="sibTrans" cxnId="{90F6D74F-415A-4FE2-A557-0BEFEB8C83EE}">
      <dgm:prSet/>
      <dgm:spPr/>
      <dgm:t>
        <a:bodyPr/>
        <a:lstStyle/>
        <a:p>
          <a:endParaRPr lang="en-US"/>
        </a:p>
      </dgm:t>
    </dgm:pt>
    <dgm:pt modelId="{D0DFB7DA-CBC9-41F0-B9F0-BA58BCA29524}">
      <dgm:prSet/>
      <dgm:spPr/>
      <dgm:t>
        <a:bodyPr/>
        <a:lstStyle/>
        <a:p>
          <a:r>
            <a:rPr lang="en-US"/>
            <a:t>PUT /clientes/{id}</a:t>
          </a:r>
        </a:p>
      </dgm:t>
    </dgm:pt>
    <dgm:pt modelId="{30C9BAA9-1809-47EC-8F65-86EE090C0A27}" type="parTrans" cxnId="{06307707-1D03-4AE9-A3B3-04E14F939D86}">
      <dgm:prSet/>
      <dgm:spPr/>
      <dgm:t>
        <a:bodyPr/>
        <a:lstStyle/>
        <a:p>
          <a:endParaRPr lang="en-US"/>
        </a:p>
      </dgm:t>
    </dgm:pt>
    <dgm:pt modelId="{37FA26F2-DE92-472D-9DBA-77B2B5C9C9EE}" type="sibTrans" cxnId="{06307707-1D03-4AE9-A3B3-04E14F939D86}">
      <dgm:prSet/>
      <dgm:spPr/>
      <dgm:t>
        <a:bodyPr/>
        <a:lstStyle/>
        <a:p>
          <a:endParaRPr lang="en-US"/>
        </a:p>
      </dgm:t>
    </dgm:pt>
    <dgm:pt modelId="{E876E68C-3158-4385-85D8-576C2945EE9D}">
      <dgm:prSet/>
      <dgm:spPr/>
      <dgm:t>
        <a:bodyPr/>
        <a:lstStyle/>
        <a:p>
          <a:r>
            <a:rPr lang="en-US"/>
            <a:t>DELETE /clientes/{id}</a:t>
          </a:r>
        </a:p>
      </dgm:t>
    </dgm:pt>
    <dgm:pt modelId="{1A36C1C6-6BE1-4C36-84EE-CB7EC199175D}" type="parTrans" cxnId="{BBF88CC0-5B7A-4892-BC56-AA880845A820}">
      <dgm:prSet/>
      <dgm:spPr/>
      <dgm:t>
        <a:bodyPr/>
        <a:lstStyle/>
        <a:p>
          <a:endParaRPr lang="en-US"/>
        </a:p>
      </dgm:t>
    </dgm:pt>
    <dgm:pt modelId="{65944D82-0D11-4E90-9529-0C371D78D3FA}" type="sibTrans" cxnId="{BBF88CC0-5B7A-4892-BC56-AA880845A820}">
      <dgm:prSet/>
      <dgm:spPr/>
      <dgm:t>
        <a:bodyPr/>
        <a:lstStyle/>
        <a:p>
          <a:endParaRPr lang="en-US"/>
        </a:p>
      </dgm:t>
    </dgm:pt>
    <dgm:pt modelId="{D74748C7-A068-4429-973C-609FC638E338}" type="pres">
      <dgm:prSet presAssocID="{92F02DD6-F9F8-42EB-A775-3955BA76864E}" presName="vert0" presStyleCnt="0">
        <dgm:presLayoutVars>
          <dgm:dir/>
          <dgm:animOne val="branch"/>
          <dgm:animLvl val="lvl"/>
        </dgm:presLayoutVars>
      </dgm:prSet>
      <dgm:spPr/>
    </dgm:pt>
    <dgm:pt modelId="{4B04A9FD-6CC0-4DFD-B76D-F20948FCBEC5}" type="pres">
      <dgm:prSet presAssocID="{57CEC88B-9B21-440F-BF7A-B02A6EE14EB1}" presName="thickLine" presStyleLbl="alignNode1" presStyleIdx="0" presStyleCnt="5"/>
      <dgm:spPr/>
    </dgm:pt>
    <dgm:pt modelId="{F1457282-64D2-43AA-AD97-0861E47BA447}" type="pres">
      <dgm:prSet presAssocID="{57CEC88B-9B21-440F-BF7A-B02A6EE14EB1}" presName="horz1" presStyleCnt="0"/>
      <dgm:spPr/>
    </dgm:pt>
    <dgm:pt modelId="{CAEEF8AE-14A7-4AFD-92AF-BA83629DE49D}" type="pres">
      <dgm:prSet presAssocID="{57CEC88B-9B21-440F-BF7A-B02A6EE14EB1}" presName="tx1" presStyleLbl="revTx" presStyleIdx="0" presStyleCnt="5"/>
      <dgm:spPr/>
    </dgm:pt>
    <dgm:pt modelId="{2F4104CE-B627-466A-879C-913F07A5A742}" type="pres">
      <dgm:prSet presAssocID="{57CEC88B-9B21-440F-BF7A-B02A6EE14EB1}" presName="vert1" presStyleCnt="0"/>
      <dgm:spPr/>
    </dgm:pt>
    <dgm:pt modelId="{0CB87FB7-B7D9-4362-B2B7-A6F19269DBF5}" type="pres">
      <dgm:prSet presAssocID="{10829524-BB2A-4BDA-B620-99C27F287385}" presName="thickLine" presStyleLbl="alignNode1" presStyleIdx="1" presStyleCnt="5"/>
      <dgm:spPr/>
    </dgm:pt>
    <dgm:pt modelId="{97A8CFA9-B03C-44E9-B890-7D46DD391D65}" type="pres">
      <dgm:prSet presAssocID="{10829524-BB2A-4BDA-B620-99C27F287385}" presName="horz1" presStyleCnt="0"/>
      <dgm:spPr/>
    </dgm:pt>
    <dgm:pt modelId="{DAC55F84-383D-4C96-9233-26BE3F342C93}" type="pres">
      <dgm:prSet presAssocID="{10829524-BB2A-4BDA-B620-99C27F287385}" presName="tx1" presStyleLbl="revTx" presStyleIdx="1" presStyleCnt="5"/>
      <dgm:spPr/>
    </dgm:pt>
    <dgm:pt modelId="{2A2C4F4D-476E-4E45-9FA5-2A6A19A896FC}" type="pres">
      <dgm:prSet presAssocID="{10829524-BB2A-4BDA-B620-99C27F287385}" presName="vert1" presStyleCnt="0"/>
      <dgm:spPr/>
    </dgm:pt>
    <dgm:pt modelId="{EC96D630-C92D-4A88-AA21-8826056175F1}" type="pres">
      <dgm:prSet presAssocID="{7D3D9D5F-5FA6-41C2-A7CF-FA3899ADA6A2}" presName="thickLine" presStyleLbl="alignNode1" presStyleIdx="2" presStyleCnt="5"/>
      <dgm:spPr/>
    </dgm:pt>
    <dgm:pt modelId="{44ED5DC1-8C29-44F1-9688-8D4BA55119CD}" type="pres">
      <dgm:prSet presAssocID="{7D3D9D5F-5FA6-41C2-A7CF-FA3899ADA6A2}" presName="horz1" presStyleCnt="0"/>
      <dgm:spPr/>
    </dgm:pt>
    <dgm:pt modelId="{2C691029-360A-4C43-8F2C-ABA2D6FFF32B}" type="pres">
      <dgm:prSet presAssocID="{7D3D9D5F-5FA6-41C2-A7CF-FA3899ADA6A2}" presName="tx1" presStyleLbl="revTx" presStyleIdx="2" presStyleCnt="5"/>
      <dgm:spPr/>
    </dgm:pt>
    <dgm:pt modelId="{43F2A7A1-E2B1-4E82-94E9-EB13585296DE}" type="pres">
      <dgm:prSet presAssocID="{7D3D9D5F-5FA6-41C2-A7CF-FA3899ADA6A2}" presName="vert1" presStyleCnt="0"/>
      <dgm:spPr/>
    </dgm:pt>
    <dgm:pt modelId="{AD6E316E-A317-4853-9BCE-CD491F1F17C1}" type="pres">
      <dgm:prSet presAssocID="{D0DFB7DA-CBC9-41F0-B9F0-BA58BCA29524}" presName="thickLine" presStyleLbl="alignNode1" presStyleIdx="3" presStyleCnt="5"/>
      <dgm:spPr/>
    </dgm:pt>
    <dgm:pt modelId="{8F9BD89C-28F6-4AA3-BA8F-B65DF0C97AB9}" type="pres">
      <dgm:prSet presAssocID="{D0DFB7DA-CBC9-41F0-B9F0-BA58BCA29524}" presName="horz1" presStyleCnt="0"/>
      <dgm:spPr/>
    </dgm:pt>
    <dgm:pt modelId="{89D4553A-E445-4C07-B084-06A8440D84A9}" type="pres">
      <dgm:prSet presAssocID="{D0DFB7DA-CBC9-41F0-B9F0-BA58BCA29524}" presName="tx1" presStyleLbl="revTx" presStyleIdx="3" presStyleCnt="5"/>
      <dgm:spPr/>
    </dgm:pt>
    <dgm:pt modelId="{9DB6698A-58BD-4814-AA70-A36C5A8EE1A9}" type="pres">
      <dgm:prSet presAssocID="{D0DFB7DA-CBC9-41F0-B9F0-BA58BCA29524}" presName="vert1" presStyleCnt="0"/>
      <dgm:spPr/>
    </dgm:pt>
    <dgm:pt modelId="{81C86E11-BD77-4D70-9888-F55FBA195FA7}" type="pres">
      <dgm:prSet presAssocID="{E876E68C-3158-4385-85D8-576C2945EE9D}" presName="thickLine" presStyleLbl="alignNode1" presStyleIdx="4" presStyleCnt="5"/>
      <dgm:spPr/>
    </dgm:pt>
    <dgm:pt modelId="{FD0D056F-D7D7-4307-B4EA-16335921F27E}" type="pres">
      <dgm:prSet presAssocID="{E876E68C-3158-4385-85D8-576C2945EE9D}" presName="horz1" presStyleCnt="0"/>
      <dgm:spPr/>
    </dgm:pt>
    <dgm:pt modelId="{CC24B2BB-6248-4384-B05A-7B583F44F43A}" type="pres">
      <dgm:prSet presAssocID="{E876E68C-3158-4385-85D8-576C2945EE9D}" presName="tx1" presStyleLbl="revTx" presStyleIdx="4" presStyleCnt="5"/>
      <dgm:spPr/>
    </dgm:pt>
    <dgm:pt modelId="{26497767-12AA-41C6-8305-1A65718A17B7}" type="pres">
      <dgm:prSet presAssocID="{E876E68C-3158-4385-85D8-576C2945EE9D}" presName="vert1" presStyleCnt="0"/>
      <dgm:spPr/>
    </dgm:pt>
  </dgm:ptLst>
  <dgm:cxnLst>
    <dgm:cxn modelId="{06307707-1D03-4AE9-A3B3-04E14F939D86}" srcId="{92F02DD6-F9F8-42EB-A775-3955BA76864E}" destId="{D0DFB7DA-CBC9-41F0-B9F0-BA58BCA29524}" srcOrd="3" destOrd="0" parTransId="{30C9BAA9-1809-47EC-8F65-86EE090C0A27}" sibTransId="{37FA26F2-DE92-472D-9DBA-77B2B5C9C9EE}"/>
    <dgm:cxn modelId="{EE9BAC16-4D78-4102-9143-02EF6EE40F7A}" type="presOf" srcId="{7D3D9D5F-5FA6-41C2-A7CF-FA3899ADA6A2}" destId="{2C691029-360A-4C43-8F2C-ABA2D6FFF32B}" srcOrd="0" destOrd="0" presId="urn:microsoft.com/office/officeart/2008/layout/LinedList"/>
    <dgm:cxn modelId="{AC60CF37-5C1B-4543-94CB-035C3BDA9EB8}" type="presOf" srcId="{57CEC88B-9B21-440F-BF7A-B02A6EE14EB1}" destId="{CAEEF8AE-14A7-4AFD-92AF-BA83629DE49D}" srcOrd="0" destOrd="0" presId="urn:microsoft.com/office/officeart/2008/layout/LinedList"/>
    <dgm:cxn modelId="{F2E9F85B-065B-427F-B0A9-EA309DA9CEE5}" type="presOf" srcId="{D0DFB7DA-CBC9-41F0-B9F0-BA58BCA29524}" destId="{89D4553A-E445-4C07-B084-06A8440D84A9}" srcOrd="0" destOrd="0" presId="urn:microsoft.com/office/officeart/2008/layout/LinedList"/>
    <dgm:cxn modelId="{B8E1C25C-1EA2-4953-9693-A92E2E5D6131}" type="presOf" srcId="{10829524-BB2A-4BDA-B620-99C27F287385}" destId="{DAC55F84-383D-4C96-9233-26BE3F342C93}" srcOrd="0" destOrd="0" presId="urn:microsoft.com/office/officeart/2008/layout/LinedList"/>
    <dgm:cxn modelId="{2A8D9644-ECA0-43DA-8E80-F07220CFCCAF}" type="presOf" srcId="{92F02DD6-F9F8-42EB-A775-3955BA76864E}" destId="{D74748C7-A068-4429-973C-609FC638E338}" srcOrd="0" destOrd="0" presId="urn:microsoft.com/office/officeart/2008/layout/LinedList"/>
    <dgm:cxn modelId="{90F6D74F-415A-4FE2-A557-0BEFEB8C83EE}" srcId="{92F02DD6-F9F8-42EB-A775-3955BA76864E}" destId="{7D3D9D5F-5FA6-41C2-A7CF-FA3899ADA6A2}" srcOrd="2" destOrd="0" parTransId="{7824A1DB-99B3-4A0B-B601-9234228701BA}" sibTransId="{61287597-7FD9-4517-8F50-4FF60807C0E8}"/>
    <dgm:cxn modelId="{222CE174-857A-4DD6-8EDD-9199B487A3AE}" srcId="{92F02DD6-F9F8-42EB-A775-3955BA76864E}" destId="{10829524-BB2A-4BDA-B620-99C27F287385}" srcOrd="1" destOrd="0" parTransId="{163D90DB-A613-46C7-91DF-777C0DBDF497}" sibTransId="{69BC97F6-A213-45D6-A4D0-F77B17B4A369}"/>
    <dgm:cxn modelId="{A71733A1-0D6E-4F4C-B5E8-82023F5ED45E}" srcId="{92F02DD6-F9F8-42EB-A775-3955BA76864E}" destId="{57CEC88B-9B21-440F-BF7A-B02A6EE14EB1}" srcOrd="0" destOrd="0" parTransId="{921AAD96-B464-4937-B6B5-4F799618FEFB}" sibTransId="{AF639E2B-396E-4F3C-A19E-0EA6F7F376CD}"/>
    <dgm:cxn modelId="{BBF88CC0-5B7A-4892-BC56-AA880845A820}" srcId="{92F02DD6-F9F8-42EB-A775-3955BA76864E}" destId="{E876E68C-3158-4385-85D8-576C2945EE9D}" srcOrd="4" destOrd="0" parTransId="{1A36C1C6-6BE1-4C36-84EE-CB7EC199175D}" sibTransId="{65944D82-0D11-4E90-9529-0C371D78D3FA}"/>
    <dgm:cxn modelId="{9E69D3E1-E2D6-4A47-9613-4A9AF88EB8ED}" type="presOf" srcId="{E876E68C-3158-4385-85D8-576C2945EE9D}" destId="{CC24B2BB-6248-4384-B05A-7B583F44F43A}" srcOrd="0" destOrd="0" presId="urn:microsoft.com/office/officeart/2008/layout/LinedList"/>
    <dgm:cxn modelId="{2C8ED564-AF6A-4D48-8884-BF03DED8750B}" type="presParOf" srcId="{D74748C7-A068-4429-973C-609FC638E338}" destId="{4B04A9FD-6CC0-4DFD-B76D-F20948FCBEC5}" srcOrd="0" destOrd="0" presId="urn:microsoft.com/office/officeart/2008/layout/LinedList"/>
    <dgm:cxn modelId="{2A21FD9E-AF60-421C-9283-04A7F53E240C}" type="presParOf" srcId="{D74748C7-A068-4429-973C-609FC638E338}" destId="{F1457282-64D2-43AA-AD97-0861E47BA447}" srcOrd="1" destOrd="0" presId="urn:microsoft.com/office/officeart/2008/layout/LinedList"/>
    <dgm:cxn modelId="{B0E6BA03-3B82-469F-8D3D-483A73AB6D2F}" type="presParOf" srcId="{F1457282-64D2-43AA-AD97-0861E47BA447}" destId="{CAEEF8AE-14A7-4AFD-92AF-BA83629DE49D}" srcOrd="0" destOrd="0" presId="urn:microsoft.com/office/officeart/2008/layout/LinedList"/>
    <dgm:cxn modelId="{AAF003EB-93D3-47E7-9911-522398368AF8}" type="presParOf" srcId="{F1457282-64D2-43AA-AD97-0861E47BA447}" destId="{2F4104CE-B627-466A-879C-913F07A5A742}" srcOrd="1" destOrd="0" presId="urn:microsoft.com/office/officeart/2008/layout/LinedList"/>
    <dgm:cxn modelId="{EE1323BA-CCCC-4F5B-AB54-3589643A4E73}" type="presParOf" srcId="{D74748C7-A068-4429-973C-609FC638E338}" destId="{0CB87FB7-B7D9-4362-B2B7-A6F19269DBF5}" srcOrd="2" destOrd="0" presId="urn:microsoft.com/office/officeart/2008/layout/LinedList"/>
    <dgm:cxn modelId="{D5287914-EB74-4A74-97CB-25C0A6363260}" type="presParOf" srcId="{D74748C7-A068-4429-973C-609FC638E338}" destId="{97A8CFA9-B03C-44E9-B890-7D46DD391D65}" srcOrd="3" destOrd="0" presId="urn:microsoft.com/office/officeart/2008/layout/LinedList"/>
    <dgm:cxn modelId="{58190BC2-961E-4AF4-BB7C-6E12644152FA}" type="presParOf" srcId="{97A8CFA9-B03C-44E9-B890-7D46DD391D65}" destId="{DAC55F84-383D-4C96-9233-26BE3F342C93}" srcOrd="0" destOrd="0" presId="urn:microsoft.com/office/officeart/2008/layout/LinedList"/>
    <dgm:cxn modelId="{562FE6F6-6E92-4F62-B6C5-223E766C5786}" type="presParOf" srcId="{97A8CFA9-B03C-44E9-B890-7D46DD391D65}" destId="{2A2C4F4D-476E-4E45-9FA5-2A6A19A896FC}" srcOrd="1" destOrd="0" presId="urn:microsoft.com/office/officeart/2008/layout/LinedList"/>
    <dgm:cxn modelId="{04474582-9999-479B-8F73-9B0B69F8072F}" type="presParOf" srcId="{D74748C7-A068-4429-973C-609FC638E338}" destId="{EC96D630-C92D-4A88-AA21-8826056175F1}" srcOrd="4" destOrd="0" presId="urn:microsoft.com/office/officeart/2008/layout/LinedList"/>
    <dgm:cxn modelId="{90D5E1EE-541A-41E7-9FA7-FC0225C5A663}" type="presParOf" srcId="{D74748C7-A068-4429-973C-609FC638E338}" destId="{44ED5DC1-8C29-44F1-9688-8D4BA55119CD}" srcOrd="5" destOrd="0" presId="urn:microsoft.com/office/officeart/2008/layout/LinedList"/>
    <dgm:cxn modelId="{BDF82E17-0D53-4BD2-A66F-FB72C91C2194}" type="presParOf" srcId="{44ED5DC1-8C29-44F1-9688-8D4BA55119CD}" destId="{2C691029-360A-4C43-8F2C-ABA2D6FFF32B}" srcOrd="0" destOrd="0" presId="urn:microsoft.com/office/officeart/2008/layout/LinedList"/>
    <dgm:cxn modelId="{53E02D68-3662-4E20-92EC-762FFEA71AB6}" type="presParOf" srcId="{44ED5DC1-8C29-44F1-9688-8D4BA55119CD}" destId="{43F2A7A1-E2B1-4E82-94E9-EB13585296DE}" srcOrd="1" destOrd="0" presId="urn:microsoft.com/office/officeart/2008/layout/LinedList"/>
    <dgm:cxn modelId="{74E27EDB-1831-43DB-8B63-C4A6BAA2D537}" type="presParOf" srcId="{D74748C7-A068-4429-973C-609FC638E338}" destId="{AD6E316E-A317-4853-9BCE-CD491F1F17C1}" srcOrd="6" destOrd="0" presId="urn:microsoft.com/office/officeart/2008/layout/LinedList"/>
    <dgm:cxn modelId="{93A67A20-7151-4A59-92CB-320C542BD8C9}" type="presParOf" srcId="{D74748C7-A068-4429-973C-609FC638E338}" destId="{8F9BD89C-28F6-4AA3-BA8F-B65DF0C97AB9}" srcOrd="7" destOrd="0" presId="urn:microsoft.com/office/officeart/2008/layout/LinedList"/>
    <dgm:cxn modelId="{4A33B219-260F-4E00-8614-3671ABF178AA}" type="presParOf" srcId="{8F9BD89C-28F6-4AA3-BA8F-B65DF0C97AB9}" destId="{89D4553A-E445-4C07-B084-06A8440D84A9}" srcOrd="0" destOrd="0" presId="urn:microsoft.com/office/officeart/2008/layout/LinedList"/>
    <dgm:cxn modelId="{735E455C-0B28-4081-8C50-77F4E26563B8}" type="presParOf" srcId="{8F9BD89C-28F6-4AA3-BA8F-B65DF0C97AB9}" destId="{9DB6698A-58BD-4814-AA70-A36C5A8EE1A9}" srcOrd="1" destOrd="0" presId="urn:microsoft.com/office/officeart/2008/layout/LinedList"/>
    <dgm:cxn modelId="{1F508E1B-55FE-4BC5-8191-E00527E190C0}" type="presParOf" srcId="{D74748C7-A068-4429-973C-609FC638E338}" destId="{81C86E11-BD77-4D70-9888-F55FBA195FA7}" srcOrd="8" destOrd="0" presId="urn:microsoft.com/office/officeart/2008/layout/LinedList"/>
    <dgm:cxn modelId="{9B067EB2-C8CC-4623-8B60-E5D887B116CB}" type="presParOf" srcId="{D74748C7-A068-4429-973C-609FC638E338}" destId="{FD0D056F-D7D7-4307-B4EA-16335921F27E}" srcOrd="9" destOrd="0" presId="urn:microsoft.com/office/officeart/2008/layout/LinedList"/>
    <dgm:cxn modelId="{E0E5FF0E-B284-4A73-BA8C-8AF0C5324384}" type="presParOf" srcId="{FD0D056F-D7D7-4307-B4EA-16335921F27E}" destId="{CC24B2BB-6248-4384-B05A-7B583F44F43A}" srcOrd="0" destOrd="0" presId="urn:microsoft.com/office/officeart/2008/layout/LinedList"/>
    <dgm:cxn modelId="{B105413C-ABF0-4A2A-B6C3-F38823D8C874}" type="presParOf" srcId="{FD0D056F-D7D7-4307-B4EA-16335921F27E}" destId="{26497767-12AA-41C6-8305-1A65718A17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01E14C-CAAA-4140-A5F6-48C0FE3291C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9C439DB-C091-4145-9F70-FFF1B3EAA03E}">
      <dgm:prSet/>
      <dgm:spPr/>
      <dgm:t>
        <a:bodyPr/>
        <a:lstStyle/>
        <a:p>
          <a:r>
            <a:rPr lang="en-US"/>
            <a:t>Cliente (navegador o app)</a:t>
          </a:r>
        </a:p>
      </dgm:t>
    </dgm:pt>
    <dgm:pt modelId="{DE2F49DE-3B00-4DE7-9882-CFB3798F36A6}" type="parTrans" cxnId="{6B352B5B-1EE7-4354-8672-C92E3CE4DF34}">
      <dgm:prSet/>
      <dgm:spPr/>
      <dgm:t>
        <a:bodyPr/>
        <a:lstStyle/>
        <a:p>
          <a:endParaRPr lang="en-US"/>
        </a:p>
      </dgm:t>
    </dgm:pt>
    <dgm:pt modelId="{ADE17DCF-2F30-4843-A902-FDE954419E51}" type="sibTrans" cxnId="{6B352B5B-1EE7-4354-8672-C92E3CE4DF34}">
      <dgm:prSet/>
      <dgm:spPr/>
      <dgm:t>
        <a:bodyPr/>
        <a:lstStyle/>
        <a:p>
          <a:endParaRPr lang="en-US"/>
        </a:p>
      </dgm:t>
    </dgm:pt>
    <dgm:pt modelId="{06A548C3-E8E3-48C7-A59C-B058B81759C3}">
      <dgm:prSet/>
      <dgm:spPr/>
      <dgm:t>
        <a:bodyPr/>
        <a:lstStyle/>
        <a:p>
          <a:r>
            <a:rPr lang="en-US"/>
            <a:t>↓</a:t>
          </a:r>
        </a:p>
      </dgm:t>
    </dgm:pt>
    <dgm:pt modelId="{0C959380-95C1-4D56-8483-4DFF9FCEC7F4}" type="parTrans" cxnId="{F0C32D22-75DA-4A66-8318-7B00BA2F1E5A}">
      <dgm:prSet/>
      <dgm:spPr/>
      <dgm:t>
        <a:bodyPr/>
        <a:lstStyle/>
        <a:p>
          <a:endParaRPr lang="en-US"/>
        </a:p>
      </dgm:t>
    </dgm:pt>
    <dgm:pt modelId="{B9E0E4DE-BC25-4A29-9951-5150E3FA7BF8}" type="sibTrans" cxnId="{F0C32D22-75DA-4A66-8318-7B00BA2F1E5A}">
      <dgm:prSet/>
      <dgm:spPr/>
      <dgm:t>
        <a:bodyPr/>
        <a:lstStyle/>
        <a:p>
          <a:endParaRPr lang="en-US"/>
        </a:p>
      </dgm:t>
    </dgm:pt>
    <dgm:pt modelId="{C950BED7-2DDA-4363-96B5-3A54FA03F974}">
      <dgm:prSet/>
      <dgm:spPr/>
      <dgm:t>
        <a:bodyPr/>
        <a:lstStyle/>
        <a:p>
          <a:r>
            <a:rPr lang="en-US"/>
            <a:t>Controller REST</a:t>
          </a:r>
        </a:p>
      </dgm:t>
    </dgm:pt>
    <dgm:pt modelId="{A5D43E1D-46ED-4AFD-89B5-6C0CB13FCFE0}" type="parTrans" cxnId="{C7C286C4-CD5B-47D4-A561-64EDD821C852}">
      <dgm:prSet/>
      <dgm:spPr/>
      <dgm:t>
        <a:bodyPr/>
        <a:lstStyle/>
        <a:p>
          <a:endParaRPr lang="en-US"/>
        </a:p>
      </dgm:t>
    </dgm:pt>
    <dgm:pt modelId="{E318EB17-B800-4CB1-84B3-B43BD0649373}" type="sibTrans" cxnId="{C7C286C4-CD5B-47D4-A561-64EDD821C852}">
      <dgm:prSet/>
      <dgm:spPr/>
      <dgm:t>
        <a:bodyPr/>
        <a:lstStyle/>
        <a:p>
          <a:endParaRPr lang="en-US"/>
        </a:p>
      </dgm:t>
    </dgm:pt>
    <dgm:pt modelId="{96AAF39A-647B-4C0E-8EE1-5918BCB10503}">
      <dgm:prSet/>
      <dgm:spPr/>
      <dgm:t>
        <a:bodyPr/>
        <a:lstStyle/>
        <a:p>
          <a:r>
            <a:rPr lang="en-US"/>
            <a:t>↓</a:t>
          </a:r>
        </a:p>
      </dgm:t>
    </dgm:pt>
    <dgm:pt modelId="{33BC81C1-C757-4D77-B6A7-1D7D02360714}" type="parTrans" cxnId="{D74E503A-9633-425F-AD10-862544B82991}">
      <dgm:prSet/>
      <dgm:spPr/>
      <dgm:t>
        <a:bodyPr/>
        <a:lstStyle/>
        <a:p>
          <a:endParaRPr lang="en-US"/>
        </a:p>
      </dgm:t>
    </dgm:pt>
    <dgm:pt modelId="{8526EDB9-A42C-4D04-A378-A75D85C79496}" type="sibTrans" cxnId="{D74E503A-9633-425F-AD10-862544B82991}">
      <dgm:prSet/>
      <dgm:spPr/>
      <dgm:t>
        <a:bodyPr/>
        <a:lstStyle/>
        <a:p>
          <a:endParaRPr lang="en-US"/>
        </a:p>
      </dgm:t>
    </dgm:pt>
    <dgm:pt modelId="{E53547D5-CC3D-419F-81F7-7E0AC6A2FB5B}">
      <dgm:prSet/>
      <dgm:spPr/>
      <dgm:t>
        <a:bodyPr/>
        <a:lstStyle/>
        <a:p>
          <a:r>
            <a:rPr lang="en-US"/>
            <a:t>Service</a:t>
          </a:r>
        </a:p>
      </dgm:t>
    </dgm:pt>
    <dgm:pt modelId="{388693AC-EF32-4B3F-8130-000501FF96CC}" type="parTrans" cxnId="{C3F1D24B-3EBD-49C5-BD13-067399CE6047}">
      <dgm:prSet/>
      <dgm:spPr/>
      <dgm:t>
        <a:bodyPr/>
        <a:lstStyle/>
        <a:p>
          <a:endParaRPr lang="en-US"/>
        </a:p>
      </dgm:t>
    </dgm:pt>
    <dgm:pt modelId="{6FF1C408-21F9-4BE7-9549-619B4BB714AF}" type="sibTrans" cxnId="{C3F1D24B-3EBD-49C5-BD13-067399CE6047}">
      <dgm:prSet/>
      <dgm:spPr/>
      <dgm:t>
        <a:bodyPr/>
        <a:lstStyle/>
        <a:p>
          <a:endParaRPr lang="en-US"/>
        </a:p>
      </dgm:t>
    </dgm:pt>
    <dgm:pt modelId="{300C4A1C-F708-4A64-B87E-D2152D26FB6B}">
      <dgm:prSet/>
      <dgm:spPr/>
      <dgm:t>
        <a:bodyPr/>
        <a:lstStyle/>
        <a:p>
          <a:r>
            <a:rPr lang="en-US"/>
            <a:t>↓</a:t>
          </a:r>
        </a:p>
      </dgm:t>
    </dgm:pt>
    <dgm:pt modelId="{5EEAE37A-FC0C-4CEE-9AD6-C3BD05A45078}" type="parTrans" cxnId="{152D74B5-ABA2-45A3-B62C-9EC77D1D6822}">
      <dgm:prSet/>
      <dgm:spPr/>
      <dgm:t>
        <a:bodyPr/>
        <a:lstStyle/>
        <a:p>
          <a:endParaRPr lang="en-US"/>
        </a:p>
      </dgm:t>
    </dgm:pt>
    <dgm:pt modelId="{67D543A7-60B1-48A4-97D5-55E0EFFE1B43}" type="sibTrans" cxnId="{152D74B5-ABA2-45A3-B62C-9EC77D1D6822}">
      <dgm:prSet/>
      <dgm:spPr/>
      <dgm:t>
        <a:bodyPr/>
        <a:lstStyle/>
        <a:p>
          <a:endParaRPr lang="en-US"/>
        </a:p>
      </dgm:t>
    </dgm:pt>
    <dgm:pt modelId="{DA652BBC-A540-4C3A-B250-2FAC26312916}">
      <dgm:prSet/>
      <dgm:spPr/>
      <dgm:t>
        <a:bodyPr/>
        <a:lstStyle/>
        <a:p>
          <a:r>
            <a:rPr lang="en-US"/>
            <a:t>Repository</a:t>
          </a:r>
        </a:p>
      </dgm:t>
    </dgm:pt>
    <dgm:pt modelId="{DF1D2EEB-2929-45E9-9617-A61D8CFDA02A}" type="parTrans" cxnId="{14A03914-7678-405D-823F-286D37623BF6}">
      <dgm:prSet/>
      <dgm:spPr/>
      <dgm:t>
        <a:bodyPr/>
        <a:lstStyle/>
        <a:p>
          <a:endParaRPr lang="en-US"/>
        </a:p>
      </dgm:t>
    </dgm:pt>
    <dgm:pt modelId="{EA96CA44-3E27-4F73-B56E-BF581EB7066C}" type="sibTrans" cxnId="{14A03914-7678-405D-823F-286D37623BF6}">
      <dgm:prSet/>
      <dgm:spPr/>
      <dgm:t>
        <a:bodyPr/>
        <a:lstStyle/>
        <a:p>
          <a:endParaRPr lang="en-US"/>
        </a:p>
      </dgm:t>
    </dgm:pt>
    <dgm:pt modelId="{81288A76-BCE9-4CA2-8240-31F84F3D272A}">
      <dgm:prSet/>
      <dgm:spPr/>
      <dgm:t>
        <a:bodyPr/>
        <a:lstStyle/>
        <a:p>
          <a:r>
            <a:rPr lang="en-US"/>
            <a:t>↓</a:t>
          </a:r>
        </a:p>
      </dgm:t>
    </dgm:pt>
    <dgm:pt modelId="{C1D4CE52-6C16-43DE-A597-42D36C3E83BA}" type="parTrans" cxnId="{675F0442-9369-4F21-8D1E-03E773146692}">
      <dgm:prSet/>
      <dgm:spPr/>
      <dgm:t>
        <a:bodyPr/>
        <a:lstStyle/>
        <a:p>
          <a:endParaRPr lang="en-US"/>
        </a:p>
      </dgm:t>
    </dgm:pt>
    <dgm:pt modelId="{2B42193E-A88E-4ACC-91B5-B09E96435C5E}" type="sibTrans" cxnId="{675F0442-9369-4F21-8D1E-03E773146692}">
      <dgm:prSet/>
      <dgm:spPr/>
      <dgm:t>
        <a:bodyPr/>
        <a:lstStyle/>
        <a:p>
          <a:endParaRPr lang="en-US"/>
        </a:p>
      </dgm:t>
    </dgm:pt>
    <dgm:pt modelId="{56106EAC-AA51-4DB5-87BD-FC98F0CF1999}">
      <dgm:prSet/>
      <dgm:spPr/>
      <dgm:t>
        <a:bodyPr/>
        <a:lstStyle/>
        <a:p>
          <a:r>
            <a:rPr lang="en-US"/>
            <a:t>MySQL</a:t>
          </a:r>
        </a:p>
      </dgm:t>
    </dgm:pt>
    <dgm:pt modelId="{0F967AEE-EF33-4ECF-A5E4-639EE8BD273C}" type="parTrans" cxnId="{D5286D92-19C8-4E6E-ADF9-DB02B3D92D4A}">
      <dgm:prSet/>
      <dgm:spPr/>
      <dgm:t>
        <a:bodyPr/>
        <a:lstStyle/>
        <a:p>
          <a:endParaRPr lang="en-US"/>
        </a:p>
      </dgm:t>
    </dgm:pt>
    <dgm:pt modelId="{07DAAC75-17F1-4618-BA30-BD64C5DA8D4F}" type="sibTrans" cxnId="{D5286D92-19C8-4E6E-ADF9-DB02B3D92D4A}">
      <dgm:prSet/>
      <dgm:spPr/>
      <dgm:t>
        <a:bodyPr/>
        <a:lstStyle/>
        <a:p>
          <a:endParaRPr lang="en-US"/>
        </a:p>
      </dgm:t>
    </dgm:pt>
    <dgm:pt modelId="{0638F9E6-C07C-48E2-88DF-0A8D9A40C8EA}" type="pres">
      <dgm:prSet presAssocID="{8601E14C-CAAA-4140-A5F6-48C0FE3291C3}" presName="vert0" presStyleCnt="0">
        <dgm:presLayoutVars>
          <dgm:dir/>
          <dgm:animOne val="branch"/>
          <dgm:animLvl val="lvl"/>
        </dgm:presLayoutVars>
      </dgm:prSet>
      <dgm:spPr/>
    </dgm:pt>
    <dgm:pt modelId="{0F0CCA73-7EE8-4D7B-8E05-BFF072B09DF4}" type="pres">
      <dgm:prSet presAssocID="{99C439DB-C091-4145-9F70-FFF1B3EAA03E}" presName="thickLine" presStyleLbl="alignNode1" presStyleIdx="0" presStyleCnt="9"/>
      <dgm:spPr/>
    </dgm:pt>
    <dgm:pt modelId="{5F21D3D9-20AD-421B-BB0B-147740DA8897}" type="pres">
      <dgm:prSet presAssocID="{99C439DB-C091-4145-9F70-FFF1B3EAA03E}" presName="horz1" presStyleCnt="0"/>
      <dgm:spPr/>
    </dgm:pt>
    <dgm:pt modelId="{94F3DC07-68C2-4466-8379-686A7B605F58}" type="pres">
      <dgm:prSet presAssocID="{99C439DB-C091-4145-9F70-FFF1B3EAA03E}" presName="tx1" presStyleLbl="revTx" presStyleIdx="0" presStyleCnt="9"/>
      <dgm:spPr/>
    </dgm:pt>
    <dgm:pt modelId="{2230D2D3-43FE-4FC7-9A38-FE8CB3836B65}" type="pres">
      <dgm:prSet presAssocID="{99C439DB-C091-4145-9F70-FFF1B3EAA03E}" presName="vert1" presStyleCnt="0"/>
      <dgm:spPr/>
    </dgm:pt>
    <dgm:pt modelId="{2961CFB5-E338-4031-820B-69E2959CE500}" type="pres">
      <dgm:prSet presAssocID="{06A548C3-E8E3-48C7-A59C-B058B81759C3}" presName="thickLine" presStyleLbl="alignNode1" presStyleIdx="1" presStyleCnt="9"/>
      <dgm:spPr/>
    </dgm:pt>
    <dgm:pt modelId="{BD839926-8523-4E85-9916-5DC1B4650A2F}" type="pres">
      <dgm:prSet presAssocID="{06A548C3-E8E3-48C7-A59C-B058B81759C3}" presName="horz1" presStyleCnt="0"/>
      <dgm:spPr/>
    </dgm:pt>
    <dgm:pt modelId="{2BE3C5AE-D66F-4EBF-AEA9-DA884FA256A9}" type="pres">
      <dgm:prSet presAssocID="{06A548C3-E8E3-48C7-A59C-B058B81759C3}" presName="tx1" presStyleLbl="revTx" presStyleIdx="1" presStyleCnt="9"/>
      <dgm:spPr/>
    </dgm:pt>
    <dgm:pt modelId="{36593469-71E5-48C6-899F-D681073F7A98}" type="pres">
      <dgm:prSet presAssocID="{06A548C3-E8E3-48C7-A59C-B058B81759C3}" presName="vert1" presStyleCnt="0"/>
      <dgm:spPr/>
    </dgm:pt>
    <dgm:pt modelId="{791B8EE7-45B5-46DF-A055-CBD12AE37510}" type="pres">
      <dgm:prSet presAssocID="{C950BED7-2DDA-4363-96B5-3A54FA03F974}" presName="thickLine" presStyleLbl="alignNode1" presStyleIdx="2" presStyleCnt="9"/>
      <dgm:spPr/>
    </dgm:pt>
    <dgm:pt modelId="{5EEB472C-EE72-449A-BB23-6C6ABD028E90}" type="pres">
      <dgm:prSet presAssocID="{C950BED7-2DDA-4363-96B5-3A54FA03F974}" presName="horz1" presStyleCnt="0"/>
      <dgm:spPr/>
    </dgm:pt>
    <dgm:pt modelId="{47456BEC-5626-4674-9888-D0C24CEB4396}" type="pres">
      <dgm:prSet presAssocID="{C950BED7-2DDA-4363-96B5-3A54FA03F974}" presName="tx1" presStyleLbl="revTx" presStyleIdx="2" presStyleCnt="9"/>
      <dgm:spPr/>
    </dgm:pt>
    <dgm:pt modelId="{DBAB0811-B261-4233-94F1-1245CCC6A9D3}" type="pres">
      <dgm:prSet presAssocID="{C950BED7-2DDA-4363-96B5-3A54FA03F974}" presName="vert1" presStyleCnt="0"/>
      <dgm:spPr/>
    </dgm:pt>
    <dgm:pt modelId="{F01BE717-B987-488E-8863-41E0BF3A0E22}" type="pres">
      <dgm:prSet presAssocID="{96AAF39A-647B-4C0E-8EE1-5918BCB10503}" presName="thickLine" presStyleLbl="alignNode1" presStyleIdx="3" presStyleCnt="9"/>
      <dgm:spPr/>
    </dgm:pt>
    <dgm:pt modelId="{9541CD79-F265-4417-8288-E63C3ABF43E4}" type="pres">
      <dgm:prSet presAssocID="{96AAF39A-647B-4C0E-8EE1-5918BCB10503}" presName="horz1" presStyleCnt="0"/>
      <dgm:spPr/>
    </dgm:pt>
    <dgm:pt modelId="{AB6DFD14-1C0A-4B0D-A191-482B0AD409CA}" type="pres">
      <dgm:prSet presAssocID="{96AAF39A-647B-4C0E-8EE1-5918BCB10503}" presName="tx1" presStyleLbl="revTx" presStyleIdx="3" presStyleCnt="9"/>
      <dgm:spPr/>
    </dgm:pt>
    <dgm:pt modelId="{FC131348-E417-40E9-AA8A-01BD47B0EDE3}" type="pres">
      <dgm:prSet presAssocID="{96AAF39A-647B-4C0E-8EE1-5918BCB10503}" presName="vert1" presStyleCnt="0"/>
      <dgm:spPr/>
    </dgm:pt>
    <dgm:pt modelId="{DDE54FF2-870B-4AF6-A26C-942495882233}" type="pres">
      <dgm:prSet presAssocID="{E53547D5-CC3D-419F-81F7-7E0AC6A2FB5B}" presName="thickLine" presStyleLbl="alignNode1" presStyleIdx="4" presStyleCnt="9"/>
      <dgm:spPr/>
    </dgm:pt>
    <dgm:pt modelId="{8316654B-87D1-4268-9A61-AC0771598DB1}" type="pres">
      <dgm:prSet presAssocID="{E53547D5-CC3D-419F-81F7-7E0AC6A2FB5B}" presName="horz1" presStyleCnt="0"/>
      <dgm:spPr/>
    </dgm:pt>
    <dgm:pt modelId="{ACAF8474-DFD2-4DD4-9240-CEC2D306EBB3}" type="pres">
      <dgm:prSet presAssocID="{E53547D5-CC3D-419F-81F7-7E0AC6A2FB5B}" presName="tx1" presStyleLbl="revTx" presStyleIdx="4" presStyleCnt="9"/>
      <dgm:spPr/>
    </dgm:pt>
    <dgm:pt modelId="{2ED98663-C32A-43D7-8EE2-9C119ADE5196}" type="pres">
      <dgm:prSet presAssocID="{E53547D5-CC3D-419F-81F7-7E0AC6A2FB5B}" presName="vert1" presStyleCnt="0"/>
      <dgm:spPr/>
    </dgm:pt>
    <dgm:pt modelId="{AD9B2EC8-56F2-42B7-9453-E608B0952AF3}" type="pres">
      <dgm:prSet presAssocID="{300C4A1C-F708-4A64-B87E-D2152D26FB6B}" presName="thickLine" presStyleLbl="alignNode1" presStyleIdx="5" presStyleCnt="9"/>
      <dgm:spPr/>
    </dgm:pt>
    <dgm:pt modelId="{BEBEC990-919F-41BC-8F97-DA70C75D226B}" type="pres">
      <dgm:prSet presAssocID="{300C4A1C-F708-4A64-B87E-D2152D26FB6B}" presName="horz1" presStyleCnt="0"/>
      <dgm:spPr/>
    </dgm:pt>
    <dgm:pt modelId="{D266556B-806E-4AB2-96CB-812EE49D8B91}" type="pres">
      <dgm:prSet presAssocID="{300C4A1C-F708-4A64-B87E-D2152D26FB6B}" presName="tx1" presStyleLbl="revTx" presStyleIdx="5" presStyleCnt="9"/>
      <dgm:spPr/>
    </dgm:pt>
    <dgm:pt modelId="{B72D0076-5113-4317-97C3-1871F8C9CAF7}" type="pres">
      <dgm:prSet presAssocID="{300C4A1C-F708-4A64-B87E-D2152D26FB6B}" presName="vert1" presStyleCnt="0"/>
      <dgm:spPr/>
    </dgm:pt>
    <dgm:pt modelId="{ACAE0D5B-ED6D-461E-83A7-8DE196286411}" type="pres">
      <dgm:prSet presAssocID="{DA652BBC-A540-4C3A-B250-2FAC26312916}" presName="thickLine" presStyleLbl="alignNode1" presStyleIdx="6" presStyleCnt="9"/>
      <dgm:spPr/>
    </dgm:pt>
    <dgm:pt modelId="{10A00376-A6E2-4252-AF11-C0FEBD460E74}" type="pres">
      <dgm:prSet presAssocID="{DA652BBC-A540-4C3A-B250-2FAC26312916}" presName="horz1" presStyleCnt="0"/>
      <dgm:spPr/>
    </dgm:pt>
    <dgm:pt modelId="{3932C516-CED0-431B-9CBE-A7636544477C}" type="pres">
      <dgm:prSet presAssocID="{DA652BBC-A540-4C3A-B250-2FAC26312916}" presName="tx1" presStyleLbl="revTx" presStyleIdx="6" presStyleCnt="9"/>
      <dgm:spPr/>
    </dgm:pt>
    <dgm:pt modelId="{25CC0B4F-08AD-4FBF-BF2A-A3899DF67CCC}" type="pres">
      <dgm:prSet presAssocID="{DA652BBC-A540-4C3A-B250-2FAC26312916}" presName="vert1" presStyleCnt="0"/>
      <dgm:spPr/>
    </dgm:pt>
    <dgm:pt modelId="{03B92FF5-7CB5-4EC8-90D6-C8C40A0ECF9B}" type="pres">
      <dgm:prSet presAssocID="{81288A76-BCE9-4CA2-8240-31F84F3D272A}" presName="thickLine" presStyleLbl="alignNode1" presStyleIdx="7" presStyleCnt="9"/>
      <dgm:spPr/>
    </dgm:pt>
    <dgm:pt modelId="{C9E99F6F-F8DA-4A09-AB78-FF79F34B003C}" type="pres">
      <dgm:prSet presAssocID="{81288A76-BCE9-4CA2-8240-31F84F3D272A}" presName="horz1" presStyleCnt="0"/>
      <dgm:spPr/>
    </dgm:pt>
    <dgm:pt modelId="{D53CFA6F-909B-42E5-951B-B7E678610F71}" type="pres">
      <dgm:prSet presAssocID="{81288A76-BCE9-4CA2-8240-31F84F3D272A}" presName="tx1" presStyleLbl="revTx" presStyleIdx="7" presStyleCnt="9"/>
      <dgm:spPr/>
    </dgm:pt>
    <dgm:pt modelId="{41E4E7AD-34D8-4E56-85A3-CD3CA875B6D9}" type="pres">
      <dgm:prSet presAssocID="{81288A76-BCE9-4CA2-8240-31F84F3D272A}" presName="vert1" presStyleCnt="0"/>
      <dgm:spPr/>
    </dgm:pt>
    <dgm:pt modelId="{2EDBA47E-DE26-4D66-AB7F-AF525AC1CBDC}" type="pres">
      <dgm:prSet presAssocID="{56106EAC-AA51-4DB5-87BD-FC98F0CF1999}" presName="thickLine" presStyleLbl="alignNode1" presStyleIdx="8" presStyleCnt="9"/>
      <dgm:spPr/>
    </dgm:pt>
    <dgm:pt modelId="{14D07B9B-001A-4244-8BEC-A94C4DD8A7B4}" type="pres">
      <dgm:prSet presAssocID="{56106EAC-AA51-4DB5-87BD-FC98F0CF1999}" presName="horz1" presStyleCnt="0"/>
      <dgm:spPr/>
    </dgm:pt>
    <dgm:pt modelId="{DA69143A-E9E1-4327-A9E3-94BE37FC1879}" type="pres">
      <dgm:prSet presAssocID="{56106EAC-AA51-4DB5-87BD-FC98F0CF1999}" presName="tx1" presStyleLbl="revTx" presStyleIdx="8" presStyleCnt="9"/>
      <dgm:spPr/>
    </dgm:pt>
    <dgm:pt modelId="{FAC89145-1F18-4B4D-97FF-380546C321DB}" type="pres">
      <dgm:prSet presAssocID="{56106EAC-AA51-4DB5-87BD-FC98F0CF1999}" presName="vert1" presStyleCnt="0"/>
      <dgm:spPr/>
    </dgm:pt>
  </dgm:ptLst>
  <dgm:cxnLst>
    <dgm:cxn modelId="{14A03914-7678-405D-823F-286D37623BF6}" srcId="{8601E14C-CAAA-4140-A5F6-48C0FE3291C3}" destId="{DA652BBC-A540-4C3A-B250-2FAC26312916}" srcOrd="6" destOrd="0" parTransId="{DF1D2EEB-2929-45E9-9617-A61D8CFDA02A}" sibTransId="{EA96CA44-3E27-4F73-B56E-BF581EB7066C}"/>
    <dgm:cxn modelId="{F0C32D22-75DA-4A66-8318-7B00BA2F1E5A}" srcId="{8601E14C-CAAA-4140-A5F6-48C0FE3291C3}" destId="{06A548C3-E8E3-48C7-A59C-B058B81759C3}" srcOrd="1" destOrd="0" parTransId="{0C959380-95C1-4D56-8483-4DFF9FCEC7F4}" sibTransId="{B9E0E4DE-BC25-4A29-9951-5150E3FA7BF8}"/>
    <dgm:cxn modelId="{34140531-5E54-4B8D-88EA-5838DB172134}" type="presOf" srcId="{96AAF39A-647B-4C0E-8EE1-5918BCB10503}" destId="{AB6DFD14-1C0A-4B0D-A191-482B0AD409CA}" srcOrd="0" destOrd="0" presId="urn:microsoft.com/office/officeart/2008/layout/LinedList"/>
    <dgm:cxn modelId="{BEA74833-59E1-43EC-85B3-B19E5BE6745C}" type="presOf" srcId="{DA652BBC-A540-4C3A-B250-2FAC26312916}" destId="{3932C516-CED0-431B-9CBE-A7636544477C}" srcOrd="0" destOrd="0" presId="urn:microsoft.com/office/officeart/2008/layout/LinedList"/>
    <dgm:cxn modelId="{D74E503A-9633-425F-AD10-862544B82991}" srcId="{8601E14C-CAAA-4140-A5F6-48C0FE3291C3}" destId="{96AAF39A-647B-4C0E-8EE1-5918BCB10503}" srcOrd="3" destOrd="0" parTransId="{33BC81C1-C757-4D77-B6A7-1D7D02360714}" sibTransId="{8526EDB9-A42C-4D04-A378-A75D85C79496}"/>
    <dgm:cxn modelId="{6B352B5B-1EE7-4354-8672-C92E3CE4DF34}" srcId="{8601E14C-CAAA-4140-A5F6-48C0FE3291C3}" destId="{99C439DB-C091-4145-9F70-FFF1B3EAA03E}" srcOrd="0" destOrd="0" parTransId="{DE2F49DE-3B00-4DE7-9882-CFB3798F36A6}" sibTransId="{ADE17DCF-2F30-4843-A902-FDE954419E51}"/>
    <dgm:cxn modelId="{675F0442-9369-4F21-8D1E-03E773146692}" srcId="{8601E14C-CAAA-4140-A5F6-48C0FE3291C3}" destId="{81288A76-BCE9-4CA2-8240-31F84F3D272A}" srcOrd="7" destOrd="0" parTransId="{C1D4CE52-6C16-43DE-A597-42D36C3E83BA}" sibTransId="{2B42193E-A88E-4ACC-91B5-B09E96435C5E}"/>
    <dgm:cxn modelId="{9C229D42-394E-44A8-A678-CF0C880EF783}" type="presOf" srcId="{8601E14C-CAAA-4140-A5F6-48C0FE3291C3}" destId="{0638F9E6-C07C-48E2-88DF-0A8D9A40C8EA}" srcOrd="0" destOrd="0" presId="urn:microsoft.com/office/officeart/2008/layout/LinedList"/>
    <dgm:cxn modelId="{C3F1D24B-3EBD-49C5-BD13-067399CE6047}" srcId="{8601E14C-CAAA-4140-A5F6-48C0FE3291C3}" destId="{E53547D5-CC3D-419F-81F7-7E0AC6A2FB5B}" srcOrd="4" destOrd="0" parTransId="{388693AC-EF32-4B3F-8130-000501FF96CC}" sibTransId="{6FF1C408-21F9-4BE7-9549-619B4BB714AF}"/>
    <dgm:cxn modelId="{888E1656-2012-4491-9705-54962B9984DD}" type="presOf" srcId="{99C439DB-C091-4145-9F70-FFF1B3EAA03E}" destId="{94F3DC07-68C2-4466-8379-686A7B605F58}" srcOrd="0" destOrd="0" presId="urn:microsoft.com/office/officeart/2008/layout/LinedList"/>
    <dgm:cxn modelId="{D5286D92-19C8-4E6E-ADF9-DB02B3D92D4A}" srcId="{8601E14C-CAAA-4140-A5F6-48C0FE3291C3}" destId="{56106EAC-AA51-4DB5-87BD-FC98F0CF1999}" srcOrd="8" destOrd="0" parTransId="{0F967AEE-EF33-4ECF-A5E4-639EE8BD273C}" sibTransId="{07DAAC75-17F1-4618-BA30-BD64C5DA8D4F}"/>
    <dgm:cxn modelId="{52B2A99E-9356-4077-A0A8-5060026DC210}" type="presOf" srcId="{E53547D5-CC3D-419F-81F7-7E0AC6A2FB5B}" destId="{ACAF8474-DFD2-4DD4-9240-CEC2D306EBB3}" srcOrd="0" destOrd="0" presId="urn:microsoft.com/office/officeart/2008/layout/LinedList"/>
    <dgm:cxn modelId="{2B4CE8A9-5DE8-4488-B833-1C060BFE57BF}" type="presOf" srcId="{81288A76-BCE9-4CA2-8240-31F84F3D272A}" destId="{D53CFA6F-909B-42E5-951B-B7E678610F71}" srcOrd="0" destOrd="0" presId="urn:microsoft.com/office/officeart/2008/layout/LinedList"/>
    <dgm:cxn modelId="{152D74B5-ABA2-45A3-B62C-9EC77D1D6822}" srcId="{8601E14C-CAAA-4140-A5F6-48C0FE3291C3}" destId="{300C4A1C-F708-4A64-B87E-D2152D26FB6B}" srcOrd="5" destOrd="0" parTransId="{5EEAE37A-FC0C-4CEE-9AD6-C3BD05A45078}" sibTransId="{67D543A7-60B1-48A4-97D5-55E0EFFE1B43}"/>
    <dgm:cxn modelId="{C7C286C4-CD5B-47D4-A561-64EDD821C852}" srcId="{8601E14C-CAAA-4140-A5F6-48C0FE3291C3}" destId="{C950BED7-2DDA-4363-96B5-3A54FA03F974}" srcOrd="2" destOrd="0" parTransId="{A5D43E1D-46ED-4AFD-89B5-6C0CB13FCFE0}" sibTransId="{E318EB17-B800-4CB1-84B3-B43BD0649373}"/>
    <dgm:cxn modelId="{13FFE1CF-6C2E-4405-9A50-2537F28D17F6}" type="presOf" srcId="{300C4A1C-F708-4A64-B87E-D2152D26FB6B}" destId="{D266556B-806E-4AB2-96CB-812EE49D8B91}" srcOrd="0" destOrd="0" presId="urn:microsoft.com/office/officeart/2008/layout/LinedList"/>
    <dgm:cxn modelId="{A5F109DC-B217-4CF1-B880-26E28BC50EF1}" type="presOf" srcId="{56106EAC-AA51-4DB5-87BD-FC98F0CF1999}" destId="{DA69143A-E9E1-4327-A9E3-94BE37FC1879}" srcOrd="0" destOrd="0" presId="urn:microsoft.com/office/officeart/2008/layout/LinedList"/>
    <dgm:cxn modelId="{76B7ACEF-2E71-481C-A3D6-22199F129F2D}" type="presOf" srcId="{C950BED7-2DDA-4363-96B5-3A54FA03F974}" destId="{47456BEC-5626-4674-9888-D0C24CEB4396}" srcOrd="0" destOrd="0" presId="urn:microsoft.com/office/officeart/2008/layout/LinedList"/>
    <dgm:cxn modelId="{78C3CFFD-0A78-41CB-8A01-B313ADD86990}" type="presOf" srcId="{06A548C3-E8E3-48C7-A59C-B058B81759C3}" destId="{2BE3C5AE-D66F-4EBF-AEA9-DA884FA256A9}" srcOrd="0" destOrd="0" presId="urn:microsoft.com/office/officeart/2008/layout/LinedList"/>
    <dgm:cxn modelId="{7D354251-9C14-4D5A-9B3B-7D7ECAA514F8}" type="presParOf" srcId="{0638F9E6-C07C-48E2-88DF-0A8D9A40C8EA}" destId="{0F0CCA73-7EE8-4D7B-8E05-BFF072B09DF4}" srcOrd="0" destOrd="0" presId="urn:microsoft.com/office/officeart/2008/layout/LinedList"/>
    <dgm:cxn modelId="{820ABE8C-750E-4386-B23C-CD92CB5354B5}" type="presParOf" srcId="{0638F9E6-C07C-48E2-88DF-0A8D9A40C8EA}" destId="{5F21D3D9-20AD-421B-BB0B-147740DA8897}" srcOrd="1" destOrd="0" presId="urn:microsoft.com/office/officeart/2008/layout/LinedList"/>
    <dgm:cxn modelId="{7D67DEBA-560C-414D-AD97-84BB9CA415E6}" type="presParOf" srcId="{5F21D3D9-20AD-421B-BB0B-147740DA8897}" destId="{94F3DC07-68C2-4466-8379-686A7B605F58}" srcOrd="0" destOrd="0" presId="urn:microsoft.com/office/officeart/2008/layout/LinedList"/>
    <dgm:cxn modelId="{698F818E-7D46-4AA4-BB30-EA22C1E56489}" type="presParOf" srcId="{5F21D3D9-20AD-421B-BB0B-147740DA8897}" destId="{2230D2D3-43FE-4FC7-9A38-FE8CB3836B65}" srcOrd="1" destOrd="0" presId="urn:microsoft.com/office/officeart/2008/layout/LinedList"/>
    <dgm:cxn modelId="{568B06AC-2946-47AC-88BB-8CD4DA25EAFD}" type="presParOf" srcId="{0638F9E6-C07C-48E2-88DF-0A8D9A40C8EA}" destId="{2961CFB5-E338-4031-820B-69E2959CE500}" srcOrd="2" destOrd="0" presId="urn:microsoft.com/office/officeart/2008/layout/LinedList"/>
    <dgm:cxn modelId="{D0ACDC99-3BAF-4382-AD87-1043F7C0A1D9}" type="presParOf" srcId="{0638F9E6-C07C-48E2-88DF-0A8D9A40C8EA}" destId="{BD839926-8523-4E85-9916-5DC1B4650A2F}" srcOrd="3" destOrd="0" presId="urn:microsoft.com/office/officeart/2008/layout/LinedList"/>
    <dgm:cxn modelId="{0E1F81D4-94A1-44E9-874B-F36B59A87268}" type="presParOf" srcId="{BD839926-8523-4E85-9916-5DC1B4650A2F}" destId="{2BE3C5AE-D66F-4EBF-AEA9-DA884FA256A9}" srcOrd="0" destOrd="0" presId="urn:microsoft.com/office/officeart/2008/layout/LinedList"/>
    <dgm:cxn modelId="{F87CC327-ABF6-4435-817F-78C5EDE33863}" type="presParOf" srcId="{BD839926-8523-4E85-9916-5DC1B4650A2F}" destId="{36593469-71E5-48C6-899F-D681073F7A98}" srcOrd="1" destOrd="0" presId="urn:microsoft.com/office/officeart/2008/layout/LinedList"/>
    <dgm:cxn modelId="{9908F0B8-0AA2-4872-8E03-B8E15AC7A75A}" type="presParOf" srcId="{0638F9E6-C07C-48E2-88DF-0A8D9A40C8EA}" destId="{791B8EE7-45B5-46DF-A055-CBD12AE37510}" srcOrd="4" destOrd="0" presId="urn:microsoft.com/office/officeart/2008/layout/LinedList"/>
    <dgm:cxn modelId="{50FF10FD-83C0-45D2-9F64-844757C48633}" type="presParOf" srcId="{0638F9E6-C07C-48E2-88DF-0A8D9A40C8EA}" destId="{5EEB472C-EE72-449A-BB23-6C6ABD028E90}" srcOrd="5" destOrd="0" presId="urn:microsoft.com/office/officeart/2008/layout/LinedList"/>
    <dgm:cxn modelId="{D1A7F385-2599-4273-8E83-28EE7BC9A2D0}" type="presParOf" srcId="{5EEB472C-EE72-449A-BB23-6C6ABD028E90}" destId="{47456BEC-5626-4674-9888-D0C24CEB4396}" srcOrd="0" destOrd="0" presId="urn:microsoft.com/office/officeart/2008/layout/LinedList"/>
    <dgm:cxn modelId="{E3823D16-13BD-4F0B-B978-E197A78B5C83}" type="presParOf" srcId="{5EEB472C-EE72-449A-BB23-6C6ABD028E90}" destId="{DBAB0811-B261-4233-94F1-1245CCC6A9D3}" srcOrd="1" destOrd="0" presId="urn:microsoft.com/office/officeart/2008/layout/LinedList"/>
    <dgm:cxn modelId="{0F7BD538-D5F3-4B5D-A76E-9BFB32D6F585}" type="presParOf" srcId="{0638F9E6-C07C-48E2-88DF-0A8D9A40C8EA}" destId="{F01BE717-B987-488E-8863-41E0BF3A0E22}" srcOrd="6" destOrd="0" presId="urn:microsoft.com/office/officeart/2008/layout/LinedList"/>
    <dgm:cxn modelId="{9EC338A0-C4CB-47FB-B4ED-D7111B9B8860}" type="presParOf" srcId="{0638F9E6-C07C-48E2-88DF-0A8D9A40C8EA}" destId="{9541CD79-F265-4417-8288-E63C3ABF43E4}" srcOrd="7" destOrd="0" presId="urn:microsoft.com/office/officeart/2008/layout/LinedList"/>
    <dgm:cxn modelId="{F83B2EDD-EC43-44AF-BC31-C6AB25419CA6}" type="presParOf" srcId="{9541CD79-F265-4417-8288-E63C3ABF43E4}" destId="{AB6DFD14-1C0A-4B0D-A191-482B0AD409CA}" srcOrd="0" destOrd="0" presId="urn:microsoft.com/office/officeart/2008/layout/LinedList"/>
    <dgm:cxn modelId="{450B3ADE-E01D-4CFA-9F7A-FA04999E3697}" type="presParOf" srcId="{9541CD79-F265-4417-8288-E63C3ABF43E4}" destId="{FC131348-E417-40E9-AA8A-01BD47B0EDE3}" srcOrd="1" destOrd="0" presId="urn:microsoft.com/office/officeart/2008/layout/LinedList"/>
    <dgm:cxn modelId="{983E4629-CF81-4A40-8AF7-834576349D8D}" type="presParOf" srcId="{0638F9E6-C07C-48E2-88DF-0A8D9A40C8EA}" destId="{DDE54FF2-870B-4AF6-A26C-942495882233}" srcOrd="8" destOrd="0" presId="urn:microsoft.com/office/officeart/2008/layout/LinedList"/>
    <dgm:cxn modelId="{56C67980-4B94-465F-B9D4-88E5CD035523}" type="presParOf" srcId="{0638F9E6-C07C-48E2-88DF-0A8D9A40C8EA}" destId="{8316654B-87D1-4268-9A61-AC0771598DB1}" srcOrd="9" destOrd="0" presId="urn:microsoft.com/office/officeart/2008/layout/LinedList"/>
    <dgm:cxn modelId="{569B6208-4B7D-4D7D-9919-7643D0E472F4}" type="presParOf" srcId="{8316654B-87D1-4268-9A61-AC0771598DB1}" destId="{ACAF8474-DFD2-4DD4-9240-CEC2D306EBB3}" srcOrd="0" destOrd="0" presId="urn:microsoft.com/office/officeart/2008/layout/LinedList"/>
    <dgm:cxn modelId="{C5B54EDB-D5D7-4119-9A3A-0521CBA97601}" type="presParOf" srcId="{8316654B-87D1-4268-9A61-AC0771598DB1}" destId="{2ED98663-C32A-43D7-8EE2-9C119ADE5196}" srcOrd="1" destOrd="0" presId="urn:microsoft.com/office/officeart/2008/layout/LinedList"/>
    <dgm:cxn modelId="{2283401B-10AC-4555-A521-7CE3C61DE0AD}" type="presParOf" srcId="{0638F9E6-C07C-48E2-88DF-0A8D9A40C8EA}" destId="{AD9B2EC8-56F2-42B7-9453-E608B0952AF3}" srcOrd="10" destOrd="0" presId="urn:microsoft.com/office/officeart/2008/layout/LinedList"/>
    <dgm:cxn modelId="{9E3101A9-2421-4669-B5FB-29374A297418}" type="presParOf" srcId="{0638F9E6-C07C-48E2-88DF-0A8D9A40C8EA}" destId="{BEBEC990-919F-41BC-8F97-DA70C75D226B}" srcOrd="11" destOrd="0" presId="urn:microsoft.com/office/officeart/2008/layout/LinedList"/>
    <dgm:cxn modelId="{30BA99BA-EEB0-4C5A-90F3-17E62B01CE74}" type="presParOf" srcId="{BEBEC990-919F-41BC-8F97-DA70C75D226B}" destId="{D266556B-806E-4AB2-96CB-812EE49D8B91}" srcOrd="0" destOrd="0" presId="urn:microsoft.com/office/officeart/2008/layout/LinedList"/>
    <dgm:cxn modelId="{0C8DDD62-AB38-4E0C-B729-B4581C66509E}" type="presParOf" srcId="{BEBEC990-919F-41BC-8F97-DA70C75D226B}" destId="{B72D0076-5113-4317-97C3-1871F8C9CAF7}" srcOrd="1" destOrd="0" presId="urn:microsoft.com/office/officeart/2008/layout/LinedList"/>
    <dgm:cxn modelId="{BF78291A-726D-4EB7-85EB-FD6133715104}" type="presParOf" srcId="{0638F9E6-C07C-48E2-88DF-0A8D9A40C8EA}" destId="{ACAE0D5B-ED6D-461E-83A7-8DE196286411}" srcOrd="12" destOrd="0" presId="urn:microsoft.com/office/officeart/2008/layout/LinedList"/>
    <dgm:cxn modelId="{394DED96-0219-4F4B-99DA-AF44C3E72240}" type="presParOf" srcId="{0638F9E6-C07C-48E2-88DF-0A8D9A40C8EA}" destId="{10A00376-A6E2-4252-AF11-C0FEBD460E74}" srcOrd="13" destOrd="0" presId="urn:microsoft.com/office/officeart/2008/layout/LinedList"/>
    <dgm:cxn modelId="{36847175-2FF6-4B1F-8BAE-4AE950381E9E}" type="presParOf" srcId="{10A00376-A6E2-4252-AF11-C0FEBD460E74}" destId="{3932C516-CED0-431B-9CBE-A7636544477C}" srcOrd="0" destOrd="0" presId="urn:microsoft.com/office/officeart/2008/layout/LinedList"/>
    <dgm:cxn modelId="{3A8B6031-187B-4D1C-A260-59A196AFBEEC}" type="presParOf" srcId="{10A00376-A6E2-4252-AF11-C0FEBD460E74}" destId="{25CC0B4F-08AD-4FBF-BF2A-A3899DF67CCC}" srcOrd="1" destOrd="0" presId="urn:microsoft.com/office/officeart/2008/layout/LinedList"/>
    <dgm:cxn modelId="{ABB5F020-0422-44B3-874E-5DE40932D0EC}" type="presParOf" srcId="{0638F9E6-C07C-48E2-88DF-0A8D9A40C8EA}" destId="{03B92FF5-7CB5-4EC8-90D6-C8C40A0ECF9B}" srcOrd="14" destOrd="0" presId="urn:microsoft.com/office/officeart/2008/layout/LinedList"/>
    <dgm:cxn modelId="{C7D99260-A200-4B2E-8BAD-A00A72ADC3CF}" type="presParOf" srcId="{0638F9E6-C07C-48E2-88DF-0A8D9A40C8EA}" destId="{C9E99F6F-F8DA-4A09-AB78-FF79F34B003C}" srcOrd="15" destOrd="0" presId="urn:microsoft.com/office/officeart/2008/layout/LinedList"/>
    <dgm:cxn modelId="{D599929D-2105-4A82-96BC-5B18AB1D1C67}" type="presParOf" srcId="{C9E99F6F-F8DA-4A09-AB78-FF79F34B003C}" destId="{D53CFA6F-909B-42E5-951B-B7E678610F71}" srcOrd="0" destOrd="0" presId="urn:microsoft.com/office/officeart/2008/layout/LinedList"/>
    <dgm:cxn modelId="{1DBE130F-A0F2-4808-9F17-2202D1CA4891}" type="presParOf" srcId="{C9E99F6F-F8DA-4A09-AB78-FF79F34B003C}" destId="{41E4E7AD-34D8-4E56-85A3-CD3CA875B6D9}" srcOrd="1" destOrd="0" presId="urn:microsoft.com/office/officeart/2008/layout/LinedList"/>
    <dgm:cxn modelId="{820CD52A-0355-465D-BADB-4C6BE6A959F4}" type="presParOf" srcId="{0638F9E6-C07C-48E2-88DF-0A8D9A40C8EA}" destId="{2EDBA47E-DE26-4D66-AB7F-AF525AC1CBDC}" srcOrd="16" destOrd="0" presId="urn:microsoft.com/office/officeart/2008/layout/LinedList"/>
    <dgm:cxn modelId="{9DCBAF4E-8DE4-47A7-A6D2-1017D63DD8D5}" type="presParOf" srcId="{0638F9E6-C07C-48E2-88DF-0A8D9A40C8EA}" destId="{14D07B9B-001A-4244-8BEC-A94C4DD8A7B4}" srcOrd="17" destOrd="0" presId="urn:microsoft.com/office/officeart/2008/layout/LinedList"/>
    <dgm:cxn modelId="{40662730-49A4-4394-815F-DD57A1A0A270}" type="presParOf" srcId="{14D07B9B-001A-4244-8BEC-A94C4DD8A7B4}" destId="{DA69143A-E9E1-4327-A9E3-94BE37FC1879}" srcOrd="0" destOrd="0" presId="urn:microsoft.com/office/officeart/2008/layout/LinedList"/>
    <dgm:cxn modelId="{3288F7A2-7C5D-48D5-954E-9AB7BB77F3BE}" type="presParOf" srcId="{14D07B9B-001A-4244-8BEC-A94C4DD8A7B4}" destId="{FAC89145-1F18-4B4D-97FF-380546C321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BDBD4C-2432-4D12-BBFF-5A757B71015A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BBDA7BD-F389-436B-82C7-DFBC383F1096}">
      <dgm:prSet/>
      <dgm:spPr/>
      <dgm:t>
        <a:bodyPr/>
        <a:lstStyle/>
        <a:p>
          <a:r>
            <a:rPr lang="en-US"/>
            <a:t>Conectar Spring Boot a MySQL NO es una API REST.</a:t>
          </a:r>
        </a:p>
      </dgm:t>
    </dgm:pt>
    <dgm:pt modelId="{E84190E2-2E56-4919-AE9A-048FC9FEEBCD}" type="parTrans" cxnId="{FE1C79B9-F09F-4D5B-8753-B1D39F8641AE}">
      <dgm:prSet/>
      <dgm:spPr/>
      <dgm:t>
        <a:bodyPr/>
        <a:lstStyle/>
        <a:p>
          <a:endParaRPr lang="en-US"/>
        </a:p>
      </dgm:t>
    </dgm:pt>
    <dgm:pt modelId="{5051C938-B94C-4AD5-8BE2-EF4A78B16997}" type="sibTrans" cxnId="{FE1C79B9-F09F-4D5B-8753-B1D39F8641AE}">
      <dgm:prSet/>
      <dgm:spPr/>
      <dgm:t>
        <a:bodyPr/>
        <a:lstStyle/>
        <a:p>
          <a:endParaRPr lang="en-US"/>
        </a:p>
      </dgm:t>
    </dgm:pt>
    <dgm:pt modelId="{F14605DE-8032-4F82-8F86-AB9C997427A4}">
      <dgm:prSet/>
      <dgm:spPr/>
      <dgm:t>
        <a:bodyPr/>
        <a:lstStyle/>
        <a:p>
          <a:r>
            <a:rPr lang="en-US"/>
            <a:t>Es solo la capa de persistencia.</a:t>
          </a:r>
        </a:p>
      </dgm:t>
    </dgm:pt>
    <dgm:pt modelId="{962A2C61-EBB9-468E-91A7-E551BC3F2E06}" type="parTrans" cxnId="{7525697E-185C-4C60-87B6-0C1E8243D5C0}">
      <dgm:prSet/>
      <dgm:spPr/>
      <dgm:t>
        <a:bodyPr/>
        <a:lstStyle/>
        <a:p>
          <a:endParaRPr lang="en-US"/>
        </a:p>
      </dgm:t>
    </dgm:pt>
    <dgm:pt modelId="{B1F310D7-F746-40E9-B85A-19A73BD41248}" type="sibTrans" cxnId="{7525697E-185C-4C60-87B6-0C1E8243D5C0}">
      <dgm:prSet/>
      <dgm:spPr/>
      <dgm:t>
        <a:bodyPr/>
        <a:lstStyle/>
        <a:p>
          <a:endParaRPr lang="en-US"/>
        </a:p>
      </dgm:t>
    </dgm:pt>
    <dgm:pt modelId="{6AC2304B-3658-4BE6-9B89-0D234A658E91}">
      <dgm:prSet/>
      <dgm:spPr/>
      <dgm:t>
        <a:bodyPr/>
        <a:lstStyle/>
        <a:p>
          <a:r>
            <a:rPr lang="en-US"/>
            <a:t>Para tener una API REST necesitamos controllers con endpoints HTTP.</a:t>
          </a:r>
        </a:p>
      </dgm:t>
    </dgm:pt>
    <dgm:pt modelId="{3F8D5BCD-C9FC-4C64-A2D3-00BABF10CA5D}" type="parTrans" cxnId="{6DE2D3E9-B37E-4636-B160-4C78A57CC791}">
      <dgm:prSet/>
      <dgm:spPr/>
      <dgm:t>
        <a:bodyPr/>
        <a:lstStyle/>
        <a:p>
          <a:endParaRPr lang="en-US"/>
        </a:p>
      </dgm:t>
    </dgm:pt>
    <dgm:pt modelId="{D29FBAB6-1C77-4A98-A9D4-C805ED2477D6}" type="sibTrans" cxnId="{6DE2D3E9-B37E-4636-B160-4C78A57CC791}">
      <dgm:prSet/>
      <dgm:spPr/>
      <dgm:t>
        <a:bodyPr/>
        <a:lstStyle/>
        <a:p>
          <a:endParaRPr lang="en-US"/>
        </a:p>
      </dgm:t>
    </dgm:pt>
    <dgm:pt modelId="{6F96A87F-E707-4AF0-9895-BE9BA8039AF5}" type="pres">
      <dgm:prSet presAssocID="{D9BDBD4C-2432-4D12-BBFF-5A757B71015A}" presName="vert0" presStyleCnt="0">
        <dgm:presLayoutVars>
          <dgm:dir/>
          <dgm:animOne val="branch"/>
          <dgm:animLvl val="lvl"/>
        </dgm:presLayoutVars>
      </dgm:prSet>
      <dgm:spPr/>
    </dgm:pt>
    <dgm:pt modelId="{54D249FC-C46A-47A9-A9F6-84358C391C03}" type="pres">
      <dgm:prSet presAssocID="{8BBDA7BD-F389-436B-82C7-DFBC383F1096}" presName="thickLine" presStyleLbl="alignNode1" presStyleIdx="0" presStyleCnt="3"/>
      <dgm:spPr/>
    </dgm:pt>
    <dgm:pt modelId="{3CD3161C-EA54-47CF-B0C8-8D52CBC6D2AC}" type="pres">
      <dgm:prSet presAssocID="{8BBDA7BD-F389-436B-82C7-DFBC383F1096}" presName="horz1" presStyleCnt="0"/>
      <dgm:spPr/>
    </dgm:pt>
    <dgm:pt modelId="{EB0F09B3-0D19-4C45-B2AA-1C023CE6F831}" type="pres">
      <dgm:prSet presAssocID="{8BBDA7BD-F389-436B-82C7-DFBC383F1096}" presName="tx1" presStyleLbl="revTx" presStyleIdx="0" presStyleCnt="3"/>
      <dgm:spPr/>
    </dgm:pt>
    <dgm:pt modelId="{C30452A7-BBCF-4DAD-A6CA-9380A3E37384}" type="pres">
      <dgm:prSet presAssocID="{8BBDA7BD-F389-436B-82C7-DFBC383F1096}" presName="vert1" presStyleCnt="0"/>
      <dgm:spPr/>
    </dgm:pt>
    <dgm:pt modelId="{2CCC1BBD-867A-4E0C-AE45-5A944332B4C2}" type="pres">
      <dgm:prSet presAssocID="{F14605DE-8032-4F82-8F86-AB9C997427A4}" presName="thickLine" presStyleLbl="alignNode1" presStyleIdx="1" presStyleCnt="3"/>
      <dgm:spPr/>
    </dgm:pt>
    <dgm:pt modelId="{1FEF29AF-4738-4C9A-8211-DBF033EA1142}" type="pres">
      <dgm:prSet presAssocID="{F14605DE-8032-4F82-8F86-AB9C997427A4}" presName="horz1" presStyleCnt="0"/>
      <dgm:spPr/>
    </dgm:pt>
    <dgm:pt modelId="{7FEB485A-4F38-45A9-9B36-D1EE57D3EC44}" type="pres">
      <dgm:prSet presAssocID="{F14605DE-8032-4F82-8F86-AB9C997427A4}" presName="tx1" presStyleLbl="revTx" presStyleIdx="1" presStyleCnt="3"/>
      <dgm:spPr/>
    </dgm:pt>
    <dgm:pt modelId="{7FFBABA1-6798-424F-A898-6B40EEBC32C5}" type="pres">
      <dgm:prSet presAssocID="{F14605DE-8032-4F82-8F86-AB9C997427A4}" presName="vert1" presStyleCnt="0"/>
      <dgm:spPr/>
    </dgm:pt>
    <dgm:pt modelId="{DAE2E988-74BB-4163-B6B6-F9CBAAACCE9C}" type="pres">
      <dgm:prSet presAssocID="{6AC2304B-3658-4BE6-9B89-0D234A658E91}" presName="thickLine" presStyleLbl="alignNode1" presStyleIdx="2" presStyleCnt="3"/>
      <dgm:spPr/>
    </dgm:pt>
    <dgm:pt modelId="{4B08C212-4542-4511-A693-FDD68F05FF01}" type="pres">
      <dgm:prSet presAssocID="{6AC2304B-3658-4BE6-9B89-0D234A658E91}" presName="horz1" presStyleCnt="0"/>
      <dgm:spPr/>
    </dgm:pt>
    <dgm:pt modelId="{DF704FAC-58B2-44FB-ACD0-CBC0A5D79CE9}" type="pres">
      <dgm:prSet presAssocID="{6AC2304B-3658-4BE6-9B89-0D234A658E91}" presName="tx1" presStyleLbl="revTx" presStyleIdx="2" presStyleCnt="3"/>
      <dgm:spPr/>
    </dgm:pt>
    <dgm:pt modelId="{26C39E6F-7EA6-4981-8F6F-8B0ECFC3C62C}" type="pres">
      <dgm:prSet presAssocID="{6AC2304B-3658-4BE6-9B89-0D234A658E91}" presName="vert1" presStyleCnt="0"/>
      <dgm:spPr/>
    </dgm:pt>
  </dgm:ptLst>
  <dgm:cxnLst>
    <dgm:cxn modelId="{23C4B32B-C99C-4941-9B85-32C8031C13CC}" type="presOf" srcId="{8BBDA7BD-F389-436B-82C7-DFBC383F1096}" destId="{EB0F09B3-0D19-4C45-B2AA-1C023CE6F831}" srcOrd="0" destOrd="0" presId="urn:microsoft.com/office/officeart/2008/layout/LinedList"/>
    <dgm:cxn modelId="{819D5873-F993-4930-AAA3-AC2B31065F99}" type="presOf" srcId="{F14605DE-8032-4F82-8F86-AB9C997427A4}" destId="{7FEB485A-4F38-45A9-9B36-D1EE57D3EC44}" srcOrd="0" destOrd="0" presId="urn:microsoft.com/office/officeart/2008/layout/LinedList"/>
    <dgm:cxn modelId="{7525697E-185C-4C60-87B6-0C1E8243D5C0}" srcId="{D9BDBD4C-2432-4D12-BBFF-5A757B71015A}" destId="{F14605DE-8032-4F82-8F86-AB9C997427A4}" srcOrd="1" destOrd="0" parTransId="{962A2C61-EBB9-468E-91A7-E551BC3F2E06}" sibTransId="{B1F310D7-F746-40E9-B85A-19A73BD41248}"/>
    <dgm:cxn modelId="{FE1C79B9-F09F-4D5B-8753-B1D39F8641AE}" srcId="{D9BDBD4C-2432-4D12-BBFF-5A757B71015A}" destId="{8BBDA7BD-F389-436B-82C7-DFBC383F1096}" srcOrd="0" destOrd="0" parTransId="{E84190E2-2E56-4919-AE9A-048FC9FEEBCD}" sibTransId="{5051C938-B94C-4AD5-8BE2-EF4A78B16997}"/>
    <dgm:cxn modelId="{B9E4DAE2-5692-4C32-B9FE-1E3BD58AD456}" type="presOf" srcId="{6AC2304B-3658-4BE6-9B89-0D234A658E91}" destId="{DF704FAC-58B2-44FB-ACD0-CBC0A5D79CE9}" srcOrd="0" destOrd="0" presId="urn:microsoft.com/office/officeart/2008/layout/LinedList"/>
    <dgm:cxn modelId="{DFB49CE5-DC11-474A-A3A0-D3CCF8B6F485}" type="presOf" srcId="{D9BDBD4C-2432-4D12-BBFF-5A757B71015A}" destId="{6F96A87F-E707-4AF0-9895-BE9BA8039AF5}" srcOrd="0" destOrd="0" presId="urn:microsoft.com/office/officeart/2008/layout/LinedList"/>
    <dgm:cxn modelId="{6DE2D3E9-B37E-4636-B160-4C78A57CC791}" srcId="{D9BDBD4C-2432-4D12-BBFF-5A757B71015A}" destId="{6AC2304B-3658-4BE6-9B89-0D234A658E91}" srcOrd="2" destOrd="0" parTransId="{3F8D5BCD-C9FC-4C64-A2D3-00BABF10CA5D}" sibTransId="{D29FBAB6-1C77-4A98-A9D4-C805ED2477D6}"/>
    <dgm:cxn modelId="{E81CC950-EB3A-4803-80E3-AB9EBECE656F}" type="presParOf" srcId="{6F96A87F-E707-4AF0-9895-BE9BA8039AF5}" destId="{54D249FC-C46A-47A9-A9F6-84358C391C03}" srcOrd="0" destOrd="0" presId="urn:microsoft.com/office/officeart/2008/layout/LinedList"/>
    <dgm:cxn modelId="{C5957C1D-F992-4290-A067-1EADF140BA0C}" type="presParOf" srcId="{6F96A87F-E707-4AF0-9895-BE9BA8039AF5}" destId="{3CD3161C-EA54-47CF-B0C8-8D52CBC6D2AC}" srcOrd="1" destOrd="0" presId="urn:microsoft.com/office/officeart/2008/layout/LinedList"/>
    <dgm:cxn modelId="{F438C64E-165E-488C-AD6B-697CF637CDB0}" type="presParOf" srcId="{3CD3161C-EA54-47CF-B0C8-8D52CBC6D2AC}" destId="{EB0F09B3-0D19-4C45-B2AA-1C023CE6F831}" srcOrd="0" destOrd="0" presId="urn:microsoft.com/office/officeart/2008/layout/LinedList"/>
    <dgm:cxn modelId="{BE3BE2CD-BA6D-4333-96EB-4F9B37B285F7}" type="presParOf" srcId="{3CD3161C-EA54-47CF-B0C8-8D52CBC6D2AC}" destId="{C30452A7-BBCF-4DAD-A6CA-9380A3E37384}" srcOrd="1" destOrd="0" presId="urn:microsoft.com/office/officeart/2008/layout/LinedList"/>
    <dgm:cxn modelId="{2EB2269A-C63F-4ACC-97CC-0BA1A54098C9}" type="presParOf" srcId="{6F96A87F-E707-4AF0-9895-BE9BA8039AF5}" destId="{2CCC1BBD-867A-4E0C-AE45-5A944332B4C2}" srcOrd="2" destOrd="0" presId="urn:microsoft.com/office/officeart/2008/layout/LinedList"/>
    <dgm:cxn modelId="{109D4001-0588-4BD7-A1C3-1CC1A8E44E04}" type="presParOf" srcId="{6F96A87F-E707-4AF0-9895-BE9BA8039AF5}" destId="{1FEF29AF-4738-4C9A-8211-DBF033EA1142}" srcOrd="3" destOrd="0" presId="urn:microsoft.com/office/officeart/2008/layout/LinedList"/>
    <dgm:cxn modelId="{E9685C83-DAB9-4C15-881A-9FBE12AC08B9}" type="presParOf" srcId="{1FEF29AF-4738-4C9A-8211-DBF033EA1142}" destId="{7FEB485A-4F38-45A9-9B36-D1EE57D3EC44}" srcOrd="0" destOrd="0" presId="urn:microsoft.com/office/officeart/2008/layout/LinedList"/>
    <dgm:cxn modelId="{78F2461C-D7AC-4EF0-918C-3659F4B7D19E}" type="presParOf" srcId="{1FEF29AF-4738-4C9A-8211-DBF033EA1142}" destId="{7FFBABA1-6798-424F-A898-6B40EEBC32C5}" srcOrd="1" destOrd="0" presId="urn:microsoft.com/office/officeart/2008/layout/LinedList"/>
    <dgm:cxn modelId="{58763026-0185-4810-BFFC-7FB93DA15FAF}" type="presParOf" srcId="{6F96A87F-E707-4AF0-9895-BE9BA8039AF5}" destId="{DAE2E988-74BB-4163-B6B6-F9CBAAACCE9C}" srcOrd="4" destOrd="0" presId="urn:microsoft.com/office/officeart/2008/layout/LinedList"/>
    <dgm:cxn modelId="{0E6E6588-4135-4862-B9C5-E1DD0C8DCDED}" type="presParOf" srcId="{6F96A87F-E707-4AF0-9895-BE9BA8039AF5}" destId="{4B08C212-4542-4511-A693-FDD68F05FF01}" srcOrd="5" destOrd="0" presId="urn:microsoft.com/office/officeart/2008/layout/LinedList"/>
    <dgm:cxn modelId="{C8BD2D3D-2EE4-4B76-8D41-3DBEEA44DB98}" type="presParOf" srcId="{4B08C212-4542-4511-A693-FDD68F05FF01}" destId="{DF704FAC-58B2-44FB-ACD0-CBC0A5D79CE9}" srcOrd="0" destOrd="0" presId="urn:microsoft.com/office/officeart/2008/layout/LinedList"/>
    <dgm:cxn modelId="{663D7220-4299-48DA-8E04-23CE5BD09902}" type="presParOf" srcId="{4B08C212-4542-4511-A693-FDD68F05FF01}" destId="{26C39E6F-7EA6-4981-8F6F-8B0ECFC3C6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80D4D-BB66-4F08-AEFB-8C6EAE8D8E1F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EBD03-F240-4DB6-9DE1-42CF288CB133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5F1F2-56C1-4D22-BBF6-D702191CD9DA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Una aplicación moderna suele tener varias capas:</a:t>
          </a:r>
        </a:p>
      </dsp:txBody>
      <dsp:txXfrm>
        <a:off x="869886" y="3535"/>
        <a:ext cx="7359713" cy="753148"/>
      </dsp:txXfrm>
    </dsp:sp>
    <dsp:sp modelId="{6388FCA8-F24A-4E91-A146-41B5C99DEC51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26ADC-D323-47FD-B1AF-568B13B2C781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1735D-76DD-4012-82FE-424449A570B5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Base de datos</a:t>
          </a:r>
        </a:p>
      </dsp:txBody>
      <dsp:txXfrm>
        <a:off x="869886" y="944971"/>
        <a:ext cx="7359713" cy="753148"/>
      </dsp:txXfrm>
    </dsp:sp>
    <dsp:sp modelId="{4B12CE90-A28C-4DB3-A0BA-F361E47BA520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C6726-BE2F-4570-ADA0-43947B49A0D9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EC62E-40E6-4A22-97AC-927C49940EE2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Acceso a datos (Repository)</a:t>
          </a:r>
        </a:p>
      </dsp:txBody>
      <dsp:txXfrm>
        <a:off x="869886" y="1886407"/>
        <a:ext cx="7359713" cy="753148"/>
      </dsp:txXfrm>
    </dsp:sp>
    <dsp:sp modelId="{6543872C-13B6-41B0-B1A5-230246C7E567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C5853-3FB6-48D2-B401-B3DA17D2921F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B1F42-F57C-47DC-9CB2-5007DFE7F516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Lógica de negocio (Service)</a:t>
          </a:r>
        </a:p>
      </dsp:txBody>
      <dsp:txXfrm>
        <a:off x="869886" y="2827842"/>
        <a:ext cx="7359713" cy="753148"/>
      </dsp:txXfrm>
    </dsp:sp>
    <dsp:sp modelId="{34377BFC-0F1F-42C2-9801-0E688DEA9938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FA21E-87CE-46A1-8676-AA119084A5A9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D9ED-54FA-4E45-8EA9-FDB559883C1E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API REST (Controller)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1E856-B955-4EA6-8D0B-6DABC6D047C2}">
      <dsp:nvSpPr>
        <dsp:cNvPr id="0" name=""/>
        <dsp:cNvSpPr/>
      </dsp:nvSpPr>
      <dsp:spPr>
        <a:xfrm>
          <a:off x="0" y="13575"/>
          <a:ext cx="5175384" cy="17748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Aquí se almacenan los datos.</a:t>
          </a:r>
        </a:p>
      </dsp:txBody>
      <dsp:txXfrm>
        <a:off x="86643" y="100218"/>
        <a:ext cx="5002098" cy="1601604"/>
      </dsp:txXfrm>
    </dsp:sp>
    <dsp:sp modelId="{FC222392-1077-4F49-BDB1-B75DFFC627BF}">
      <dsp:nvSpPr>
        <dsp:cNvPr id="0" name=""/>
        <dsp:cNvSpPr/>
      </dsp:nvSpPr>
      <dsp:spPr>
        <a:xfrm>
          <a:off x="0" y="1880625"/>
          <a:ext cx="5175384" cy="177489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Ejemplo: MySQL.</a:t>
          </a:r>
        </a:p>
      </dsp:txBody>
      <dsp:txXfrm>
        <a:off x="86643" y="1967268"/>
        <a:ext cx="5002098" cy="1601604"/>
      </dsp:txXfrm>
    </dsp:sp>
    <dsp:sp modelId="{BE630D27-4845-4DC6-8C4F-D4E319F21BFC}">
      <dsp:nvSpPr>
        <dsp:cNvPr id="0" name=""/>
        <dsp:cNvSpPr/>
      </dsp:nvSpPr>
      <dsp:spPr>
        <a:xfrm>
          <a:off x="0" y="3747675"/>
          <a:ext cx="5175384" cy="17748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Spring Boot se conecta a la base de datos mediante JPA o Hibernate.</a:t>
          </a:r>
        </a:p>
      </dsp:txBody>
      <dsp:txXfrm>
        <a:off x="86643" y="3834318"/>
        <a:ext cx="5002098" cy="16016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4C81F-F051-4BFD-B05F-E6B4F348BDD0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3B1AC-0488-494D-8849-DD65EB9B1736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 encarga de acceder a la base de datos.</a:t>
          </a:r>
        </a:p>
      </dsp:txBody>
      <dsp:txXfrm>
        <a:off x="0" y="0"/>
        <a:ext cx="5175384" cy="1384035"/>
      </dsp:txXfrm>
    </dsp:sp>
    <dsp:sp modelId="{F6659D77-8429-4F21-A3F4-D1C8B33B2028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E37C5-B4FB-4844-BF1D-7BE969DCE24D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Ejemplo:</a:t>
          </a:r>
        </a:p>
      </dsp:txBody>
      <dsp:txXfrm>
        <a:off x="0" y="1384035"/>
        <a:ext cx="5175384" cy="1384035"/>
      </dsp:txXfrm>
    </dsp:sp>
    <dsp:sp modelId="{DC2D0E89-AC1F-4DD2-BDAB-D0AE16490735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65FF7-7696-40DE-92AD-CB4AC55072DA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@Repository</a:t>
          </a:r>
        </a:p>
      </dsp:txBody>
      <dsp:txXfrm>
        <a:off x="0" y="2768070"/>
        <a:ext cx="5175384" cy="1384035"/>
      </dsp:txXfrm>
    </dsp:sp>
    <dsp:sp modelId="{190688EA-B833-410E-AFBE-8A1F7BB078A0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40D4A-868B-4C60-9CB3-7863D21D0FC9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public interface ClienteRepository extends JpaRepository&lt;Cliente, Long&gt; {}</a:t>
          </a:r>
        </a:p>
      </dsp:txBody>
      <dsp:txXfrm>
        <a:off x="0" y="4152105"/>
        <a:ext cx="5175384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4011C-66C2-4F01-914C-ECF1EFE4450E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26B5F-84D1-44F9-AB25-D6795DC61C30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Contiene la lógica de negocio.</a:t>
          </a:r>
        </a:p>
      </dsp:txBody>
      <dsp:txXfrm>
        <a:off x="0" y="2703"/>
        <a:ext cx="5175384" cy="921789"/>
      </dsp:txXfrm>
    </dsp:sp>
    <dsp:sp modelId="{283DE22A-6DCC-4F12-9EEB-D4863C5C49E5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F8E52-052B-4985-88BB-C887ED318421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Ejemplo:</a:t>
          </a:r>
        </a:p>
      </dsp:txBody>
      <dsp:txXfrm>
        <a:off x="0" y="924492"/>
        <a:ext cx="5175384" cy="921789"/>
      </dsp:txXfrm>
    </dsp:sp>
    <dsp:sp modelId="{56EDDCED-4B35-435F-82EB-EF8A8E668874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D94BC-962A-4BA4-8417-EEA6934C60B4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@Service</a:t>
          </a:r>
        </a:p>
      </dsp:txBody>
      <dsp:txXfrm>
        <a:off x="0" y="1846281"/>
        <a:ext cx="5175384" cy="921789"/>
      </dsp:txXfrm>
    </dsp:sp>
    <dsp:sp modelId="{35D2556C-42E8-4815-850C-1A76125896A1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43B7A-C3DD-46CF-BC21-F630E23C10A1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public class ClienteService {</a:t>
          </a:r>
        </a:p>
      </dsp:txBody>
      <dsp:txXfrm>
        <a:off x="0" y="2768070"/>
        <a:ext cx="5175384" cy="921789"/>
      </dsp:txXfrm>
    </dsp:sp>
    <dsp:sp modelId="{2B4124AF-49CE-47C5-AFB7-579E03458181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1AF00-DADB-48F9-8581-11C49D4D5348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public List&lt;Cliente&gt; listarClientes() { }</a:t>
          </a:r>
        </a:p>
      </dsp:txBody>
      <dsp:txXfrm>
        <a:off x="0" y="3689859"/>
        <a:ext cx="5175384" cy="921789"/>
      </dsp:txXfrm>
    </dsp:sp>
    <dsp:sp modelId="{3BEF1FA9-3EDF-48FA-AA48-58111E1924DD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EB646-E5A1-4F66-AD5D-70A4372295EB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}</a:t>
          </a:r>
        </a:p>
      </dsp:txBody>
      <dsp:txXfrm>
        <a:off x="0" y="4611648"/>
        <a:ext cx="5175384" cy="9217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0CF1C-C409-4C05-8998-45D428714695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461BD-5F70-4CBB-972E-2D2C96E8174C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Aquí aparece la API REST.</a:t>
          </a:r>
        </a:p>
      </dsp:txBody>
      <dsp:txXfrm>
        <a:off x="0" y="0"/>
        <a:ext cx="5175384" cy="1384035"/>
      </dsp:txXfrm>
    </dsp:sp>
    <dsp:sp modelId="{79FE23D3-A519-4EBC-B113-8806968CB417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34560-283A-41C0-95CF-876FDC05DA0B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@RestController</a:t>
          </a:r>
        </a:p>
      </dsp:txBody>
      <dsp:txXfrm>
        <a:off x="0" y="1384035"/>
        <a:ext cx="5175384" cy="1384035"/>
      </dsp:txXfrm>
    </dsp:sp>
    <dsp:sp modelId="{6928FCDA-1783-4333-99BE-A19E9AC32F00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81194-F690-446D-8172-BF86C3176610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@RequestMapping("/clientes")</a:t>
          </a:r>
        </a:p>
      </dsp:txBody>
      <dsp:txXfrm>
        <a:off x="0" y="2768070"/>
        <a:ext cx="5175384" cy="1384035"/>
      </dsp:txXfrm>
    </dsp:sp>
    <dsp:sp modelId="{6E542496-93CA-4E7A-8BBD-8AA5A5E65182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338D6-445B-47ED-8989-4308D91079AF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public class ClienteController {}</a:t>
          </a:r>
        </a:p>
      </dsp:txBody>
      <dsp:txXfrm>
        <a:off x="0" y="4152105"/>
        <a:ext cx="5175384" cy="13840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4A9FD-6CC0-4DFD-B76D-F20948FCBEC5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EF8AE-14A7-4AFD-92AF-BA83629DE49D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Una API REST expone endpoints HTTP:</a:t>
          </a:r>
        </a:p>
      </dsp:txBody>
      <dsp:txXfrm>
        <a:off x="0" y="675"/>
        <a:ext cx="5175384" cy="1106957"/>
      </dsp:txXfrm>
    </dsp:sp>
    <dsp:sp modelId="{0CB87FB7-B7D9-4362-B2B7-A6F19269DBF5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55F84-383D-4C96-9233-26BE3F342C93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GET /clientes</a:t>
          </a:r>
        </a:p>
      </dsp:txBody>
      <dsp:txXfrm>
        <a:off x="0" y="1107633"/>
        <a:ext cx="5175384" cy="1106957"/>
      </dsp:txXfrm>
    </dsp:sp>
    <dsp:sp modelId="{EC96D630-C92D-4A88-AA21-8826056175F1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91029-360A-4C43-8F2C-ABA2D6FFF32B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POST /clientes</a:t>
          </a:r>
        </a:p>
      </dsp:txBody>
      <dsp:txXfrm>
        <a:off x="0" y="2214591"/>
        <a:ext cx="5175384" cy="1106957"/>
      </dsp:txXfrm>
    </dsp:sp>
    <dsp:sp modelId="{AD6E316E-A317-4853-9BCE-CD491F1F17C1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4553A-E445-4C07-B084-06A8440D84A9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PUT /clientes/{id}</a:t>
          </a:r>
        </a:p>
      </dsp:txBody>
      <dsp:txXfrm>
        <a:off x="0" y="3321549"/>
        <a:ext cx="5175384" cy="1106957"/>
      </dsp:txXfrm>
    </dsp:sp>
    <dsp:sp modelId="{81C86E11-BD77-4D70-9888-F55FBA195FA7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4B2BB-6248-4384-B05A-7B583F44F43A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DELETE /clientes/{id}</a:t>
          </a:r>
        </a:p>
      </dsp:txBody>
      <dsp:txXfrm>
        <a:off x="0" y="4428507"/>
        <a:ext cx="5175384" cy="11069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CCA73-7EE8-4D7B-8E05-BFF072B09DF4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3DC07-68C2-4466-8379-686A7B605F58}">
      <dsp:nvSpPr>
        <dsp:cNvPr id="0" name=""/>
        <dsp:cNvSpPr/>
      </dsp:nvSpPr>
      <dsp:spPr>
        <a:xfrm>
          <a:off x="0" y="67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Cliente (navegador o app)</a:t>
          </a:r>
        </a:p>
      </dsp:txBody>
      <dsp:txXfrm>
        <a:off x="0" y="675"/>
        <a:ext cx="5175384" cy="614976"/>
      </dsp:txXfrm>
    </dsp:sp>
    <dsp:sp modelId="{2961CFB5-E338-4031-820B-69E2959CE500}">
      <dsp:nvSpPr>
        <dsp:cNvPr id="0" name=""/>
        <dsp:cNvSpPr/>
      </dsp:nvSpPr>
      <dsp:spPr>
        <a:xfrm>
          <a:off x="0" y="61565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3C5AE-D66F-4EBF-AEA9-DA884FA256A9}">
      <dsp:nvSpPr>
        <dsp:cNvPr id="0" name=""/>
        <dsp:cNvSpPr/>
      </dsp:nvSpPr>
      <dsp:spPr>
        <a:xfrm>
          <a:off x="0" y="61565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0" y="615652"/>
        <a:ext cx="5175384" cy="614976"/>
      </dsp:txXfrm>
    </dsp:sp>
    <dsp:sp modelId="{791B8EE7-45B5-46DF-A055-CBD12AE37510}">
      <dsp:nvSpPr>
        <dsp:cNvPr id="0" name=""/>
        <dsp:cNvSpPr/>
      </dsp:nvSpPr>
      <dsp:spPr>
        <a:xfrm>
          <a:off x="0" y="12306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56BEC-5626-4674-9888-D0C24CEB4396}">
      <dsp:nvSpPr>
        <dsp:cNvPr id="0" name=""/>
        <dsp:cNvSpPr/>
      </dsp:nvSpPr>
      <dsp:spPr>
        <a:xfrm>
          <a:off x="0" y="123062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Controller REST</a:t>
          </a:r>
        </a:p>
      </dsp:txBody>
      <dsp:txXfrm>
        <a:off x="0" y="1230628"/>
        <a:ext cx="5175384" cy="614976"/>
      </dsp:txXfrm>
    </dsp:sp>
    <dsp:sp modelId="{F01BE717-B987-488E-8863-41E0BF3A0E22}">
      <dsp:nvSpPr>
        <dsp:cNvPr id="0" name=""/>
        <dsp:cNvSpPr/>
      </dsp:nvSpPr>
      <dsp:spPr>
        <a:xfrm>
          <a:off x="0" y="18456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DFD14-1C0A-4B0D-A191-482B0AD409CA}">
      <dsp:nvSpPr>
        <dsp:cNvPr id="0" name=""/>
        <dsp:cNvSpPr/>
      </dsp:nvSpPr>
      <dsp:spPr>
        <a:xfrm>
          <a:off x="0" y="184560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0" y="1845605"/>
        <a:ext cx="5175384" cy="614976"/>
      </dsp:txXfrm>
    </dsp:sp>
    <dsp:sp modelId="{DDE54FF2-870B-4AF6-A26C-942495882233}">
      <dsp:nvSpPr>
        <dsp:cNvPr id="0" name=""/>
        <dsp:cNvSpPr/>
      </dsp:nvSpPr>
      <dsp:spPr>
        <a:xfrm>
          <a:off x="0" y="246058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AF8474-DFD2-4DD4-9240-CEC2D306EBB3}">
      <dsp:nvSpPr>
        <dsp:cNvPr id="0" name=""/>
        <dsp:cNvSpPr/>
      </dsp:nvSpPr>
      <dsp:spPr>
        <a:xfrm>
          <a:off x="0" y="246058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Service</a:t>
          </a:r>
        </a:p>
      </dsp:txBody>
      <dsp:txXfrm>
        <a:off x="0" y="2460582"/>
        <a:ext cx="5175384" cy="614976"/>
      </dsp:txXfrm>
    </dsp:sp>
    <dsp:sp modelId="{AD9B2EC8-56F2-42B7-9453-E608B0952AF3}">
      <dsp:nvSpPr>
        <dsp:cNvPr id="0" name=""/>
        <dsp:cNvSpPr/>
      </dsp:nvSpPr>
      <dsp:spPr>
        <a:xfrm>
          <a:off x="0" y="307555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6556B-806E-4AB2-96CB-812EE49D8B91}">
      <dsp:nvSpPr>
        <dsp:cNvPr id="0" name=""/>
        <dsp:cNvSpPr/>
      </dsp:nvSpPr>
      <dsp:spPr>
        <a:xfrm>
          <a:off x="0" y="307555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0" y="3075558"/>
        <a:ext cx="5175384" cy="614976"/>
      </dsp:txXfrm>
    </dsp:sp>
    <dsp:sp modelId="{ACAE0D5B-ED6D-461E-83A7-8DE196286411}">
      <dsp:nvSpPr>
        <dsp:cNvPr id="0" name=""/>
        <dsp:cNvSpPr/>
      </dsp:nvSpPr>
      <dsp:spPr>
        <a:xfrm>
          <a:off x="0" y="36905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2C516-CED0-431B-9CBE-A7636544477C}">
      <dsp:nvSpPr>
        <dsp:cNvPr id="0" name=""/>
        <dsp:cNvSpPr/>
      </dsp:nvSpPr>
      <dsp:spPr>
        <a:xfrm>
          <a:off x="0" y="369053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Repository</a:t>
          </a:r>
        </a:p>
      </dsp:txBody>
      <dsp:txXfrm>
        <a:off x="0" y="3690535"/>
        <a:ext cx="5175384" cy="614976"/>
      </dsp:txXfrm>
    </dsp:sp>
    <dsp:sp modelId="{03B92FF5-7CB5-4EC8-90D6-C8C40A0ECF9B}">
      <dsp:nvSpPr>
        <dsp:cNvPr id="0" name=""/>
        <dsp:cNvSpPr/>
      </dsp:nvSpPr>
      <dsp:spPr>
        <a:xfrm>
          <a:off x="0" y="43055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CFA6F-909B-42E5-951B-B7E678610F71}">
      <dsp:nvSpPr>
        <dsp:cNvPr id="0" name=""/>
        <dsp:cNvSpPr/>
      </dsp:nvSpPr>
      <dsp:spPr>
        <a:xfrm>
          <a:off x="0" y="430551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0" y="4305512"/>
        <a:ext cx="5175384" cy="614976"/>
      </dsp:txXfrm>
    </dsp:sp>
    <dsp:sp modelId="{2EDBA47E-DE26-4D66-AB7F-AF525AC1CBDC}">
      <dsp:nvSpPr>
        <dsp:cNvPr id="0" name=""/>
        <dsp:cNvSpPr/>
      </dsp:nvSpPr>
      <dsp:spPr>
        <a:xfrm>
          <a:off x="0" y="492048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9143A-E9E1-4327-A9E3-94BE37FC1879}">
      <dsp:nvSpPr>
        <dsp:cNvPr id="0" name=""/>
        <dsp:cNvSpPr/>
      </dsp:nvSpPr>
      <dsp:spPr>
        <a:xfrm>
          <a:off x="0" y="492048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MySQL</a:t>
          </a:r>
        </a:p>
      </dsp:txBody>
      <dsp:txXfrm>
        <a:off x="0" y="4920488"/>
        <a:ext cx="5175384" cy="6149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249FC-C46A-47A9-A9F6-84358C391C03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F09B3-0D19-4C45-B2AA-1C023CE6F831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Conectar Spring Boot a MySQL NO es una API REST.</a:t>
          </a:r>
        </a:p>
      </dsp:txBody>
      <dsp:txXfrm>
        <a:off x="0" y="2703"/>
        <a:ext cx="5175384" cy="1843578"/>
      </dsp:txXfrm>
    </dsp:sp>
    <dsp:sp modelId="{2CCC1BBD-867A-4E0C-AE45-5A944332B4C2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B485A-4F38-45A9-9B36-D1EE57D3EC44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Es solo la capa de persistencia.</a:t>
          </a:r>
        </a:p>
      </dsp:txBody>
      <dsp:txXfrm>
        <a:off x="0" y="1846281"/>
        <a:ext cx="5175384" cy="1843578"/>
      </dsp:txXfrm>
    </dsp:sp>
    <dsp:sp modelId="{DAE2E988-74BB-4163-B6B6-F9CBAAACCE9C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04FAC-58B2-44FB-ACD0-CBC0A5D79CE9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Para tener una API REST necesitamos controllers con endpoints HTTP.</a:t>
          </a:r>
        </a:p>
      </dsp:txBody>
      <dsp:txXfrm>
        <a:off x="0" y="3689859"/>
        <a:ext cx="5175384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tas de goma en la puerta trasera">
            <a:extLst>
              <a:ext uri="{FF2B5EF4-FFF2-40B4-BE49-F238E27FC236}">
                <a16:creationId xmlns:a16="http://schemas.microsoft.com/office/drawing/2014/main" id="{8FA6CFE3-A6D8-DA21-53CB-EC4E3BF1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4" r="46706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Spring Boot, MySQL y API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s-ES" sz="1700"/>
              <a:t>¿Conectar Spring Boot a MySQL significa que ya tenemos una API REST?</a:t>
            </a:r>
          </a:p>
          <a:p>
            <a:r>
              <a:rPr lang="es-ES" sz="1700"/>
              <a:t>Respuesta corta: NO.</a:t>
            </a:r>
          </a:p>
          <a:p>
            <a:r>
              <a:rPr lang="es-ES" sz="1700"/>
              <a:t>La conexión a base de datos es solo una parte de la aplicación.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típica de una aplicación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048810-DF1B-D788-1241-48FACA865B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700"/>
              <a:t>Base de datos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002468-F5E2-13C2-3F80-1AC9FD6E45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13970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300"/>
              <a:t>Capa Repository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91732A-DA1D-7CF8-A388-AB6D983EA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05337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700"/>
              <a:t>Capa Service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FA9351-861D-85CF-7F08-3DF6F8F79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30220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300"/>
              <a:t>Capa Controller (API REST)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5969E0-DD78-DAD6-CD98-365EB7DCD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402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300"/>
              <a:t>Endpoints REST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4CD01A-E917-87EF-CFD5-5D9F139264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74021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700"/>
              <a:t>Flujo de una petición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9A2B6E-9ECF-660B-5309-F45610555A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88489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000"/>
              <a:t>Conclusión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5A6343-A414-3D87-6935-0C6C69E21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77422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</Words>
  <Application>Microsoft Office PowerPoint</Application>
  <PresentationFormat>Presentación en pantalla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Spring Boot, MySQL y API REST</vt:lpstr>
      <vt:lpstr>Arquitectura típica de una aplicación</vt:lpstr>
      <vt:lpstr>Base de datos</vt:lpstr>
      <vt:lpstr>Capa Repository</vt:lpstr>
      <vt:lpstr>Capa Service</vt:lpstr>
      <vt:lpstr>Capa Controller (API REST)</vt:lpstr>
      <vt:lpstr>Endpoints REST</vt:lpstr>
      <vt:lpstr>Flujo de una petición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2026-03-04T18:54:13Z</dcterms:modified>
  <cp:category/>
</cp:coreProperties>
</file>