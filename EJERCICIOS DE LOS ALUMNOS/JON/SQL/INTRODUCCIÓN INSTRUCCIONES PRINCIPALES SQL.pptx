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ata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806811-749D-4D34-9286-59BE0D1EA9B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628D1AC-3E3C-4043-9139-133F55D6FD71}">
      <dgm:prSet/>
      <dgm:spPr/>
      <dgm:t>
        <a:bodyPr/>
        <a:lstStyle/>
        <a:p>
          <a:r>
            <a:rPr lang="en-US"/>
            <a:t>Lenguaje estándar para bases de datos relacionales.</a:t>
          </a:r>
        </a:p>
      </dgm:t>
    </dgm:pt>
    <dgm:pt modelId="{B0FAA012-03BF-4AA5-BF7B-C52262D37E75}" type="parTrans" cxnId="{4638107C-049A-40C9-9469-094BA70B60DD}">
      <dgm:prSet/>
      <dgm:spPr/>
      <dgm:t>
        <a:bodyPr/>
        <a:lstStyle/>
        <a:p>
          <a:endParaRPr lang="en-US"/>
        </a:p>
      </dgm:t>
    </dgm:pt>
    <dgm:pt modelId="{29C556CF-792E-46E2-A062-76AC31401883}" type="sibTrans" cxnId="{4638107C-049A-40C9-9469-094BA70B60DD}">
      <dgm:prSet/>
      <dgm:spPr/>
      <dgm:t>
        <a:bodyPr/>
        <a:lstStyle/>
        <a:p>
          <a:endParaRPr lang="en-US"/>
        </a:p>
      </dgm:t>
    </dgm:pt>
    <dgm:pt modelId="{DFBBBDA4-C342-4B22-A448-19CDFAF4AAAC}">
      <dgm:prSet/>
      <dgm:spPr/>
      <dgm:t>
        <a:bodyPr/>
        <a:lstStyle/>
        <a:p>
          <a:r>
            <a:rPr lang="en-US"/>
            <a:t>SELECT * FROM alumno;</a:t>
          </a:r>
        </a:p>
      </dgm:t>
    </dgm:pt>
    <dgm:pt modelId="{8357DB6A-0B4C-4CB1-89B7-75AAD7784418}" type="parTrans" cxnId="{B80D8B05-A519-4C06-A9F5-A8B237B8B854}">
      <dgm:prSet/>
      <dgm:spPr/>
      <dgm:t>
        <a:bodyPr/>
        <a:lstStyle/>
        <a:p>
          <a:endParaRPr lang="en-US"/>
        </a:p>
      </dgm:t>
    </dgm:pt>
    <dgm:pt modelId="{7160B8A2-714C-4B96-9196-078647F5E987}" type="sibTrans" cxnId="{B80D8B05-A519-4C06-A9F5-A8B237B8B854}">
      <dgm:prSet/>
      <dgm:spPr/>
      <dgm:t>
        <a:bodyPr/>
        <a:lstStyle/>
        <a:p>
          <a:endParaRPr lang="en-US"/>
        </a:p>
      </dgm:t>
    </dgm:pt>
    <dgm:pt modelId="{CA9BB3DA-D2FF-42A0-9290-B279A445F3BB}" type="pres">
      <dgm:prSet presAssocID="{0F806811-749D-4D34-9286-59BE0D1EA9BC}" presName="linear" presStyleCnt="0">
        <dgm:presLayoutVars>
          <dgm:animLvl val="lvl"/>
          <dgm:resizeHandles val="exact"/>
        </dgm:presLayoutVars>
      </dgm:prSet>
      <dgm:spPr/>
    </dgm:pt>
    <dgm:pt modelId="{F4811CE3-4D2B-48BE-97A4-0C10768B7360}" type="pres">
      <dgm:prSet presAssocID="{3628D1AC-3E3C-4043-9139-133F55D6FD7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E21EFF7-3B59-457D-B9B0-64C11B302591}" type="pres">
      <dgm:prSet presAssocID="{29C556CF-792E-46E2-A062-76AC31401883}" presName="spacer" presStyleCnt="0"/>
      <dgm:spPr/>
    </dgm:pt>
    <dgm:pt modelId="{6ED35188-13AD-443D-926C-55BE18741F96}" type="pres">
      <dgm:prSet presAssocID="{DFBBBDA4-C342-4B22-A448-19CDFAF4AAA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80D8B05-A519-4C06-A9F5-A8B237B8B854}" srcId="{0F806811-749D-4D34-9286-59BE0D1EA9BC}" destId="{DFBBBDA4-C342-4B22-A448-19CDFAF4AAAC}" srcOrd="1" destOrd="0" parTransId="{8357DB6A-0B4C-4CB1-89B7-75AAD7784418}" sibTransId="{7160B8A2-714C-4B96-9196-078647F5E987}"/>
    <dgm:cxn modelId="{A550171C-794D-480A-AFCC-09DD3B51D7AF}" type="presOf" srcId="{DFBBBDA4-C342-4B22-A448-19CDFAF4AAAC}" destId="{6ED35188-13AD-443D-926C-55BE18741F96}" srcOrd="0" destOrd="0" presId="urn:microsoft.com/office/officeart/2005/8/layout/vList2"/>
    <dgm:cxn modelId="{01949934-9420-4A57-96A9-689DFAA33ECD}" type="presOf" srcId="{0F806811-749D-4D34-9286-59BE0D1EA9BC}" destId="{CA9BB3DA-D2FF-42A0-9290-B279A445F3BB}" srcOrd="0" destOrd="0" presId="urn:microsoft.com/office/officeart/2005/8/layout/vList2"/>
    <dgm:cxn modelId="{4638107C-049A-40C9-9469-094BA70B60DD}" srcId="{0F806811-749D-4D34-9286-59BE0D1EA9BC}" destId="{3628D1AC-3E3C-4043-9139-133F55D6FD71}" srcOrd="0" destOrd="0" parTransId="{B0FAA012-03BF-4AA5-BF7B-C52262D37E75}" sibTransId="{29C556CF-792E-46E2-A062-76AC31401883}"/>
    <dgm:cxn modelId="{6AEFB7D8-3BB8-4D1B-A46F-1687CC5998E3}" type="presOf" srcId="{3628D1AC-3E3C-4043-9139-133F55D6FD71}" destId="{F4811CE3-4D2B-48BE-97A4-0C10768B7360}" srcOrd="0" destOrd="0" presId="urn:microsoft.com/office/officeart/2005/8/layout/vList2"/>
    <dgm:cxn modelId="{4234FC01-8838-47F8-B0CF-D22D0DD533A7}" type="presParOf" srcId="{CA9BB3DA-D2FF-42A0-9290-B279A445F3BB}" destId="{F4811CE3-4D2B-48BE-97A4-0C10768B7360}" srcOrd="0" destOrd="0" presId="urn:microsoft.com/office/officeart/2005/8/layout/vList2"/>
    <dgm:cxn modelId="{789003A1-AEAA-4E8A-98AA-2FE9AEEAB9E1}" type="presParOf" srcId="{CA9BB3DA-D2FF-42A0-9290-B279A445F3BB}" destId="{4E21EFF7-3B59-457D-B9B0-64C11B302591}" srcOrd="1" destOrd="0" presId="urn:microsoft.com/office/officeart/2005/8/layout/vList2"/>
    <dgm:cxn modelId="{65F8985F-49B7-4234-AE2E-E170E94D6DCC}" type="presParOf" srcId="{CA9BB3DA-D2FF-42A0-9290-B279A445F3BB}" destId="{6ED35188-13AD-443D-926C-55BE18741F9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C82EEC-7E96-47EB-9FD1-EC495AA570ED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2139A41-E229-489E-BB5D-102753FE1321}">
      <dgm:prSet/>
      <dgm:spPr/>
      <dgm:t>
        <a:bodyPr/>
        <a:lstStyle/>
        <a:p>
          <a:r>
            <a:rPr lang="en-US"/>
            <a:t>Crea una base de datos.</a:t>
          </a:r>
        </a:p>
      </dgm:t>
    </dgm:pt>
    <dgm:pt modelId="{730281EE-49E4-4BE0-9856-10967A879AF0}" type="parTrans" cxnId="{85F2C77B-9339-4D3B-8BEB-0D3CE9412C00}">
      <dgm:prSet/>
      <dgm:spPr/>
      <dgm:t>
        <a:bodyPr/>
        <a:lstStyle/>
        <a:p>
          <a:endParaRPr lang="en-US"/>
        </a:p>
      </dgm:t>
    </dgm:pt>
    <dgm:pt modelId="{F98BBE6B-970E-41AF-889E-3B1849472BE6}" type="sibTrans" cxnId="{85F2C77B-9339-4D3B-8BEB-0D3CE9412C00}">
      <dgm:prSet/>
      <dgm:spPr/>
      <dgm:t>
        <a:bodyPr/>
        <a:lstStyle/>
        <a:p>
          <a:endParaRPr lang="en-US"/>
        </a:p>
      </dgm:t>
    </dgm:pt>
    <dgm:pt modelId="{DD9C61D5-350A-458A-963D-42588E443915}">
      <dgm:prSet/>
      <dgm:spPr/>
      <dgm:t>
        <a:bodyPr/>
        <a:lstStyle/>
        <a:p>
          <a:r>
            <a:rPr lang="en-US"/>
            <a:t>CREATE DATABASE instituto;</a:t>
          </a:r>
        </a:p>
      </dgm:t>
    </dgm:pt>
    <dgm:pt modelId="{919CDC0A-60C1-46E9-B42D-BD087EB366B9}" type="parTrans" cxnId="{DF7EC6A7-2F4D-4130-BCF2-FC60EA7BF7E4}">
      <dgm:prSet/>
      <dgm:spPr/>
      <dgm:t>
        <a:bodyPr/>
        <a:lstStyle/>
        <a:p>
          <a:endParaRPr lang="en-US"/>
        </a:p>
      </dgm:t>
    </dgm:pt>
    <dgm:pt modelId="{6CA4B037-82C5-4D7F-9EED-BD240AABC5F6}" type="sibTrans" cxnId="{DF7EC6A7-2F4D-4130-BCF2-FC60EA7BF7E4}">
      <dgm:prSet/>
      <dgm:spPr/>
      <dgm:t>
        <a:bodyPr/>
        <a:lstStyle/>
        <a:p>
          <a:endParaRPr lang="en-US"/>
        </a:p>
      </dgm:t>
    </dgm:pt>
    <dgm:pt modelId="{BD1919C6-20FF-406B-AD52-A14A21B065C9}" type="pres">
      <dgm:prSet presAssocID="{96C82EEC-7E96-47EB-9FD1-EC495AA570ED}" presName="vert0" presStyleCnt="0">
        <dgm:presLayoutVars>
          <dgm:dir/>
          <dgm:animOne val="branch"/>
          <dgm:animLvl val="lvl"/>
        </dgm:presLayoutVars>
      </dgm:prSet>
      <dgm:spPr/>
    </dgm:pt>
    <dgm:pt modelId="{48F7FCE9-8739-45E3-9958-EE4AD21A8A71}" type="pres">
      <dgm:prSet presAssocID="{12139A41-E229-489E-BB5D-102753FE1321}" presName="thickLine" presStyleLbl="alignNode1" presStyleIdx="0" presStyleCnt="2"/>
      <dgm:spPr/>
    </dgm:pt>
    <dgm:pt modelId="{E0EFD82D-EB9E-47E9-9207-615EFF52504F}" type="pres">
      <dgm:prSet presAssocID="{12139A41-E229-489E-BB5D-102753FE1321}" presName="horz1" presStyleCnt="0"/>
      <dgm:spPr/>
    </dgm:pt>
    <dgm:pt modelId="{E2096E50-0BDC-4989-B484-FDA3F481FF4A}" type="pres">
      <dgm:prSet presAssocID="{12139A41-E229-489E-BB5D-102753FE1321}" presName="tx1" presStyleLbl="revTx" presStyleIdx="0" presStyleCnt="2"/>
      <dgm:spPr/>
    </dgm:pt>
    <dgm:pt modelId="{2068C0F2-0EFC-4D80-A9B6-82622108D11D}" type="pres">
      <dgm:prSet presAssocID="{12139A41-E229-489E-BB5D-102753FE1321}" presName="vert1" presStyleCnt="0"/>
      <dgm:spPr/>
    </dgm:pt>
    <dgm:pt modelId="{8D4B85BB-F778-475B-A5F8-67FE45EAAA91}" type="pres">
      <dgm:prSet presAssocID="{DD9C61D5-350A-458A-963D-42588E443915}" presName="thickLine" presStyleLbl="alignNode1" presStyleIdx="1" presStyleCnt="2"/>
      <dgm:spPr/>
    </dgm:pt>
    <dgm:pt modelId="{D2FA7C86-E889-444C-9CFE-9EAD60D1292A}" type="pres">
      <dgm:prSet presAssocID="{DD9C61D5-350A-458A-963D-42588E443915}" presName="horz1" presStyleCnt="0"/>
      <dgm:spPr/>
    </dgm:pt>
    <dgm:pt modelId="{A14FA357-0F07-410B-874F-69729AC86F07}" type="pres">
      <dgm:prSet presAssocID="{DD9C61D5-350A-458A-963D-42588E443915}" presName="tx1" presStyleLbl="revTx" presStyleIdx="1" presStyleCnt="2"/>
      <dgm:spPr/>
    </dgm:pt>
    <dgm:pt modelId="{5E5005E1-192C-4308-B7BE-B9DC733C5F0F}" type="pres">
      <dgm:prSet presAssocID="{DD9C61D5-350A-458A-963D-42588E443915}" presName="vert1" presStyleCnt="0"/>
      <dgm:spPr/>
    </dgm:pt>
  </dgm:ptLst>
  <dgm:cxnLst>
    <dgm:cxn modelId="{9F378761-8056-4478-A63A-9C7C3E3B9479}" type="presOf" srcId="{12139A41-E229-489E-BB5D-102753FE1321}" destId="{E2096E50-0BDC-4989-B484-FDA3F481FF4A}" srcOrd="0" destOrd="0" presId="urn:microsoft.com/office/officeart/2008/layout/LinedList"/>
    <dgm:cxn modelId="{85F2C77B-9339-4D3B-8BEB-0D3CE9412C00}" srcId="{96C82EEC-7E96-47EB-9FD1-EC495AA570ED}" destId="{12139A41-E229-489E-BB5D-102753FE1321}" srcOrd="0" destOrd="0" parTransId="{730281EE-49E4-4BE0-9856-10967A879AF0}" sibTransId="{F98BBE6B-970E-41AF-889E-3B1849472BE6}"/>
    <dgm:cxn modelId="{8BBCB28F-497C-42D4-A2A6-A20979DF5186}" type="presOf" srcId="{DD9C61D5-350A-458A-963D-42588E443915}" destId="{A14FA357-0F07-410B-874F-69729AC86F07}" srcOrd="0" destOrd="0" presId="urn:microsoft.com/office/officeart/2008/layout/LinedList"/>
    <dgm:cxn modelId="{DF7EC6A7-2F4D-4130-BCF2-FC60EA7BF7E4}" srcId="{96C82EEC-7E96-47EB-9FD1-EC495AA570ED}" destId="{DD9C61D5-350A-458A-963D-42588E443915}" srcOrd="1" destOrd="0" parTransId="{919CDC0A-60C1-46E9-B42D-BD087EB366B9}" sibTransId="{6CA4B037-82C5-4D7F-9EED-BD240AABC5F6}"/>
    <dgm:cxn modelId="{72DEC8F4-5503-44CF-AE26-0A477314D0A7}" type="presOf" srcId="{96C82EEC-7E96-47EB-9FD1-EC495AA570ED}" destId="{BD1919C6-20FF-406B-AD52-A14A21B065C9}" srcOrd="0" destOrd="0" presId="urn:microsoft.com/office/officeart/2008/layout/LinedList"/>
    <dgm:cxn modelId="{FD6C77EE-EFC9-45F8-AA50-FAF0D7FE4A9E}" type="presParOf" srcId="{BD1919C6-20FF-406B-AD52-A14A21B065C9}" destId="{48F7FCE9-8739-45E3-9958-EE4AD21A8A71}" srcOrd="0" destOrd="0" presId="urn:microsoft.com/office/officeart/2008/layout/LinedList"/>
    <dgm:cxn modelId="{2813D81A-736A-40FB-9ED4-C120FE3425A5}" type="presParOf" srcId="{BD1919C6-20FF-406B-AD52-A14A21B065C9}" destId="{E0EFD82D-EB9E-47E9-9207-615EFF52504F}" srcOrd="1" destOrd="0" presId="urn:microsoft.com/office/officeart/2008/layout/LinedList"/>
    <dgm:cxn modelId="{364760DB-5BED-4028-9C2B-27BB47696EF8}" type="presParOf" srcId="{E0EFD82D-EB9E-47E9-9207-615EFF52504F}" destId="{E2096E50-0BDC-4989-B484-FDA3F481FF4A}" srcOrd="0" destOrd="0" presId="urn:microsoft.com/office/officeart/2008/layout/LinedList"/>
    <dgm:cxn modelId="{43B39110-6626-4FFF-82A6-A47D9CB7FC63}" type="presParOf" srcId="{E0EFD82D-EB9E-47E9-9207-615EFF52504F}" destId="{2068C0F2-0EFC-4D80-A9B6-82622108D11D}" srcOrd="1" destOrd="0" presId="urn:microsoft.com/office/officeart/2008/layout/LinedList"/>
    <dgm:cxn modelId="{F1E71A9D-78AB-4CE8-9AC9-20F1A1B81808}" type="presParOf" srcId="{BD1919C6-20FF-406B-AD52-A14A21B065C9}" destId="{8D4B85BB-F778-475B-A5F8-67FE45EAAA91}" srcOrd="2" destOrd="0" presId="urn:microsoft.com/office/officeart/2008/layout/LinedList"/>
    <dgm:cxn modelId="{D4A9C88C-3883-410D-8037-C6315012ADF0}" type="presParOf" srcId="{BD1919C6-20FF-406B-AD52-A14A21B065C9}" destId="{D2FA7C86-E889-444C-9CFE-9EAD60D1292A}" srcOrd="3" destOrd="0" presId="urn:microsoft.com/office/officeart/2008/layout/LinedList"/>
    <dgm:cxn modelId="{F671422B-C54E-4C13-8051-2E897EA8325B}" type="presParOf" srcId="{D2FA7C86-E889-444C-9CFE-9EAD60D1292A}" destId="{A14FA357-0F07-410B-874F-69729AC86F07}" srcOrd="0" destOrd="0" presId="urn:microsoft.com/office/officeart/2008/layout/LinedList"/>
    <dgm:cxn modelId="{60682030-777C-4AD2-8531-BE1806E4DE9F}" type="presParOf" srcId="{D2FA7C86-E889-444C-9CFE-9EAD60D1292A}" destId="{5E5005E1-192C-4308-B7BE-B9DC733C5F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AB6EBA-29B7-4C27-A709-A1A59FE8E50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C33DDD-1D29-47A5-A591-A68AEF114F19}">
      <dgm:prSet/>
      <dgm:spPr/>
      <dgm:t>
        <a:bodyPr/>
        <a:lstStyle/>
        <a:p>
          <a:r>
            <a:rPr lang="en-US"/>
            <a:t>Elimina una base de datos.</a:t>
          </a:r>
        </a:p>
      </dgm:t>
    </dgm:pt>
    <dgm:pt modelId="{380705A9-CC38-4DD8-9FEE-029E96557CD0}" type="parTrans" cxnId="{5BB71604-8D10-4BC4-8887-C103041822A1}">
      <dgm:prSet/>
      <dgm:spPr/>
      <dgm:t>
        <a:bodyPr/>
        <a:lstStyle/>
        <a:p>
          <a:endParaRPr lang="en-US"/>
        </a:p>
      </dgm:t>
    </dgm:pt>
    <dgm:pt modelId="{31D20195-1115-4D0A-A459-6F10CDE47D3F}" type="sibTrans" cxnId="{5BB71604-8D10-4BC4-8887-C103041822A1}">
      <dgm:prSet/>
      <dgm:spPr/>
      <dgm:t>
        <a:bodyPr/>
        <a:lstStyle/>
        <a:p>
          <a:endParaRPr lang="en-US"/>
        </a:p>
      </dgm:t>
    </dgm:pt>
    <dgm:pt modelId="{309DB202-2D0B-47A4-917A-49935975C66B}">
      <dgm:prSet/>
      <dgm:spPr/>
      <dgm:t>
        <a:bodyPr/>
        <a:lstStyle/>
        <a:p>
          <a:r>
            <a:rPr lang="en-US"/>
            <a:t>DROP DATABASE instituto;</a:t>
          </a:r>
        </a:p>
      </dgm:t>
    </dgm:pt>
    <dgm:pt modelId="{8F2396BF-0146-474C-8EA9-54BAE9209210}" type="parTrans" cxnId="{9BC68271-1762-4775-9EEB-24BE3A232B0A}">
      <dgm:prSet/>
      <dgm:spPr/>
      <dgm:t>
        <a:bodyPr/>
        <a:lstStyle/>
        <a:p>
          <a:endParaRPr lang="en-US"/>
        </a:p>
      </dgm:t>
    </dgm:pt>
    <dgm:pt modelId="{73449FC1-726F-4BE8-9475-335596C1AB55}" type="sibTrans" cxnId="{9BC68271-1762-4775-9EEB-24BE3A232B0A}">
      <dgm:prSet/>
      <dgm:spPr/>
      <dgm:t>
        <a:bodyPr/>
        <a:lstStyle/>
        <a:p>
          <a:endParaRPr lang="en-US"/>
        </a:p>
      </dgm:t>
    </dgm:pt>
    <dgm:pt modelId="{ADC27410-6943-49B0-8764-87DB32DF3C52}" type="pres">
      <dgm:prSet presAssocID="{00AB6EBA-29B7-4C27-A709-A1A59FE8E50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BBB729E-CC45-4251-8399-A202D6484811}" type="pres">
      <dgm:prSet presAssocID="{17C33DDD-1D29-47A5-A591-A68AEF114F19}" presName="hierRoot1" presStyleCnt="0"/>
      <dgm:spPr/>
    </dgm:pt>
    <dgm:pt modelId="{61DD71A9-A4D7-4A95-B9E4-0395A6C7FF20}" type="pres">
      <dgm:prSet presAssocID="{17C33DDD-1D29-47A5-A591-A68AEF114F19}" presName="composite" presStyleCnt="0"/>
      <dgm:spPr/>
    </dgm:pt>
    <dgm:pt modelId="{16E700CE-C931-4270-98B2-3E47C92DDC04}" type="pres">
      <dgm:prSet presAssocID="{17C33DDD-1D29-47A5-A591-A68AEF114F19}" presName="background" presStyleLbl="node0" presStyleIdx="0" presStyleCnt="2"/>
      <dgm:spPr/>
    </dgm:pt>
    <dgm:pt modelId="{EECAB7E2-C856-41C2-BE67-A64F930A4D77}" type="pres">
      <dgm:prSet presAssocID="{17C33DDD-1D29-47A5-A591-A68AEF114F19}" presName="text" presStyleLbl="fgAcc0" presStyleIdx="0" presStyleCnt="2">
        <dgm:presLayoutVars>
          <dgm:chPref val="3"/>
        </dgm:presLayoutVars>
      </dgm:prSet>
      <dgm:spPr/>
    </dgm:pt>
    <dgm:pt modelId="{D3C52320-025A-4340-B206-45968986BAD7}" type="pres">
      <dgm:prSet presAssocID="{17C33DDD-1D29-47A5-A591-A68AEF114F19}" presName="hierChild2" presStyleCnt="0"/>
      <dgm:spPr/>
    </dgm:pt>
    <dgm:pt modelId="{4D4230FA-EA5B-48A6-9C8F-B5A61696293A}" type="pres">
      <dgm:prSet presAssocID="{309DB202-2D0B-47A4-917A-49935975C66B}" presName="hierRoot1" presStyleCnt="0"/>
      <dgm:spPr/>
    </dgm:pt>
    <dgm:pt modelId="{784608A4-3879-4EF1-A833-5C4B05C75F72}" type="pres">
      <dgm:prSet presAssocID="{309DB202-2D0B-47A4-917A-49935975C66B}" presName="composite" presStyleCnt="0"/>
      <dgm:spPr/>
    </dgm:pt>
    <dgm:pt modelId="{A723B7A8-468A-46CA-AD44-17D166A09E61}" type="pres">
      <dgm:prSet presAssocID="{309DB202-2D0B-47A4-917A-49935975C66B}" presName="background" presStyleLbl="node0" presStyleIdx="1" presStyleCnt="2"/>
      <dgm:spPr/>
    </dgm:pt>
    <dgm:pt modelId="{52243ECF-6C84-46D0-A874-AD6E2299D765}" type="pres">
      <dgm:prSet presAssocID="{309DB202-2D0B-47A4-917A-49935975C66B}" presName="text" presStyleLbl="fgAcc0" presStyleIdx="1" presStyleCnt="2">
        <dgm:presLayoutVars>
          <dgm:chPref val="3"/>
        </dgm:presLayoutVars>
      </dgm:prSet>
      <dgm:spPr/>
    </dgm:pt>
    <dgm:pt modelId="{E6568E11-5D29-451E-8D11-4112AE61FACC}" type="pres">
      <dgm:prSet presAssocID="{309DB202-2D0B-47A4-917A-49935975C66B}" presName="hierChild2" presStyleCnt="0"/>
      <dgm:spPr/>
    </dgm:pt>
  </dgm:ptLst>
  <dgm:cxnLst>
    <dgm:cxn modelId="{5BB71604-8D10-4BC4-8887-C103041822A1}" srcId="{00AB6EBA-29B7-4C27-A709-A1A59FE8E50B}" destId="{17C33DDD-1D29-47A5-A591-A68AEF114F19}" srcOrd="0" destOrd="0" parTransId="{380705A9-CC38-4DD8-9FEE-029E96557CD0}" sibTransId="{31D20195-1115-4D0A-A459-6F10CDE47D3F}"/>
    <dgm:cxn modelId="{B75CC16D-65EE-47F2-A866-AA4F55D8F5BA}" type="presOf" srcId="{17C33DDD-1D29-47A5-A591-A68AEF114F19}" destId="{EECAB7E2-C856-41C2-BE67-A64F930A4D77}" srcOrd="0" destOrd="0" presId="urn:microsoft.com/office/officeart/2005/8/layout/hierarchy1"/>
    <dgm:cxn modelId="{9BC68271-1762-4775-9EEB-24BE3A232B0A}" srcId="{00AB6EBA-29B7-4C27-A709-A1A59FE8E50B}" destId="{309DB202-2D0B-47A4-917A-49935975C66B}" srcOrd="1" destOrd="0" parTransId="{8F2396BF-0146-474C-8EA9-54BAE9209210}" sibTransId="{73449FC1-726F-4BE8-9475-335596C1AB55}"/>
    <dgm:cxn modelId="{E073A553-1E08-4DBA-B6AD-81A07B6741C4}" type="presOf" srcId="{00AB6EBA-29B7-4C27-A709-A1A59FE8E50B}" destId="{ADC27410-6943-49B0-8764-87DB32DF3C52}" srcOrd="0" destOrd="0" presId="urn:microsoft.com/office/officeart/2005/8/layout/hierarchy1"/>
    <dgm:cxn modelId="{6F7D1C7F-52E6-430C-B5D5-6CC6ADA7669B}" type="presOf" srcId="{309DB202-2D0B-47A4-917A-49935975C66B}" destId="{52243ECF-6C84-46D0-A874-AD6E2299D765}" srcOrd="0" destOrd="0" presId="urn:microsoft.com/office/officeart/2005/8/layout/hierarchy1"/>
    <dgm:cxn modelId="{D0C014FF-F671-496E-B8AC-D1923888BF24}" type="presParOf" srcId="{ADC27410-6943-49B0-8764-87DB32DF3C52}" destId="{ABBB729E-CC45-4251-8399-A202D6484811}" srcOrd="0" destOrd="0" presId="urn:microsoft.com/office/officeart/2005/8/layout/hierarchy1"/>
    <dgm:cxn modelId="{E4C02D1F-72A9-47BD-A60C-BBC9E9291876}" type="presParOf" srcId="{ABBB729E-CC45-4251-8399-A202D6484811}" destId="{61DD71A9-A4D7-4A95-B9E4-0395A6C7FF20}" srcOrd="0" destOrd="0" presId="urn:microsoft.com/office/officeart/2005/8/layout/hierarchy1"/>
    <dgm:cxn modelId="{16155F4F-FE66-426E-9667-DB63FFE392A2}" type="presParOf" srcId="{61DD71A9-A4D7-4A95-B9E4-0395A6C7FF20}" destId="{16E700CE-C931-4270-98B2-3E47C92DDC04}" srcOrd="0" destOrd="0" presId="urn:microsoft.com/office/officeart/2005/8/layout/hierarchy1"/>
    <dgm:cxn modelId="{87C12992-EF26-476C-A2B7-6E43062BD350}" type="presParOf" srcId="{61DD71A9-A4D7-4A95-B9E4-0395A6C7FF20}" destId="{EECAB7E2-C856-41C2-BE67-A64F930A4D77}" srcOrd="1" destOrd="0" presId="urn:microsoft.com/office/officeart/2005/8/layout/hierarchy1"/>
    <dgm:cxn modelId="{FACFFA69-63CA-4AC3-9F7C-12E244A19EF8}" type="presParOf" srcId="{ABBB729E-CC45-4251-8399-A202D6484811}" destId="{D3C52320-025A-4340-B206-45968986BAD7}" srcOrd="1" destOrd="0" presId="urn:microsoft.com/office/officeart/2005/8/layout/hierarchy1"/>
    <dgm:cxn modelId="{7EC19C64-BE8D-4BBE-AB11-A0E1E29A5053}" type="presParOf" srcId="{ADC27410-6943-49B0-8764-87DB32DF3C52}" destId="{4D4230FA-EA5B-48A6-9C8F-B5A61696293A}" srcOrd="1" destOrd="0" presId="urn:microsoft.com/office/officeart/2005/8/layout/hierarchy1"/>
    <dgm:cxn modelId="{12D54442-9DF0-480D-9A3D-F77F5DB13A05}" type="presParOf" srcId="{4D4230FA-EA5B-48A6-9C8F-B5A61696293A}" destId="{784608A4-3879-4EF1-A833-5C4B05C75F72}" srcOrd="0" destOrd="0" presId="urn:microsoft.com/office/officeart/2005/8/layout/hierarchy1"/>
    <dgm:cxn modelId="{3FE0EB59-286A-49FA-B888-395A19E55F19}" type="presParOf" srcId="{784608A4-3879-4EF1-A833-5C4B05C75F72}" destId="{A723B7A8-468A-46CA-AD44-17D166A09E61}" srcOrd="0" destOrd="0" presId="urn:microsoft.com/office/officeart/2005/8/layout/hierarchy1"/>
    <dgm:cxn modelId="{7A5FABAF-73AF-4679-BCD0-320A71D01918}" type="presParOf" srcId="{784608A4-3879-4EF1-A833-5C4B05C75F72}" destId="{52243ECF-6C84-46D0-A874-AD6E2299D765}" srcOrd="1" destOrd="0" presId="urn:microsoft.com/office/officeart/2005/8/layout/hierarchy1"/>
    <dgm:cxn modelId="{335CD75A-74BC-463D-A426-8580B07D1A6E}" type="presParOf" srcId="{4D4230FA-EA5B-48A6-9C8F-B5A61696293A}" destId="{E6568E11-5D29-451E-8D11-4112AE61FAC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315337-92AB-4BEB-BD14-0A1F2F5F3F7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F1C3752-F053-48E5-8A86-33F8C6E33EE2}">
      <dgm:prSet/>
      <dgm:spPr/>
      <dgm:t>
        <a:bodyPr/>
        <a:lstStyle/>
        <a:p>
          <a:r>
            <a:rPr lang="en-US"/>
            <a:t>Selecciona una base de datos.</a:t>
          </a:r>
        </a:p>
      </dgm:t>
    </dgm:pt>
    <dgm:pt modelId="{542303F3-D97C-4D3C-893B-A5E2BDE3AA31}" type="parTrans" cxnId="{A31FF3E0-C63E-4735-A238-44232255AC5F}">
      <dgm:prSet/>
      <dgm:spPr/>
      <dgm:t>
        <a:bodyPr/>
        <a:lstStyle/>
        <a:p>
          <a:endParaRPr lang="en-US"/>
        </a:p>
      </dgm:t>
    </dgm:pt>
    <dgm:pt modelId="{FE087917-084D-4DAA-9439-FDCC8534A8B8}" type="sibTrans" cxnId="{A31FF3E0-C63E-4735-A238-44232255AC5F}">
      <dgm:prSet/>
      <dgm:spPr/>
      <dgm:t>
        <a:bodyPr/>
        <a:lstStyle/>
        <a:p>
          <a:endParaRPr lang="en-US"/>
        </a:p>
      </dgm:t>
    </dgm:pt>
    <dgm:pt modelId="{99CA3198-71AE-4F6A-9F49-D9D2D5A544AA}">
      <dgm:prSet/>
      <dgm:spPr/>
      <dgm:t>
        <a:bodyPr/>
        <a:lstStyle/>
        <a:p>
          <a:r>
            <a:rPr lang="en-US"/>
            <a:t>USE instituto;</a:t>
          </a:r>
        </a:p>
      </dgm:t>
    </dgm:pt>
    <dgm:pt modelId="{D49C6DC0-6CC4-47FC-A6CF-A5BC1EA2AC7C}" type="parTrans" cxnId="{EBCAE822-B620-44A8-8CA7-BA93170A607E}">
      <dgm:prSet/>
      <dgm:spPr/>
      <dgm:t>
        <a:bodyPr/>
        <a:lstStyle/>
        <a:p>
          <a:endParaRPr lang="en-US"/>
        </a:p>
      </dgm:t>
    </dgm:pt>
    <dgm:pt modelId="{AE531ABF-CBF8-4132-820D-B64C60680942}" type="sibTrans" cxnId="{EBCAE822-B620-44A8-8CA7-BA93170A607E}">
      <dgm:prSet/>
      <dgm:spPr/>
      <dgm:t>
        <a:bodyPr/>
        <a:lstStyle/>
        <a:p>
          <a:endParaRPr lang="en-US"/>
        </a:p>
      </dgm:t>
    </dgm:pt>
    <dgm:pt modelId="{5A659D86-141B-4C2A-8C1C-126F63E5755D}" type="pres">
      <dgm:prSet presAssocID="{FF315337-92AB-4BEB-BD14-0A1F2F5F3F7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1F90B30-84E5-400C-B6A0-0BDEF34CB108}" type="pres">
      <dgm:prSet presAssocID="{FF1C3752-F053-48E5-8A86-33F8C6E33EE2}" presName="hierRoot1" presStyleCnt="0"/>
      <dgm:spPr/>
    </dgm:pt>
    <dgm:pt modelId="{4F8855F7-56F3-4845-9D90-D64963FD20F5}" type="pres">
      <dgm:prSet presAssocID="{FF1C3752-F053-48E5-8A86-33F8C6E33EE2}" presName="composite" presStyleCnt="0"/>
      <dgm:spPr/>
    </dgm:pt>
    <dgm:pt modelId="{84E46F74-4DCD-4B6F-837D-0D09E4A7E82E}" type="pres">
      <dgm:prSet presAssocID="{FF1C3752-F053-48E5-8A86-33F8C6E33EE2}" presName="background" presStyleLbl="node0" presStyleIdx="0" presStyleCnt="2"/>
      <dgm:spPr/>
    </dgm:pt>
    <dgm:pt modelId="{DE8893C1-388E-4051-8E3F-ADA21AECCFD3}" type="pres">
      <dgm:prSet presAssocID="{FF1C3752-F053-48E5-8A86-33F8C6E33EE2}" presName="text" presStyleLbl="fgAcc0" presStyleIdx="0" presStyleCnt="2">
        <dgm:presLayoutVars>
          <dgm:chPref val="3"/>
        </dgm:presLayoutVars>
      </dgm:prSet>
      <dgm:spPr/>
    </dgm:pt>
    <dgm:pt modelId="{99D78488-66DE-4A19-A130-5FBFA6BE3D11}" type="pres">
      <dgm:prSet presAssocID="{FF1C3752-F053-48E5-8A86-33F8C6E33EE2}" presName="hierChild2" presStyleCnt="0"/>
      <dgm:spPr/>
    </dgm:pt>
    <dgm:pt modelId="{0A509E00-17D6-4040-9D5E-4E91F6DDEA6B}" type="pres">
      <dgm:prSet presAssocID="{99CA3198-71AE-4F6A-9F49-D9D2D5A544AA}" presName="hierRoot1" presStyleCnt="0"/>
      <dgm:spPr/>
    </dgm:pt>
    <dgm:pt modelId="{5641C686-CD4B-45A1-B5FC-DE91625411BD}" type="pres">
      <dgm:prSet presAssocID="{99CA3198-71AE-4F6A-9F49-D9D2D5A544AA}" presName="composite" presStyleCnt="0"/>
      <dgm:spPr/>
    </dgm:pt>
    <dgm:pt modelId="{06051818-81BF-4333-8A3A-9A15EB2715C4}" type="pres">
      <dgm:prSet presAssocID="{99CA3198-71AE-4F6A-9F49-D9D2D5A544AA}" presName="background" presStyleLbl="node0" presStyleIdx="1" presStyleCnt="2"/>
      <dgm:spPr/>
    </dgm:pt>
    <dgm:pt modelId="{CE5D628E-37AC-4B85-BB5A-C365094A51F3}" type="pres">
      <dgm:prSet presAssocID="{99CA3198-71AE-4F6A-9F49-D9D2D5A544AA}" presName="text" presStyleLbl="fgAcc0" presStyleIdx="1" presStyleCnt="2">
        <dgm:presLayoutVars>
          <dgm:chPref val="3"/>
        </dgm:presLayoutVars>
      </dgm:prSet>
      <dgm:spPr/>
    </dgm:pt>
    <dgm:pt modelId="{A11525F2-6D3F-47F4-B110-F3C29DB51888}" type="pres">
      <dgm:prSet presAssocID="{99CA3198-71AE-4F6A-9F49-D9D2D5A544AA}" presName="hierChild2" presStyleCnt="0"/>
      <dgm:spPr/>
    </dgm:pt>
  </dgm:ptLst>
  <dgm:cxnLst>
    <dgm:cxn modelId="{EBCAE822-B620-44A8-8CA7-BA93170A607E}" srcId="{FF315337-92AB-4BEB-BD14-0A1F2F5F3F7B}" destId="{99CA3198-71AE-4F6A-9F49-D9D2D5A544AA}" srcOrd="1" destOrd="0" parTransId="{D49C6DC0-6CC4-47FC-A6CF-A5BC1EA2AC7C}" sibTransId="{AE531ABF-CBF8-4132-820D-B64C60680942}"/>
    <dgm:cxn modelId="{A882B8A4-CD9D-426D-9A23-36AE42B1394A}" type="presOf" srcId="{FF1C3752-F053-48E5-8A86-33F8C6E33EE2}" destId="{DE8893C1-388E-4051-8E3F-ADA21AECCFD3}" srcOrd="0" destOrd="0" presId="urn:microsoft.com/office/officeart/2005/8/layout/hierarchy1"/>
    <dgm:cxn modelId="{A762B6BF-42FC-48EB-B8C3-3F04755CAD7F}" type="presOf" srcId="{FF315337-92AB-4BEB-BD14-0A1F2F5F3F7B}" destId="{5A659D86-141B-4C2A-8C1C-126F63E5755D}" srcOrd="0" destOrd="0" presId="urn:microsoft.com/office/officeart/2005/8/layout/hierarchy1"/>
    <dgm:cxn modelId="{ED6579C7-8C1A-4283-9A82-28BBCE7DF071}" type="presOf" srcId="{99CA3198-71AE-4F6A-9F49-D9D2D5A544AA}" destId="{CE5D628E-37AC-4B85-BB5A-C365094A51F3}" srcOrd="0" destOrd="0" presId="urn:microsoft.com/office/officeart/2005/8/layout/hierarchy1"/>
    <dgm:cxn modelId="{A31FF3E0-C63E-4735-A238-44232255AC5F}" srcId="{FF315337-92AB-4BEB-BD14-0A1F2F5F3F7B}" destId="{FF1C3752-F053-48E5-8A86-33F8C6E33EE2}" srcOrd="0" destOrd="0" parTransId="{542303F3-D97C-4D3C-893B-A5E2BDE3AA31}" sibTransId="{FE087917-084D-4DAA-9439-FDCC8534A8B8}"/>
    <dgm:cxn modelId="{5C30213F-6BF2-4A2A-BEA5-9F82B1E4870B}" type="presParOf" srcId="{5A659D86-141B-4C2A-8C1C-126F63E5755D}" destId="{31F90B30-84E5-400C-B6A0-0BDEF34CB108}" srcOrd="0" destOrd="0" presId="urn:microsoft.com/office/officeart/2005/8/layout/hierarchy1"/>
    <dgm:cxn modelId="{F1E8F515-5931-48BB-A090-5197F7668CD5}" type="presParOf" srcId="{31F90B30-84E5-400C-B6A0-0BDEF34CB108}" destId="{4F8855F7-56F3-4845-9D90-D64963FD20F5}" srcOrd="0" destOrd="0" presId="urn:microsoft.com/office/officeart/2005/8/layout/hierarchy1"/>
    <dgm:cxn modelId="{1038F8E2-2823-4B83-ADA9-346FB0A12951}" type="presParOf" srcId="{4F8855F7-56F3-4845-9D90-D64963FD20F5}" destId="{84E46F74-4DCD-4B6F-837D-0D09E4A7E82E}" srcOrd="0" destOrd="0" presId="urn:microsoft.com/office/officeart/2005/8/layout/hierarchy1"/>
    <dgm:cxn modelId="{C989C453-7E0E-4218-94F1-1B54DA19FBC3}" type="presParOf" srcId="{4F8855F7-56F3-4845-9D90-D64963FD20F5}" destId="{DE8893C1-388E-4051-8E3F-ADA21AECCFD3}" srcOrd="1" destOrd="0" presId="urn:microsoft.com/office/officeart/2005/8/layout/hierarchy1"/>
    <dgm:cxn modelId="{E73F8956-A59D-4CC5-AD5D-7FDCF7053555}" type="presParOf" srcId="{31F90B30-84E5-400C-B6A0-0BDEF34CB108}" destId="{99D78488-66DE-4A19-A130-5FBFA6BE3D11}" srcOrd="1" destOrd="0" presId="urn:microsoft.com/office/officeart/2005/8/layout/hierarchy1"/>
    <dgm:cxn modelId="{A70FDC42-2316-4991-88A6-B5D3AC40FA19}" type="presParOf" srcId="{5A659D86-141B-4C2A-8C1C-126F63E5755D}" destId="{0A509E00-17D6-4040-9D5E-4E91F6DDEA6B}" srcOrd="1" destOrd="0" presId="urn:microsoft.com/office/officeart/2005/8/layout/hierarchy1"/>
    <dgm:cxn modelId="{2A778E8F-AF15-4832-96E2-45CB5560BD27}" type="presParOf" srcId="{0A509E00-17D6-4040-9D5E-4E91F6DDEA6B}" destId="{5641C686-CD4B-45A1-B5FC-DE91625411BD}" srcOrd="0" destOrd="0" presId="urn:microsoft.com/office/officeart/2005/8/layout/hierarchy1"/>
    <dgm:cxn modelId="{F73C1C1A-1D4A-4D99-AA73-CCE454D039F0}" type="presParOf" srcId="{5641C686-CD4B-45A1-B5FC-DE91625411BD}" destId="{06051818-81BF-4333-8A3A-9A15EB2715C4}" srcOrd="0" destOrd="0" presId="urn:microsoft.com/office/officeart/2005/8/layout/hierarchy1"/>
    <dgm:cxn modelId="{D2B4AA27-B225-41F9-B7D7-8D05F518E5E4}" type="presParOf" srcId="{5641C686-CD4B-45A1-B5FC-DE91625411BD}" destId="{CE5D628E-37AC-4B85-BB5A-C365094A51F3}" srcOrd="1" destOrd="0" presId="urn:microsoft.com/office/officeart/2005/8/layout/hierarchy1"/>
    <dgm:cxn modelId="{72C5F41D-180B-469F-9EF3-3AF9D7B7BA10}" type="presParOf" srcId="{0A509E00-17D6-4040-9D5E-4E91F6DDEA6B}" destId="{A11525F2-6D3F-47F4-B110-F3C29DB518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C01A1D-F643-4BB3-A482-FB751C14405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C44F27-B303-4DAB-956D-6C96B767B195}">
      <dgm:prSet/>
      <dgm:spPr/>
      <dgm:t>
        <a:bodyPr/>
        <a:lstStyle/>
        <a:p>
          <a:r>
            <a:rPr lang="en-US"/>
            <a:t>Crea una tabla.</a:t>
          </a:r>
        </a:p>
      </dgm:t>
    </dgm:pt>
    <dgm:pt modelId="{65D4CF5E-1529-481E-8040-2D87B1D69435}" type="parTrans" cxnId="{4B9DA6B0-2F3F-4174-BD83-5C4233F22AD7}">
      <dgm:prSet/>
      <dgm:spPr/>
      <dgm:t>
        <a:bodyPr/>
        <a:lstStyle/>
        <a:p>
          <a:endParaRPr lang="en-US"/>
        </a:p>
      </dgm:t>
    </dgm:pt>
    <dgm:pt modelId="{4E39FB16-7C58-4155-A9AA-19765FE780EB}" type="sibTrans" cxnId="{4B9DA6B0-2F3F-4174-BD83-5C4233F22AD7}">
      <dgm:prSet/>
      <dgm:spPr/>
      <dgm:t>
        <a:bodyPr/>
        <a:lstStyle/>
        <a:p>
          <a:endParaRPr lang="en-US"/>
        </a:p>
      </dgm:t>
    </dgm:pt>
    <dgm:pt modelId="{3CBA9FCC-0C51-462A-9C09-51121155C009}">
      <dgm:prSet/>
      <dgm:spPr/>
      <dgm:t>
        <a:bodyPr/>
        <a:lstStyle/>
        <a:p>
          <a:r>
            <a:rPr lang="en-US"/>
            <a:t>CREATE TABLE alumno(id INT PRIMARY KEY, nombre VARCHAR(50));</a:t>
          </a:r>
        </a:p>
      </dgm:t>
    </dgm:pt>
    <dgm:pt modelId="{5276ABDC-61C0-4A9D-877A-07ABCE7DA052}" type="parTrans" cxnId="{855CE22A-F3F2-42D7-BC58-69DBF7FDCF08}">
      <dgm:prSet/>
      <dgm:spPr/>
      <dgm:t>
        <a:bodyPr/>
        <a:lstStyle/>
        <a:p>
          <a:endParaRPr lang="en-US"/>
        </a:p>
      </dgm:t>
    </dgm:pt>
    <dgm:pt modelId="{0B2DF570-CAED-41FE-8C66-64346636A3B0}" type="sibTrans" cxnId="{855CE22A-F3F2-42D7-BC58-69DBF7FDCF08}">
      <dgm:prSet/>
      <dgm:spPr/>
      <dgm:t>
        <a:bodyPr/>
        <a:lstStyle/>
        <a:p>
          <a:endParaRPr lang="en-US"/>
        </a:p>
      </dgm:t>
    </dgm:pt>
    <dgm:pt modelId="{C3549ADF-FAEF-4533-A530-839057667FDC}" type="pres">
      <dgm:prSet presAssocID="{92C01A1D-F643-4BB3-A482-FB751C14405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C19D904-5198-458F-835A-A92C613177CB}" type="pres">
      <dgm:prSet presAssocID="{9EC44F27-B303-4DAB-956D-6C96B767B195}" presName="hierRoot1" presStyleCnt="0"/>
      <dgm:spPr/>
    </dgm:pt>
    <dgm:pt modelId="{E3D69D4E-CD66-4BF3-9C0C-EF1041BA2B48}" type="pres">
      <dgm:prSet presAssocID="{9EC44F27-B303-4DAB-956D-6C96B767B195}" presName="composite" presStyleCnt="0"/>
      <dgm:spPr/>
    </dgm:pt>
    <dgm:pt modelId="{998232FE-56F3-4485-92DB-FD0331D6DB34}" type="pres">
      <dgm:prSet presAssocID="{9EC44F27-B303-4DAB-956D-6C96B767B195}" presName="background" presStyleLbl="node0" presStyleIdx="0" presStyleCnt="2"/>
      <dgm:spPr/>
    </dgm:pt>
    <dgm:pt modelId="{4B3A0D6B-D875-47EE-BCB5-8B8706624083}" type="pres">
      <dgm:prSet presAssocID="{9EC44F27-B303-4DAB-956D-6C96B767B195}" presName="text" presStyleLbl="fgAcc0" presStyleIdx="0" presStyleCnt="2">
        <dgm:presLayoutVars>
          <dgm:chPref val="3"/>
        </dgm:presLayoutVars>
      </dgm:prSet>
      <dgm:spPr/>
    </dgm:pt>
    <dgm:pt modelId="{7437D81E-0CF2-4E0A-8B00-C91D8B5CF659}" type="pres">
      <dgm:prSet presAssocID="{9EC44F27-B303-4DAB-956D-6C96B767B195}" presName="hierChild2" presStyleCnt="0"/>
      <dgm:spPr/>
    </dgm:pt>
    <dgm:pt modelId="{343E8A4F-D175-45CE-B329-2138636C1FC8}" type="pres">
      <dgm:prSet presAssocID="{3CBA9FCC-0C51-462A-9C09-51121155C009}" presName="hierRoot1" presStyleCnt="0"/>
      <dgm:spPr/>
    </dgm:pt>
    <dgm:pt modelId="{70B340D5-7DE2-4E40-A495-75CC89D8F84C}" type="pres">
      <dgm:prSet presAssocID="{3CBA9FCC-0C51-462A-9C09-51121155C009}" presName="composite" presStyleCnt="0"/>
      <dgm:spPr/>
    </dgm:pt>
    <dgm:pt modelId="{BF2EEEFF-4423-4AF4-A61C-077D63B7DFB8}" type="pres">
      <dgm:prSet presAssocID="{3CBA9FCC-0C51-462A-9C09-51121155C009}" presName="background" presStyleLbl="node0" presStyleIdx="1" presStyleCnt="2"/>
      <dgm:spPr/>
    </dgm:pt>
    <dgm:pt modelId="{B49E97DD-E2C8-468C-8268-4EDC513CCDC6}" type="pres">
      <dgm:prSet presAssocID="{3CBA9FCC-0C51-462A-9C09-51121155C009}" presName="text" presStyleLbl="fgAcc0" presStyleIdx="1" presStyleCnt="2">
        <dgm:presLayoutVars>
          <dgm:chPref val="3"/>
        </dgm:presLayoutVars>
      </dgm:prSet>
      <dgm:spPr/>
    </dgm:pt>
    <dgm:pt modelId="{16D2FA90-6391-4031-98C1-D53E46F20558}" type="pres">
      <dgm:prSet presAssocID="{3CBA9FCC-0C51-462A-9C09-51121155C009}" presName="hierChild2" presStyleCnt="0"/>
      <dgm:spPr/>
    </dgm:pt>
  </dgm:ptLst>
  <dgm:cxnLst>
    <dgm:cxn modelId="{855CE22A-F3F2-42D7-BC58-69DBF7FDCF08}" srcId="{92C01A1D-F643-4BB3-A482-FB751C14405E}" destId="{3CBA9FCC-0C51-462A-9C09-51121155C009}" srcOrd="1" destOrd="0" parTransId="{5276ABDC-61C0-4A9D-877A-07ABCE7DA052}" sibTransId="{0B2DF570-CAED-41FE-8C66-64346636A3B0}"/>
    <dgm:cxn modelId="{5847EA5B-54C7-4568-9C03-BA2056C3F64B}" type="presOf" srcId="{92C01A1D-F643-4BB3-A482-FB751C14405E}" destId="{C3549ADF-FAEF-4533-A530-839057667FDC}" srcOrd="0" destOrd="0" presId="urn:microsoft.com/office/officeart/2005/8/layout/hierarchy1"/>
    <dgm:cxn modelId="{4BF6EE5E-2B48-4F15-A487-BFBD818308CE}" type="presOf" srcId="{3CBA9FCC-0C51-462A-9C09-51121155C009}" destId="{B49E97DD-E2C8-468C-8268-4EDC513CCDC6}" srcOrd="0" destOrd="0" presId="urn:microsoft.com/office/officeart/2005/8/layout/hierarchy1"/>
    <dgm:cxn modelId="{674EF877-F0BE-4CE7-B479-02DA01121AF7}" type="presOf" srcId="{9EC44F27-B303-4DAB-956D-6C96B767B195}" destId="{4B3A0D6B-D875-47EE-BCB5-8B8706624083}" srcOrd="0" destOrd="0" presId="urn:microsoft.com/office/officeart/2005/8/layout/hierarchy1"/>
    <dgm:cxn modelId="{4B9DA6B0-2F3F-4174-BD83-5C4233F22AD7}" srcId="{92C01A1D-F643-4BB3-A482-FB751C14405E}" destId="{9EC44F27-B303-4DAB-956D-6C96B767B195}" srcOrd="0" destOrd="0" parTransId="{65D4CF5E-1529-481E-8040-2D87B1D69435}" sibTransId="{4E39FB16-7C58-4155-A9AA-19765FE780EB}"/>
    <dgm:cxn modelId="{DA8489C5-2B18-4270-A6E7-3256CBC0E5E7}" type="presParOf" srcId="{C3549ADF-FAEF-4533-A530-839057667FDC}" destId="{BC19D904-5198-458F-835A-A92C613177CB}" srcOrd="0" destOrd="0" presId="urn:microsoft.com/office/officeart/2005/8/layout/hierarchy1"/>
    <dgm:cxn modelId="{8013092D-3677-4971-97C2-1BE664D6057E}" type="presParOf" srcId="{BC19D904-5198-458F-835A-A92C613177CB}" destId="{E3D69D4E-CD66-4BF3-9C0C-EF1041BA2B48}" srcOrd="0" destOrd="0" presId="urn:microsoft.com/office/officeart/2005/8/layout/hierarchy1"/>
    <dgm:cxn modelId="{C2FD6381-B820-414E-9EFF-FF36F873AF1E}" type="presParOf" srcId="{E3D69D4E-CD66-4BF3-9C0C-EF1041BA2B48}" destId="{998232FE-56F3-4485-92DB-FD0331D6DB34}" srcOrd="0" destOrd="0" presId="urn:microsoft.com/office/officeart/2005/8/layout/hierarchy1"/>
    <dgm:cxn modelId="{8EF0D8A2-A0A9-4273-A5C4-A01F1BE97F69}" type="presParOf" srcId="{E3D69D4E-CD66-4BF3-9C0C-EF1041BA2B48}" destId="{4B3A0D6B-D875-47EE-BCB5-8B8706624083}" srcOrd="1" destOrd="0" presId="urn:microsoft.com/office/officeart/2005/8/layout/hierarchy1"/>
    <dgm:cxn modelId="{846CE953-28AE-463E-BCE8-6B5F4FD70A23}" type="presParOf" srcId="{BC19D904-5198-458F-835A-A92C613177CB}" destId="{7437D81E-0CF2-4E0A-8B00-C91D8B5CF659}" srcOrd="1" destOrd="0" presId="urn:microsoft.com/office/officeart/2005/8/layout/hierarchy1"/>
    <dgm:cxn modelId="{1707AF60-2AA8-4FD4-8A3E-DEFD9D57DFE3}" type="presParOf" srcId="{C3549ADF-FAEF-4533-A530-839057667FDC}" destId="{343E8A4F-D175-45CE-B329-2138636C1FC8}" srcOrd="1" destOrd="0" presId="urn:microsoft.com/office/officeart/2005/8/layout/hierarchy1"/>
    <dgm:cxn modelId="{0402931A-D7A6-4143-ABF5-3FE1D29FAA6F}" type="presParOf" srcId="{343E8A4F-D175-45CE-B329-2138636C1FC8}" destId="{70B340D5-7DE2-4E40-A495-75CC89D8F84C}" srcOrd="0" destOrd="0" presId="urn:microsoft.com/office/officeart/2005/8/layout/hierarchy1"/>
    <dgm:cxn modelId="{E739019B-89F0-4D13-8D40-AFBAA3CBD8BF}" type="presParOf" srcId="{70B340D5-7DE2-4E40-A495-75CC89D8F84C}" destId="{BF2EEEFF-4423-4AF4-A61C-077D63B7DFB8}" srcOrd="0" destOrd="0" presId="urn:microsoft.com/office/officeart/2005/8/layout/hierarchy1"/>
    <dgm:cxn modelId="{0C464859-B8EE-4993-A67C-CB21A4E1B43E}" type="presParOf" srcId="{70B340D5-7DE2-4E40-A495-75CC89D8F84C}" destId="{B49E97DD-E2C8-468C-8268-4EDC513CCDC6}" srcOrd="1" destOrd="0" presId="urn:microsoft.com/office/officeart/2005/8/layout/hierarchy1"/>
    <dgm:cxn modelId="{8CA9DE5E-F9C2-4458-8DF7-16F49580251A}" type="presParOf" srcId="{343E8A4F-D175-45CE-B329-2138636C1FC8}" destId="{16D2FA90-6391-4031-98C1-D53E46F2055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2D05BEB-4236-4814-B187-5A0CDF254B5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180CBD-6F65-4470-AA4C-D8F42799BA39}">
      <dgm:prSet/>
      <dgm:spPr/>
      <dgm:t>
        <a:bodyPr/>
        <a:lstStyle/>
        <a:p>
          <a:r>
            <a:rPr lang="en-US"/>
            <a:t>Elimina una tabla.</a:t>
          </a:r>
        </a:p>
      </dgm:t>
    </dgm:pt>
    <dgm:pt modelId="{E1B141DB-9B46-4960-86A9-F2D3334A3E11}" type="parTrans" cxnId="{09AF68D2-2F06-45C5-A752-FE5BA83AEA3F}">
      <dgm:prSet/>
      <dgm:spPr/>
      <dgm:t>
        <a:bodyPr/>
        <a:lstStyle/>
        <a:p>
          <a:endParaRPr lang="en-US"/>
        </a:p>
      </dgm:t>
    </dgm:pt>
    <dgm:pt modelId="{E6163030-BAC1-4097-B729-E6E099FCC91E}" type="sibTrans" cxnId="{09AF68D2-2F06-45C5-A752-FE5BA83AEA3F}">
      <dgm:prSet/>
      <dgm:spPr/>
      <dgm:t>
        <a:bodyPr/>
        <a:lstStyle/>
        <a:p>
          <a:endParaRPr lang="en-US"/>
        </a:p>
      </dgm:t>
    </dgm:pt>
    <dgm:pt modelId="{06E600CC-411E-4504-93B3-5A5CDDDD72B2}">
      <dgm:prSet/>
      <dgm:spPr/>
      <dgm:t>
        <a:bodyPr/>
        <a:lstStyle/>
        <a:p>
          <a:r>
            <a:rPr lang="en-US"/>
            <a:t>DROP TABLE alumno;</a:t>
          </a:r>
        </a:p>
      </dgm:t>
    </dgm:pt>
    <dgm:pt modelId="{CB106758-89A4-4DF3-BE33-5C8F409AFD62}" type="parTrans" cxnId="{0AE44158-ACF8-43EA-B80E-46E3FBBCD5C3}">
      <dgm:prSet/>
      <dgm:spPr/>
      <dgm:t>
        <a:bodyPr/>
        <a:lstStyle/>
        <a:p>
          <a:endParaRPr lang="en-US"/>
        </a:p>
      </dgm:t>
    </dgm:pt>
    <dgm:pt modelId="{32724B1F-9C3C-4185-AF4C-EFB168869493}" type="sibTrans" cxnId="{0AE44158-ACF8-43EA-B80E-46E3FBBCD5C3}">
      <dgm:prSet/>
      <dgm:spPr/>
      <dgm:t>
        <a:bodyPr/>
        <a:lstStyle/>
        <a:p>
          <a:endParaRPr lang="en-US"/>
        </a:p>
      </dgm:t>
    </dgm:pt>
    <dgm:pt modelId="{B187271B-9A53-4066-AD8E-948C72D67FE2}" type="pres">
      <dgm:prSet presAssocID="{E2D05BEB-4236-4814-B187-5A0CDF254B5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CF41C9C-552F-4162-8F12-F828BA934BDB}" type="pres">
      <dgm:prSet presAssocID="{5C180CBD-6F65-4470-AA4C-D8F42799BA39}" presName="hierRoot1" presStyleCnt="0"/>
      <dgm:spPr/>
    </dgm:pt>
    <dgm:pt modelId="{5DD6801F-5B13-4E4C-B065-FF30D0BC87CA}" type="pres">
      <dgm:prSet presAssocID="{5C180CBD-6F65-4470-AA4C-D8F42799BA39}" presName="composite" presStyleCnt="0"/>
      <dgm:spPr/>
    </dgm:pt>
    <dgm:pt modelId="{15F42514-8D75-4F0E-912A-2890A5437E49}" type="pres">
      <dgm:prSet presAssocID="{5C180CBD-6F65-4470-AA4C-D8F42799BA39}" presName="background" presStyleLbl="node0" presStyleIdx="0" presStyleCnt="2"/>
      <dgm:spPr/>
    </dgm:pt>
    <dgm:pt modelId="{184E3393-6E94-4F55-9D51-88D29F308186}" type="pres">
      <dgm:prSet presAssocID="{5C180CBD-6F65-4470-AA4C-D8F42799BA39}" presName="text" presStyleLbl="fgAcc0" presStyleIdx="0" presStyleCnt="2">
        <dgm:presLayoutVars>
          <dgm:chPref val="3"/>
        </dgm:presLayoutVars>
      </dgm:prSet>
      <dgm:spPr/>
    </dgm:pt>
    <dgm:pt modelId="{1B867087-3D00-4155-8CE9-9CDB2AFAB1B0}" type="pres">
      <dgm:prSet presAssocID="{5C180CBD-6F65-4470-AA4C-D8F42799BA39}" presName="hierChild2" presStyleCnt="0"/>
      <dgm:spPr/>
    </dgm:pt>
    <dgm:pt modelId="{B66F52B3-5F10-4DE5-BA12-8CB6A4AB9E66}" type="pres">
      <dgm:prSet presAssocID="{06E600CC-411E-4504-93B3-5A5CDDDD72B2}" presName="hierRoot1" presStyleCnt="0"/>
      <dgm:spPr/>
    </dgm:pt>
    <dgm:pt modelId="{2B63489C-B80B-4DCF-B547-B10630386904}" type="pres">
      <dgm:prSet presAssocID="{06E600CC-411E-4504-93B3-5A5CDDDD72B2}" presName="composite" presStyleCnt="0"/>
      <dgm:spPr/>
    </dgm:pt>
    <dgm:pt modelId="{F5313A3B-25F2-401F-84C1-8E959F540C5A}" type="pres">
      <dgm:prSet presAssocID="{06E600CC-411E-4504-93B3-5A5CDDDD72B2}" presName="background" presStyleLbl="node0" presStyleIdx="1" presStyleCnt="2"/>
      <dgm:spPr/>
    </dgm:pt>
    <dgm:pt modelId="{132BAAD7-5192-494D-9C5B-D624B51D0B4E}" type="pres">
      <dgm:prSet presAssocID="{06E600CC-411E-4504-93B3-5A5CDDDD72B2}" presName="text" presStyleLbl="fgAcc0" presStyleIdx="1" presStyleCnt="2">
        <dgm:presLayoutVars>
          <dgm:chPref val="3"/>
        </dgm:presLayoutVars>
      </dgm:prSet>
      <dgm:spPr/>
    </dgm:pt>
    <dgm:pt modelId="{2F26F02F-0437-4545-9747-5268796E7098}" type="pres">
      <dgm:prSet presAssocID="{06E600CC-411E-4504-93B3-5A5CDDDD72B2}" presName="hierChild2" presStyleCnt="0"/>
      <dgm:spPr/>
    </dgm:pt>
  </dgm:ptLst>
  <dgm:cxnLst>
    <dgm:cxn modelId="{E159435F-D66E-49AE-B328-45697E15A926}" type="presOf" srcId="{E2D05BEB-4236-4814-B187-5A0CDF254B5C}" destId="{B187271B-9A53-4066-AD8E-948C72D67FE2}" srcOrd="0" destOrd="0" presId="urn:microsoft.com/office/officeart/2005/8/layout/hierarchy1"/>
    <dgm:cxn modelId="{0AE44158-ACF8-43EA-B80E-46E3FBBCD5C3}" srcId="{E2D05BEB-4236-4814-B187-5A0CDF254B5C}" destId="{06E600CC-411E-4504-93B3-5A5CDDDD72B2}" srcOrd="1" destOrd="0" parTransId="{CB106758-89A4-4DF3-BE33-5C8F409AFD62}" sibTransId="{32724B1F-9C3C-4185-AF4C-EFB168869493}"/>
    <dgm:cxn modelId="{2614C5AE-56DB-4856-B680-2AC33E7FDD14}" type="presOf" srcId="{06E600CC-411E-4504-93B3-5A5CDDDD72B2}" destId="{132BAAD7-5192-494D-9C5B-D624B51D0B4E}" srcOrd="0" destOrd="0" presId="urn:microsoft.com/office/officeart/2005/8/layout/hierarchy1"/>
    <dgm:cxn modelId="{AC7490C0-0D3D-47B9-A21F-9952BC87D67F}" type="presOf" srcId="{5C180CBD-6F65-4470-AA4C-D8F42799BA39}" destId="{184E3393-6E94-4F55-9D51-88D29F308186}" srcOrd="0" destOrd="0" presId="urn:microsoft.com/office/officeart/2005/8/layout/hierarchy1"/>
    <dgm:cxn modelId="{09AF68D2-2F06-45C5-A752-FE5BA83AEA3F}" srcId="{E2D05BEB-4236-4814-B187-5A0CDF254B5C}" destId="{5C180CBD-6F65-4470-AA4C-D8F42799BA39}" srcOrd="0" destOrd="0" parTransId="{E1B141DB-9B46-4960-86A9-F2D3334A3E11}" sibTransId="{E6163030-BAC1-4097-B729-E6E099FCC91E}"/>
    <dgm:cxn modelId="{FBCEC6C2-48CE-4682-B48E-27AE83886D84}" type="presParOf" srcId="{B187271B-9A53-4066-AD8E-948C72D67FE2}" destId="{0CF41C9C-552F-4162-8F12-F828BA934BDB}" srcOrd="0" destOrd="0" presId="urn:microsoft.com/office/officeart/2005/8/layout/hierarchy1"/>
    <dgm:cxn modelId="{F00FED0C-81EE-4E5E-B7C6-FA412E946F46}" type="presParOf" srcId="{0CF41C9C-552F-4162-8F12-F828BA934BDB}" destId="{5DD6801F-5B13-4E4C-B065-FF30D0BC87CA}" srcOrd="0" destOrd="0" presId="urn:microsoft.com/office/officeart/2005/8/layout/hierarchy1"/>
    <dgm:cxn modelId="{4F0CAF07-EC67-4601-8625-30E149746470}" type="presParOf" srcId="{5DD6801F-5B13-4E4C-B065-FF30D0BC87CA}" destId="{15F42514-8D75-4F0E-912A-2890A5437E49}" srcOrd="0" destOrd="0" presId="urn:microsoft.com/office/officeart/2005/8/layout/hierarchy1"/>
    <dgm:cxn modelId="{3E0436E6-940A-485D-9793-3D4E48778CE3}" type="presParOf" srcId="{5DD6801F-5B13-4E4C-B065-FF30D0BC87CA}" destId="{184E3393-6E94-4F55-9D51-88D29F308186}" srcOrd="1" destOrd="0" presId="urn:microsoft.com/office/officeart/2005/8/layout/hierarchy1"/>
    <dgm:cxn modelId="{CFAC0616-398E-4868-95C3-499640FCBC45}" type="presParOf" srcId="{0CF41C9C-552F-4162-8F12-F828BA934BDB}" destId="{1B867087-3D00-4155-8CE9-9CDB2AFAB1B0}" srcOrd="1" destOrd="0" presId="urn:microsoft.com/office/officeart/2005/8/layout/hierarchy1"/>
    <dgm:cxn modelId="{9AEB23F7-92E3-4FB4-BD20-81D6E43ECE1C}" type="presParOf" srcId="{B187271B-9A53-4066-AD8E-948C72D67FE2}" destId="{B66F52B3-5F10-4DE5-BA12-8CB6A4AB9E66}" srcOrd="1" destOrd="0" presId="urn:microsoft.com/office/officeart/2005/8/layout/hierarchy1"/>
    <dgm:cxn modelId="{855708F8-BF43-4BDE-B007-FA954EE030E2}" type="presParOf" srcId="{B66F52B3-5F10-4DE5-BA12-8CB6A4AB9E66}" destId="{2B63489C-B80B-4DCF-B547-B10630386904}" srcOrd="0" destOrd="0" presId="urn:microsoft.com/office/officeart/2005/8/layout/hierarchy1"/>
    <dgm:cxn modelId="{11C5326C-C35E-4D1F-9C2C-791C62EF3537}" type="presParOf" srcId="{2B63489C-B80B-4DCF-B547-B10630386904}" destId="{F5313A3B-25F2-401F-84C1-8E959F540C5A}" srcOrd="0" destOrd="0" presId="urn:microsoft.com/office/officeart/2005/8/layout/hierarchy1"/>
    <dgm:cxn modelId="{C462CA1D-195D-473A-B10F-84AFE549EF50}" type="presParOf" srcId="{2B63489C-B80B-4DCF-B547-B10630386904}" destId="{132BAAD7-5192-494D-9C5B-D624B51D0B4E}" srcOrd="1" destOrd="0" presId="urn:microsoft.com/office/officeart/2005/8/layout/hierarchy1"/>
    <dgm:cxn modelId="{83143C7A-411E-4163-A7F2-DFA7B10EDEA7}" type="presParOf" srcId="{B66F52B3-5F10-4DE5-BA12-8CB6A4AB9E66}" destId="{2F26F02F-0437-4545-9747-5268796E709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2468540-C11D-4333-8ACE-73BE960CC49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954ABC-539C-4E42-916C-DAE215AEA9F3}">
      <dgm:prSet/>
      <dgm:spPr/>
      <dgm:t>
        <a:bodyPr/>
        <a:lstStyle/>
        <a:p>
          <a:r>
            <a:rPr lang="en-US"/>
            <a:t>Modifica una tabla.</a:t>
          </a:r>
        </a:p>
      </dgm:t>
    </dgm:pt>
    <dgm:pt modelId="{D6BE6225-09F9-4315-A4BF-914727B94FB7}" type="parTrans" cxnId="{F6305A46-4861-4BBD-B2F4-5C570BDCE5B4}">
      <dgm:prSet/>
      <dgm:spPr/>
      <dgm:t>
        <a:bodyPr/>
        <a:lstStyle/>
        <a:p>
          <a:endParaRPr lang="en-US"/>
        </a:p>
      </dgm:t>
    </dgm:pt>
    <dgm:pt modelId="{0E4059E7-9CDB-4F5B-AD89-78BED20D954A}" type="sibTrans" cxnId="{F6305A46-4861-4BBD-B2F4-5C570BDCE5B4}">
      <dgm:prSet/>
      <dgm:spPr/>
      <dgm:t>
        <a:bodyPr/>
        <a:lstStyle/>
        <a:p>
          <a:endParaRPr lang="en-US"/>
        </a:p>
      </dgm:t>
    </dgm:pt>
    <dgm:pt modelId="{1F9DEA19-8A18-4CC5-91A5-2928A0E58809}">
      <dgm:prSet/>
      <dgm:spPr/>
      <dgm:t>
        <a:bodyPr/>
        <a:lstStyle/>
        <a:p>
          <a:r>
            <a:rPr lang="en-US"/>
            <a:t>ALTER TABLE alumno ADD edad INT;</a:t>
          </a:r>
        </a:p>
      </dgm:t>
    </dgm:pt>
    <dgm:pt modelId="{7A7E0481-4D35-442C-B6AD-05E5B4CF3E57}" type="parTrans" cxnId="{F68FC2BC-E9CF-4573-8D0F-7500B2ADB320}">
      <dgm:prSet/>
      <dgm:spPr/>
      <dgm:t>
        <a:bodyPr/>
        <a:lstStyle/>
        <a:p>
          <a:endParaRPr lang="en-US"/>
        </a:p>
      </dgm:t>
    </dgm:pt>
    <dgm:pt modelId="{6F863687-06D5-40F4-9E13-681C27B26500}" type="sibTrans" cxnId="{F68FC2BC-E9CF-4573-8D0F-7500B2ADB320}">
      <dgm:prSet/>
      <dgm:spPr/>
      <dgm:t>
        <a:bodyPr/>
        <a:lstStyle/>
        <a:p>
          <a:endParaRPr lang="en-US"/>
        </a:p>
      </dgm:t>
    </dgm:pt>
    <dgm:pt modelId="{C94E06CC-B834-4D9A-91F2-32A57302BE36}" type="pres">
      <dgm:prSet presAssocID="{E2468540-C11D-4333-8ACE-73BE960CC49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C2B247-1344-4912-8761-831D37385B0A}" type="pres">
      <dgm:prSet presAssocID="{EC954ABC-539C-4E42-916C-DAE215AEA9F3}" presName="hierRoot1" presStyleCnt="0"/>
      <dgm:spPr/>
    </dgm:pt>
    <dgm:pt modelId="{0865F4F3-29EC-41A2-A0EE-9E639E7E3491}" type="pres">
      <dgm:prSet presAssocID="{EC954ABC-539C-4E42-916C-DAE215AEA9F3}" presName="composite" presStyleCnt="0"/>
      <dgm:spPr/>
    </dgm:pt>
    <dgm:pt modelId="{789E13FD-EB48-488C-857A-AE30E7506FD0}" type="pres">
      <dgm:prSet presAssocID="{EC954ABC-539C-4E42-916C-DAE215AEA9F3}" presName="background" presStyleLbl="node0" presStyleIdx="0" presStyleCnt="2"/>
      <dgm:spPr/>
    </dgm:pt>
    <dgm:pt modelId="{80B8C790-6C54-49CA-B543-5927C0B71BFB}" type="pres">
      <dgm:prSet presAssocID="{EC954ABC-539C-4E42-916C-DAE215AEA9F3}" presName="text" presStyleLbl="fgAcc0" presStyleIdx="0" presStyleCnt="2">
        <dgm:presLayoutVars>
          <dgm:chPref val="3"/>
        </dgm:presLayoutVars>
      </dgm:prSet>
      <dgm:spPr/>
    </dgm:pt>
    <dgm:pt modelId="{7A52329F-D931-470D-8E1F-4C4B9CC8E5DD}" type="pres">
      <dgm:prSet presAssocID="{EC954ABC-539C-4E42-916C-DAE215AEA9F3}" presName="hierChild2" presStyleCnt="0"/>
      <dgm:spPr/>
    </dgm:pt>
    <dgm:pt modelId="{7F83BE69-C0C1-49B3-A92F-DBB1271D0821}" type="pres">
      <dgm:prSet presAssocID="{1F9DEA19-8A18-4CC5-91A5-2928A0E58809}" presName="hierRoot1" presStyleCnt="0"/>
      <dgm:spPr/>
    </dgm:pt>
    <dgm:pt modelId="{B84389F5-C41A-4355-8AF0-C6BAF43554FE}" type="pres">
      <dgm:prSet presAssocID="{1F9DEA19-8A18-4CC5-91A5-2928A0E58809}" presName="composite" presStyleCnt="0"/>
      <dgm:spPr/>
    </dgm:pt>
    <dgm:pt modelId="{61EC36EC-D52D-48D6-AEBA-23CB07E8C5AB}" type="pres">
      <dgm:prSet presAssocID="{1F9DEA19-8A18-4CC5-91A5-2928A0E58809}" presName="background" presStyleLbl="node0" presStyleIdx="1" presStyleCnt="2"/>
      <dgm:spPr/>
    </dgm:pt>
    <dgm:pt modelId="{9EA10D3C-41C0-41AD-B045-D07148283189}" type="pres">
      <dgm:prSet presAssocID="{1F9DEA19-8A18-4CC5-91A5-2928A0E58809}" presName="text" presStyleLbl="fgAcc0" presStyleIdx="1" presStyleCnt="2">
        <dgm:presLayoutVars>
          <dgm:chPref val="3"/>
        </dgm:presLayoutVars>
      </dgm:prSet>
      <dgm:spPr/>
    </dgm:pt>
    <dgm:pt modelId="{5FA999A4-E34C-49FE-A435-6F30C0B38DE9}" type="pres">
      <dgm:prSet presAssocID="{1F9DEA19-8A18-4CC5-91A5-2928A0E58809}" presName="hierChild2" presStyleCnt="0"/>
      <dgm:spPr/>
    </dgm:pt>
  </dgm:ptLst>
  <dgm:cxnLst>
    <dgm:cxn modelId="{60893C42-4D0E-4FBF-9D5E-888833A48272}" type="presOf" srcId="{1F9DEA19-8A18-4CC5-91A5-2928A0E58809}" destId="{9EA10D3C-41C0-41AD-B045-D07148283189}" srcOrd="0" destOrd="0" presId="urn:microsoft.com/office/officeart/2005/8/layout/hierarchy1"/>
    <dgm:cxn modelId="{F6305A46-4861-4BBD-B2F4-5C570BDCE5B4}" srcId="{E2468540-C11D-4333-8ACE-73BE960CC499}" destId="{EC954ABC-539C-4E42-916C-DAE215AEA9F3}" srcOrd="0" destOrd="0" parTransId="{D6BE6225-09F9-4315-A4BF-914727B94FB7}" sibTransId="{0E4059E7-9CDB-4F5B-AD89-78BED20D954A}"/>
    <dgm:cxn modelId="{A0278EAE-1BA8-4430-A6C7-0A0931BD4C7E}" type="presOf" srcId="{E2468540-C11D-4333-8ACE-73BE960CC499}" destId="{C94E06CC-B834-4D9A-91F2-32A57302BE36}" srcOrd="0" destOrd="0" presId="urn:microsoft.com/office/officeart/2005/8/layout/hierarchy1"/>
    <dgm:cxn modelId="{B606AAB3-E2D4-480F-8263-04266D884D4E}" type="presOf" srcId="{EC954ABC-539C-4E42-916C-DAE215AEA9F3}" destId="{80B8C790-6C54-49CA-B543-5927C0B71BFB}" srcOrd="0" destOrd="0" presId="urn:microsoft.com/office/officeart/2005/8/layout/hierarchy1"/>
    <dgm:cxn modelId="{F68FC2BC-E9CF-4573-8D0F-7500B2ADB320}" srcId="{E2468540-C11D-4333-8ACE-73BE960CC499}" destId="{1F9DEA19-8A18-4CC5-91A5-2928A0E58809}" srcOrd="1" destOrd="0" parTransId="{7A7E0481-4D35-442C-B6AD-05E5B4CF3E57}" sibTransId="{6F863687-06D5-40F4-9E13-681C27B26500}"/>
    <dgm:cxn modelId="{A82B9CC2-4696-482C-870C-203192C6564F}" type="presParOf" srcId="{C94E06CC-B834-4D9A-91F2-32A57302BE36}" destId="{DDC2B247-1344-4912-8761-831D37385B0A}" srcOrd="0" destOrd="0" presId="urn:microsoft.com/office/officeart/2005/8/layout/hierarchy1"/>
    <dgm:cxn modelId="{A415B144-50F0-4164-8094-490634B6590E}" type="presParOf" srcId="{DDC2B247-1344-4912-8761-831D37385B0A}" destId="{0865F4F3-29EC-41A2-A0EE-9E639E7E3491}" srcOrd="0" destOrd="0" presId="urn:microsoft.com/office/officeart/2005/8/layout/hierarchy1"/>
    <dgm:cxn modelId="{247BCC14-46A5-4202-AB38-AAC93D917219}" type="presParOf" srcId="{0865F4F3-29EC-41A2-A0EE-9E639E7E3491}" destId="{789E13FD-EB48-488C-857A-AE30E7506FD0}" srcOrd="0" destOrd="0" presId="urn:microsoft.com/office/officeart/2005/8/layout/hierarchy1"/>
    <dgm:cxn modelId="{47B1238C-C051-4DF3-9B55-ADB1785F1BDC}" type="presParOf" srcId="{0865F4F3-29EC-41A2-A0EE-9E639E7E3491}" destId="{80B8C790-6C54-49CA-B543-5927C0B71BFB}" srcOrd="1" destOrd="0" presId="urn:microsoft.com/office/officeart/2005/8/layout/hierarchy1"/>
    <dgm:cxn modelId="{329B54A2-866A-47B7-B318-BCECB5EF59DF}" type="presParOf" srcId="{DDC2B247-1344-4912-8761-831D37385B0A}" destId="{7A52329F-D931-470D-8E1F-4C4B9CC8E5DD}" srcOrd="1" destOrd="0" presId="urn:microsoft.com/office/officeart/2005/8/layout/hierarchy1"/>
    <dgm:cxn modelId="{AD800FAF-C5DC-4639-A79F-F3544824389A}" type="presParOf" srcId="{C94E06CC-B834-4D9A-91F2-32A57302BE36}" destId="{7F83BE69-C0C1-49B3-A92F-DBB1271D0821}" srcOrd="1" destOrd="0" presId="urn:microsoft.com/office/officeart/2005/8/layout/hierarchy1"/>
    <dgm:cxn modelId="{43739C21-5899-4879-8475-9B71001CC0F3}" type="presParOf" srcId="{7F83BE69-C0C1-49B3-A92F-DBB1271D0821}" destId="{B84389F5-C41A-4355-8AF0-C6BAF43554FE}" srcOrd="0" destOrd="0" presId="urn:microsoft.com/office/officeart/2005/8/layout/hierarchy1"/>
    <dgm:cxn modelId="{3A82AEA7-8B97-41AB-BED2-B897CCF17EE1}" type="presParOf" srcId="{B84389F5-C41A-4355-8AF0-C6BAF43554FE}" destId="{61EC36EC-D52D-48D6-AEBA-23CB07E8C5AB}" srcOrd="0" destOrd="0" presId="urn:microsoft.com/office/officeart/2005/8/layout/hierarchy1"/>
    <dgm:cxn modelId="{6364166F-2ECB-490A-9B4F-82885B1DB90F}" type="presParOf" srcId="{B84389F5-C41A-4355-8AF0-C6BAF43554FE}" destId="{9EA10D3C-41C0-41AD-B045-D07148283189}" srcOrd="1" destOrd="0" presId="urn:microsoft.com/office/officeart/2005/8/layout/hierarchy1"/>
    <dgm:cxn modelId="{E7BFE3BB-E9C0-4E4B-B11D-A5091EAD4714}" type="presParOf" srcId="{7F83BE69-C0C1-49B3-A92F-DBB1271D0821}" destId="{5FA999A4-E34C-49FE-A435-6F30C0B38DE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A85610F-D64C-4A39-8EAC-2BF823AF08A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AC01A4-110F-4E19-8E27-16F27B1AD522}">
      <dgm:prSet/>
      <dgm:spPr/>
      <dgm:t>
        <a:bodyPr/>
        <a:lstStyle/>
        <a:p>
          <a:r>
            <a:rPr lang="en-US"/>
            <a:t>Inserta registros.</a:t>
          </a:r>
        </a:p>
      </dgm:t>
    </dgm:pt>
    <dgm:pt modelId="{B4F81B0F-FA2F-4348-BD18-AB6AB236B50B}" type="parTrans" cxnId="{1310FDC6-CBC6-4DBD-9892-61D3292AEF47}">
      <dgm:prSet/>
      <dgm:spPr/>
      <dgm:t>
        <a:bodyPr/>
        <a:lstStyle/>
        <a:p>
          <a:endParaRPr lang="en-US"/>
        </a:p>
      </dgm:t>
    </dgm:pt>
    <dgm:pt modelId="{04D1C127-1F7E-46F5-91DA-98B961298B9B}" type="sibTrans" cxnId="{1310FDC6-CBC6-4DBD-9892-61D3292AEF47}">
      <dgm:prSet/>
      <dgm:spPr/>
      <dgm:t>
        <a:bodyPr/>
        <a:lstStyle/>
        <a:p>
          <a:endParaRPr lang="en-US"/>
        </a:p>
      </dgm:t>
    </dgm:pt>
    <dgm:pt modelId="{1D1E5D1F-0CCB-4124-B1E7-9EF7B72EAD24}">
      <dgm:prSet/>
      <dgm:spPr/>
      <dgm:t>
        <a:bodyPr/>
        <a:lstStyle/>
        <a:p>
          <a:r>
            <a:rPr lang="en-US"/>
            <a:t>INSERT INTO alumno VALUES(1,'Ana',20);</a:t>
          </a:r>
        </a:p>
      </dgm:t>
    </dgm:pt>
    <dgm:pt modelId="{FAE9E0C1-950C-43AF-A3F9-552FCB74F66B}" type="parTrans" cxnId="{11B1E179-BF37-4DE1-91E6-C2C89A8827F0}">
      <dgm:prSet/>
      <dgm:spPr/>
      <dgm:t>
        <a:bodyPr/>
        <a:lstStyle/>
        <a:p>
          <a:endParaRPr lang="en-US"/>
        </a:p>
      </dgm:t>
    </dgm:pt>
    <dgm:pt modelId="{01B642B4-C56E-4E1A-ACC5-DDF854D9F359}" type="sibTrans" cxnId="{11B1E179-BF37-4DE1-91E6-C2C89A8827F0}">
      <dgm:prSet/>
      <dgm:spPr/>
      <dgm:t>
        <a:bodyPr/>
        <a:lstStyle/>
        <a:p>
          <a:endParaRPr lang="en-US"/>
        </a:p>
      </dgm:t>
    </dgm:pt>
    <dgm:pt modelId="{3339D4D4-60B3-48CD-972A-7B3F4135E850}" type="pres">
      <dgm:prSet presAssocID="{BA85610F-D64C-4A39-8EAC-2BF823AF08A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AF8D8E5-1F51-4CBC-B7CB-DFA054306068}" type="pres">
      <dgm:prSet presAssocID="{1EAC01A4-110F-4E19-8E27-16F27B1AD522}" presName="hierRoot1" presStyleCnt="0"/>
      <dgm:spPr/>
    </dgm:pt>
    <dgm:pt modelId="{2B12E5BA-14DA-4AE9-9903-CC49AB4E324E}" type="pres">
      <dgm:prSet presAssocID="{1EAC01A4-110F-4E19-8E27-16F27B1AD522}" presName="composite" presStyleCnt="0"/>
      <dgm:spPr/>
    </dgm:pt>
    <dgm:pt modelId="{EAB2B191-3F80-4E5A-8285-044746666613}" type="pres">
      <dgm:prSet presAssocID="{1EAC01A4-110F-4E19-8E27-16F27B1AD522}" presName="background" presStyleLbl="node0" presStyleIdx="0" presStyleCnt="2"/>
      <dgm:spPr/>
    </dgm:pt>
    <dgm:pt modelId="{6DDB8AF4-6551-4A91-BF48-3C73F3D1EBF2}" type="pres">
      <dgm:prSet presAssocID="{1EAC01A4-110F-4E19-8E27-16F27B1AD522}" presName="text" presStyleLbl="fgAcc0" presStyleIdx="0" presStyleCnt="2">
        <dgm:presLayoutVars>
          <dgm:chPref val="3"/>
        </dgm:presLayoutVars>
      </dgm:prSet>
      <dgm:spPr/>
    </dgm:pt>
    <dgm:pt modelId="{76CAB0BD-0405-42DB-89F4-F3C8522CEC46}" type="pres">
      <dgm:prSet presAssocID="{1EAC01A4-110F-4E19-8E27-16F27B1AD522}" presName="hierChild2" presStyleCnt="0"/>
      <dgm:spPr/>
    </dgm:pt>
    <dgm:pt modelId="{47E9ABF5-631D-4B07-8E22-167100F9E7A5}" type="pres">
      <dgm:prSet presAssocID="{1D1E5D1F-0CCB-4124-B1E7-9EF7B72EAD24}" presName="hierRoot1" presStyleCnt="0"/>
      <dgm:spPr/>
    </dgm:pt>
    <dgm:pt modelId="{37DD63FB-67C5-4187-A4FA-F6BC07398816}" type="pres">
      <dgm:prSet presAssocID="{1D1E5D1F-0CCB-4124-B1E7-9EF7B72EAD24}" presName="composite" presStyleCnt="0"/>
      <dgm:spPr/>
    </dgm:pt>
    <dgm:pt modelId="{70647F0F-328C-4C12-8B4E-6E466CCE8999}" type="pres">
      <dgm:prSet presAssocID="{1D1E5D1F-0CCB-4124-B1E7-9EF7B72EAD24}" presName="background" presStyleLbl="node0" presStyleIdx="1" presStyleCnt="2"/>
      <dgm:spPr/>
    </dgm:pt>
    <dgm:pt modelId="{93D322E9-F22D-4BE3-86F9-12D7CDE35CB8}" type="pres">
      <dgm:prSet presAssocID="{1D1E5D1F-0CCB-4124-B1E7-9EF7B72EAD24}" presName="text" presStyleLbl="fgAcc0" presStyleIdx="1" presStyleCnt="2">
        <dgm:presLayoutVars>
          <dgm:chPref val="3"/>
        </dgm:presLayoutVars>
      </dgm:prSet>
      <dgm:spPr/>
    </dgm:pt>
    <dgm:pt modelId="{CF2246AA-C705-467C-B8DE-B0B2B8F01C13}" type="pres">
      <dgm:prSet presAssocID="{1D1E5D1F-0CCB-4124-B1E7-9EF7B72EAD24}" presName="hierChild2" presStyleCnt="0"/>
      <dgm:spPr/>
    </dgm:pt>
  </dgm:ptLst>
  <dgm:cxnLst>
    <dgm:cxn modelId="{E3445114-4BFB-4401-9058-B0646D07CCAB}" type="presOf" srcId="{1EAC01A4-110F-4E19-8E27-16F27B1AD522}" destId="{6DDB8AF4-6551-4A91-BF48-3C73F3D1EBF2}" srcOrd="0" destOrd="0" presId="urn:microsoft.com/office/officeart/2005/8/layout/hierarchy1"/>
    <dgm:cxn modelId="{CE4AA363-92BC-4B77-BCCE-CCFD16B64F30}" type="presOf" srcId="{1D1E5D1F-0CCB-4124-B1E7-9EF7B72EAD24}" destId="{93D322E9-F22D-4BE3-86F9-12D7CDE35CB8}" srcOrd="0" destOrd="0" presId="urn:microsoft.com/office/officeart/2005/8/layout/hierarchy1"/>
    <dgm:cxn modelId="{11B1E179-BF37-4DE1-91E6-C2C89A8827F0}" srcId="{BA85610F-D64C-4A39-8EAC-2BF823AF08AA}" destId="{1D1E5D1F-0CCB-4124-B1E7-9EF7B72EAD24}" srcOrd="1" destOrd="0" parTransId="{FAE9E0C1-950C-43AF-A3F9-552FCB74F66B}" sibTransId="{01B642B4-C56E-4E1A-ACC5-DDF854D9F359}"/>
    <dgm:cxn modelId="{1310FDC6-CBC6-4DBD-9892-61D3292AEF47}" srcId="{BA85610F-D64C-4A39-8EAC-2BF823AF08AA}" destId="{1EAC01A4-110F-4E19-8E27-16F27B1AD522}" srcOrd="0" destOrd="0" parTransId="{B4F81B0F-FA2F-4348-BD18-AB6AB236B50B}" sibTransId="{04D1C127-1F7E-46F5-91DA-98B961298B9B}"/>
    <dgm:cxn modelId="{6C810BF5-8DC5-4A25-96E4-00AD286FFA99}" type="presOf" srcId="{BA85610F-D64C-4A39-8EAC-2BF823AF08AA}" destId="{3339D4D4-60B3-48CD-972A-7B3F4135E850}" srcOrd="0" destOrd="0" presId="urn:microsoft.com/office/officeart/2005/8/layout/hierarchy1"/>
    <dgm:cxn modelId="{20FC9512-F22A-4D50-BBF8-34142C07B68A}" type="presParOf" srcId="{3339D4D4-60B3-48CD-972A-7B3F4135E850}" destId="{3AF8D8E5-1F51-4CBC-B7CB-DFA054306068}" srcOrd="0" destOrd="0" presId="urn:microsoft.com/office/officeart/2005/8/layout/hierarchy1"/>
    <dgm:cxn modelId="{4C819A69-1149-4905-B37F-0074C60C3C94}" type="presParOf" srcId="{3AF8D8E5-1F51-4CBC-B7CB-DFA054306068}" destId="{2B12E5BA-14DA-4AE9-9903-CC49AB4E324E}" srcOrd="0" destOrd="0" presId="urn:microsoft.com/office/officeart/2005/8/layout/hierarchy1"/>
    <dgm:cxn modelId="{59FDBDB0-CD76-4AAC-ABD5-59F1D2F8D6AE}" type="presParOf" srcId="{2B12E5BA-14DA-4AE9-9903-CC49AB4E324E}" destId="{EAB2B191-3F80-4E5A-8285-044746666613}" srcOrd="0" destOrd="0" presId="urn:microsoft.com/office/officeart/2005/8/layout/hierarchy1"/>
    <dgm:cxn modelId="{749ADC59-830F-4C35-B050-7883B2BC8265}" type="presParOf" srcId="{2B12E5BA-14DA-4AE9-9903-CC49AB4E324E}" destId="{6DDB8AF4-6551-4A91-BF48-3C73F3D1EBF2}" srcOrd="1" destOrd="0" presId="urn:microsoft.com/office/officeart/2005/8/layout/hierarchy1"/>
    <dgm:cxn modelId="{47CF3FE5-140B-4C5E-81FA-C5FEB99E9C57}" type="presParOf" srcId="{3AF8D8E5-1F51-4CBC-B7CB-DFA054306068}" destId="{76CAB0BD-0405-42DB-89F4-F3C8522CEC46}" srcOrd="1" destOrd="0" presId="urn:microsoft.com/office/officeart/2005/8/layout/hierarchy1"/>
    <dgm:cxn modelId="{71C1E690-AFB1-4980-BFCC-2DC76687C7D7}" type="presParOf" srcId="{3339D4D4-60B3-48CD-972A-7B3F4135E850}" destId="{47E9ABF5-631D-4B07-8E22-167100F9E7A5}" srcOrd="1" destOrd="0" presId="urn:microsoft.com/office/officeart/2005/8/layout/hierarchy1"/>
    <dgm:cxn modelId="{6C3F3C53-03D0-4EA3-A5B9-F9EDD2444C69}" type="presParOf" srcId="{47E9ABF5-631D-4B07-8E22-167100F9E7A5}" destId="{37DD63FB-67C5-4187-A4FA-F6BC07398816}" srcOrd="0" destOrd="0" presId="urn:microsoft.com/office/officeart/2005/8/layout/hierarchy1"/>
    <dgm:cxn modelId="{FE02CDF5-7732-4611-A606-37B646253FC2}" type="presParOf" srcId="{37DD63FB-67C5-4187-A4FA-F6BC07398816}" destId="{70647F0F-328C-4C12-8B4E-6E466CCE8999}" srcOrd="0" destOrd="0" presId="urn:microsoft.com/office/officeart/2005/8/layout/hierarchy1"/>
    <dgm:cxn modelId="{B3C5301F-99BE-431F-9C50-58E1BE94B950}" type="presParOf" srcId="{37DD63FB-67C5-4187-A4FA-F6BC07398816}" destId="{93D322E9-F22D-4BE3-86F9-12D7CDE35CB8}" srcOrd="1" destOrd="0" presId="urn:microsoft.com/office/officeart/2005/8/layout/hierarchy1"/>
    <dgm:cxn modelId="{7BADF13E-A417-44B6-AA84-CFC80D787B74}" type="presParOf" srcId="{47E9ABF5-631D-4B07-8E22-167100F9E7A5}" destId="{CF2246AA-C705-467C-B8DE-B0B2B8F01C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112511D-E9E3-45A5-8CCB-2FD9004B81F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FAA76C-284D-4A57-85E2-3E74602BB329}">
      <dgm:prSet/>
      <dgm:spPr/>
      <dgm:t>
        <a:bodyPr/>
        <a:lstStyle/>
        <a:p>
          <a:r>
            <a:rPr lang="en-US"/>
            <a:t>Inserta datos específicos.</a:t>
          </a:r>
        </a:p>
      </dgm:t>
    </dgm:pt>
    <dgm:pt modelId="{08510531-52A2-40DB-BED6-98C182C24D68}" type="parTrans" cxnId="{AF205F70-04D8-4D6D-8644-F35D95BBA76A}">
      <dgm:prSet/>
      <dgm:spPr/>
      <dgm:t>
        <a:bodyPr/>
        <a:lstStyle/>
        <a:p>
          <a:endParaRPr lang="en-US"/>
        </a:p>
      </dgm:t>
    </dgm:pt>
    <dgm:pt modelId="{EF9ED9A8-1181-485E-959B-A9AF7CF7E635}" type="sibTrans" cxnId="{AF205F70-04D8-4D6D-8644-F35D95BBA76A}">
      <dgm:prSet/>
      <dgm:spPr/>
      <dgm:t>
        <a:bodyPr/>
        <a:lstStyle/>
        <a:p>
          <a:endParaRPr lang="en-US"/>
        </a:p>
      </dgm:t>
    </dgm:pt>
    <dgm:pt modelId="{AABA739F-1EE9-4FBC-ACF8-FE51342E1A28}">
      <dgm:prSet/>
      <dgm:spPr/>
      <dgm:t>
        <a:bodyPr/>
        <a:lstStyle/>
        <a:p>
          <a:r>
            <a:rPr lang="en-US"/>
            <a:t>INSERT INTO alumno(nombre) VALUES('Luis');</a:t>
          </a:r>
        </a:p>
      </dgm:t>
    </dgm:pt>
    <dgm:pt modelId="{BC08F9BA-548E-497D-88A1-16554859FEB1}" type="parTrans" cxnId="{AA1225AF-8357-4C33-ADCF-0F5D2710C32B}">
      <dgm:prSet/>
      <dgm:spPr/>
      <dgm:t>
        <a:bodyPr/>
        <a:lstStyle/>
        <a:p>
          <a:endParaRPr lang="en-US"/>
        </a:p>
      </dgm:t>
    </dgm:pt>
    <dgm:pt modelId="{4864C3BC-8F55-424F-8BD8-5B08D2976A3A}" type="sibTrans" cxnId="{AA1225AF-8357-4C33-ADCF-0F5D2710C32B}">
      <dgm:prSet/>
      <dgm:spPr/>
      <dgm:t>
        <a:bodyPr/>
        <a:lstStyle/>
        <a:p>
          <a:endParaRPr lang="en-US"/>
        </a:p>
      </dgm:t>
    </dgm:pt>
    <dgm:pt modelId="{0E7EE637-073D-47DB-90F3-E64865717B78}" type="pres">
      <dgm:prSet presAssocID="{0112511D-E9E3-45A5-8CCB-2FD9004B81F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1FE306-CAE8-4059-A7F9-BB51C8CE06B6}" type="pres">
      <dgm:prSet presAssocID="{85FAA76C-284D-4A57-85E2-3E74602BB329}" presName="hierRoot1" presStyleCnt="0"/>
      <dgm:spPr/>
    </dgm:pt>
    <dgm:pt modelId="{501CADAD-2A51-4323-A9AE-72B488491C8E}" type="pres">
      <dgm:prSet presAssocID="{85FAA76C-284D-4A57-85E2-3E74602BB329}" presName="composite" presStyleCnt="0"/>
      <dgm:spPr/>
    </dgm:pt>
    <dgm:pt modelId="{F082C58B-837C-49FF-8F0C-CCE0E2F6D185}" type="pres">
      <dgm:prSet presAssocID="{85FAA76C-284D-4A57-85E2-3E74602BB329}" presName="background" presStyleLbl="node0" presStyleIdx="0" presStyleCnt="2"/>
      <dgm:spPr/>
    </dgm:pt>
    <dgm:pt modelId="{FCAB04CA-7926-4B7F-A0B7-84EE8646B362}" type="pres">
      <dgm:prSet presAssocID="{85FAA76C-284D-4A57-85E2-3E74602BB329}" presName="text" presStyleLbl="fgAcc0" presStyleIdx="0" presStyleCnt="2">
        <dgm:presLayoutVars>
          <dgm:chPref val="3"/>
        </dgm:presLayoutVars>
      </dgm:prSet>
      <dgm:spPr/>
    </dgm:pt>
    <dgm:pt modelId="{35C38727-E1FF-4A7A-B7DA-132F717B011A}" type="pres">
      <dgm:prSet presAssocID="{85FAA76C-284D-4A57-85E2-3E74602BB329}" presName="hierChild2" presStyleCnt="0"/>
      <dgm:spPr/>
    </dgm:pt>
    <dgm:pt modelId="{AF0EF28C-CE8F-4D00-9DE4-59F1C17D8CD3}" type="pres">
      <dgm:prSet presAssocID="{AABA739F-1EE9-4FBC-ACF8-FE51342E1A28}" presName="hierRoot1" presStyleCnt="0"/>
      <dgm:spPr/>
    </dgm:pt>
    <dgm:pt modelId="{69EBC926-DB8B-4026-8B9B-C63E66E414DC}" type="pres">
      <dgm:prSet presAssocID="{AABA739F-1EE9-4FBC-ACF8-FE51342E1A28}" presName="composite" presStyleCnt="0"/>
      <dgm:spPr/>
    </dgm:pt>
    <dgm:pt modelId="{B5814DEC-CCFD-4AF1-A0FD-68C663FD9142}" type="pres">
      <dgm:prSet presAssocID="{AABA739F-1EE9-4FBC-ACF8-FE51342E1A28}" presName="background" presStyleLbl="node0" presStyleIdx="1" presStyleCnt="2"/>
      <dgm:spPr/>
    </dgm:pt>
    <dgm:pt modelId="{AD2BEF7C-0729-40D3-B974-F185B907EC1E}" type="pres">
      <dgm:prSet presAssocID="{AABA739F-1EE9-4FBC-ACF8-FE51342E1A28}" presName="text" presStyleLbl="fgAcc0" presStyleIdx="1" presStyleCnt="2">
        <dgm:presLayoutVars>
          <dgm:chPref val="3"/>
        </dgm:presLayoutVars>
      </dgm:prSet>
      <dgm:spPr/>
    </dgm:pt>
    <dgm:pt modelId="{FC08F0DE-74FC-47CE-BD40-8267D6C4FE16}" type="pres">
      <dgm:prSet presAssocID="{AABA739F-1EE9-4FBC-ACF8-FE51342E1A28}" presName="hierChild2" presStyleCnt="0"/>
      <dgm:spPr/>
    </dgm:pt>
  </dgm:ptLst>
  <dgm:cxnLst>
    <dgm:cxn modelId="{EB101547-C6C9-4C74-9BF3-1B24A52D24EC}" type="presOf" srcId="{AABA739F-1EE9-4FBC-ACF8-FE51342E1A28}" destId="{AD2BEF7C-0729-40D3-B974-F185B907EC1E}" srcOrd="0" destOrd="0" presId="urn:microsoft.com/office/officeart/2005/8/layout/hierarchy1"/>
    <dgm:cxn modelId="{AF205F70-04D8-4D6D-8644-F35D95BBA76A}" srcId="{0112511D-E9E3-45A5-8CCB-2FD9004B81F6}" destId="{85FAA76C-284D-4A57-85E2-3E74602BB329}" srcOrd="0" destOrd="0" parTransId="{08510531-52A2-40DB-BED6-98C182C24D68}" sibTransId="{EF9ED9A8-1181-485E-959B-A9AF7CF7E635}"/>
    <dgm:cxn modelId="{AA1225AF-8357-4C33-ADCF-0F5D2710C32B}" srcId="{0112511D-E9E3-45A5-8CCB-2FD9004B81F6}" destId="{AABA739F-1EE9-4FBC-ACF8-FE51342E1A28}" srcOrd="1" destOrd="0" parTransId="{BC08F9BA-548E-497D-88A1-16554859FEB1}" sibTransId="{4864C3BC-8F55-424F-8BD8-5B08D2976A3A}"/>
    <dgm:cxn modelId="{78FFE4E6-D6A1-4944-9E2D-9AD6887FA7AD}" type="presOf" srcId="{0112511D-E9E3-45A5-8CCB-2FD9004B81F6}" destId="{0E7EE637-073D-47DB-90F3-E64865717B78}" srcOrd="0" destOrd="0" presId="urn:microsoft.com/office/officeart/2005/8/layout/hierarchy1"/>
    <dgm:cxn modelId="{6BB975EE-C357-4632-869D-9E7973C052CF}" type="presOf" srcId="{85FAA76C-284D-4A57-85E2-3E74602BB329}" destId="{FCAB04CA-7926-4B7F-A0B7-84EE8646B362}" srcOrd="0" destOrd="0" presId="urn:microsoft.com/office/officeart/2005/8/layout/hierarchy1"/>
    <dgm:cxn modelId="{07F7BB82-1752-4A9E-A248-D2D2F952A661}" type="presParOf" srcId="{0E7EE637-073D-47DB-90F3-E64865717B78}" destId="{991FE306-CAE8-4059-A7F9-BB51C8CE06B6}" srcOrd="0" destOrd="0" presId="urn:microsoft.com/office/officeart/2005/8/layout/hierarchy1"/>
    <dgm:cxn modelId="{F4F3FCD9-09D1-477B-B1C0-CC736D9B093E}" type="presParOf" srcId="{991FE306-CAE8-4059-A7F9-BB51C8CE06B6}" destId="{501CADAD-2A51-4323-A9AE-72B488491C8E}" srcOrd="0" destOrd="0" presId="urn:microsoft.com/office/officeart/2005/8/layout/hierarchy1"/>
    <dgm:cxn modelId="{0A532A36-510D-4DF5-BAC4-589026698914}" type="presParOf" srcId="{501CADAD-2A51-4323-A9AE-72B488491C8E}" destId="{F082C58B-837C-49FF-8F0C-CCE0E2F6D185}" srcOrd="0" destOrd="0" presId="urn:microsoft.com/office/officeart/2005/8/layout/hierarchy1"/>
    <dgm:cxn modelId="{98DF45F5-FACD-4125-B631-7F773F9F8E49}" type="presParOf" srcId="{501CADAD-2A51-4323-A9AE-72B488491C8E}" destId="{FCAB04CA-7926-4B7F-A0B7-84EE8646B362}" srcOrd="1" destOrd="0" presId="urn:microsoft.com/office/officeart/2005/8/layout/hierarchy1"/>
    <dgm:cxn modelId="{89F31B9A-038E-4131-8547-DD93A4A17C3D}" type="presParOf" srcId="{991FE306-CAE8-4059-A7F9-BB51C8CE06B6}" destId="{35C38727-E1FF-4A7A-B7DA-132F717B011A}" srcOrd="1" destOrd="0" presId="urn:microsoft.com/office/officeart/2005/8/layout/hierarchy1"/>
    <dgm:cxn modelId="{AA8865F9-D38C-4EB1-BCC0-FAE67B4368D2}" type="presParOf" srcId="{0E7EE637-073D-47DB-90F3-E64865717B78}" destId="{AF0EF28C-CE8F-4D00-9DE4-59F1C17D8CD3}" srcOrd="1" destOrd="0" presId="urn:microsoft.com/office/officeart/2005/8/layout/hierarchy1"/>
    <dgm:cxn modelId="{EC442D10-8466-49DE-99C4-CEBDE101B391}" type="presParOf" srcId="{AF0EF28C-CE8F-4D00-9DE4-59F1C17D8CD3}" destId="{69EBC926-DB8B-4026-8B9B-C63E66E414DC}" srcOrd="0" destOrd="0" presId="urn:microsoft.com/office/officeart/2005/8/layout/hierarchy1"/>
    <dgm:cxn modelId="{2E52811E-6FC6-4897-901B-6AACF5BAEE4E}" type="presParOf" srcId="{69EBC926-DB8B-4026-8B9B-C63E66E414DC}" destId="{B5814DEC-CCFD-4AF1-A0FD-68C663FD9142}" srcOrd="0" destOrd="0" presId="urn:microsoft.com/office/officeart/2005/8/layout/hierarchy1"/>
    <dgm:cxn modelId="{39C49888-21C4-4FB5-960E-30554E5EF488}" type="presParOf" srcId="{69EBC926-DB8B-4026-8B9B-C63E66E414DC}" destId="{AD2BEF7C-0729-40D3-B974-F185B907EC1E}" srcOrd="1" destOrd="0" presId="urn:microsoft.com/office/officeart/2005/8/layout/hierarchy1"/>
    <dgm:cxn modelId="{2E6E90B2-C39B-4AF9-8899-7164E2C094C0}" type="presParOf" srcId="{AF0EF28C-CE8F-4D00-9DE4-59F1C17D8CD3}" destId="{FC08F0DE-74FC-47CE-BD40-8267D6C4FE1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1EDA106-AD70-45BD-8B72-374DFF45D67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4C890C-089D-4FBC-96C9-944DB1AFDF48}">
      <dgm:prSet/>
      <dgm:spPr/>
      <dgm:t>
        <a:bodyPr/>
        <a:lstStyle/>
        <a:p>
          <a:r>
            <a:rPr lang="en-US"/>
            <a:t>Consulta todos los datos.</a:t>
          </a:r>
        </a:p>
      </dgm:t>
    </dgm:pt>
    <dgm:pt modelId="{E86A9FAA-2D64-4DA4-AEF5-5137D707553B}" type="parTrans" cxnId="{5FF777E0-A631-4033-996D-442BA212F4C7}">
      <dgm:prSet/>
      <dgm:spPr/>
      <dgm:t>
        <a:bodyPr/>
        <a:lstStyle/>
        <a:p>
          <a:endParaRPr lang="en-US"/>
        </a:p>
      </dgm:t>
    </dgm:pt>
    <dgm:pt modelId="{006E7323-192A-4911-A546-BE4E427D250E}" type="sibTrans" cxnId="{5FF777E0-A631-4033-996D-442BA212F4C7}">
      <dgm:prSet/>
      <dgm:spPr/>
      <dgm:t>
        <a:bodyPr/>
        <a:lstStyle/>
        <a:p>
          <a:endParaRPr lang="en-US"/>
        </a:p>
      </dgm:t>
    </dgm:pt>
    <dgm:pt modelId="{607BF51E-12D5-42BE-9F22-BFB6F70AF826}">
      <dgm:prSet/>
      <dgm:spPr/>
      <dgm:t>
        <a:bodyPr/>
        <a:lstStyle/>
        <a:p>
          <a:r>
            <a:rPr lang="en-US"/>
            <a:t>SELECT * FROM alumno;</a:t>
          </a:r>
        </a:p>
      </dgm:t>
    </dgm:pt>
    <dgm:pt modelId="{7F9C1460-2B0A-4763-B5D6-A497F8132EA2}" type="parTrans" cxnId="{E998ABFD-0E50-42C9-9178-9A5529342AA5}">
      <dgm:prSet/>
      <dgm:spPr/>
      <dgm:t>
        <a:bodyPr/>
        <a:lstStyle/>
        <a:p>
          <a:endParaRPr lang="en-US"/>
        </a:p>
      </dgm:t>
    </dgm:pt>
    <dgm:pt modelId="{E1D45060-CF87-4339-853F-E2617B8CB10E}" type="sibTrans" cxnId="{E998ABFD-0E50-42C9-9178-9A5529342AA5}">
      <dgm:prSet/>
      <dgm:spPr/>
      <dgm:t>
        <a:bodyPr/>
        <a:lstStyle/>
        <a:p>
          <a:endParaRPr lang="en-US"/>
        </a:p>
      </dgm:t>
    </dgm:pt>
    <dgm:pt modelId="{BC132237-9E42-45F5-9B2F-A2800DB89A5D}" type="pres">
      <dgm:prSet presAssocID="{C1EDA106-AD70-45BD-8B72-374DFF45D67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729DE7-8B48-430C-B1B9-0FB2F76EB37D}" type="pres">
      <dgm:prSet presAssocID="{D44C890C-089D-4FBC-96C9-944DB1AFDF48}" presName="hierRoot1" presStyleCnt="0"/>
      <dgm:spPr/>
    </dgm:pt>
    <dgm:pt modelId="{08DAC7BB-BBFA-4B2A-90B1-83533898E32C}" type="pres">
      <dgm:prSet presAssocID="{D44C890C-089D-4FBC-96C9-944DB1AFDF48}" presName="composite" presStyleCnt="0"/>
      <dgm:spPr/>
    </dgm:pt>
    <dgm:pt modelId="{01B5E3ED-155A-4CC7-BCF5-06062381001F}" type="pres">
      <dgm:prSet presAssocID="{D44C890C-089D-4FBC-96C9-944DB1AFDF48}" presName="background" presStyleLbl="node0" presStyleIdx="0" presStyleCnt="2"/>
      <dgm:spPr/>
    </dgm:pt>
    <dgm:pt modelId="{F533CCDF-8BFF-4817-AB4E-7A09F2D17C88}" type="pres">
      <dgm:prSet presAssocID="{D44C890C-089D-4FBC-96C9-944DB1AFDF48}" presName="text" presStyleLbl="fgAcc0" presStyleIdx="0" presStyleCnt="2">
        <dgm:presLayoutVars>
          <dgm:chPref val="3"/>
        </dgm:presLayoutVars>
      </dgm:prSet>
      <dgm:spPr/>
    </dgm:pt>
    <dgm:pt modelId="{9487FA15-3379-466E-BFDB-782905E7D928}" type="pres">
      <dgm:prSet presAssocID="{D44C890C-089D-4FBC-96C9-944DB1AFDF48}" presName="hierChild2" presStyleCnt="0"/>
      <dgm:spPr/>
    </dgm:pt>
    <dgm:pt modelId="{520629EF-3352-495B-B965-175EF464BB8C}" type="pres">
      <dgm:prSet presAssocID="{607BF51E-12D5-42BE-9F22-BFB6F70AF826}" presName="hierRoot1" presStyleCnt="0"/>
      <dgm:spPr/>
    </dgm:pt>
    <dgm:pt modelId="{F6018659-98AC-44F6-A19E-4BBF644F9B53}" type="pres">
      <dgm:prSet presAssocID="{607BF51E-12D5-42BE-9F22-BFB6F70AF826}" presName="composite" presStyleCnt="0"/>
      <dgm:spPr/>
    </dgm:pt>
    <dgm:pt modelId="{93BAC428-731E-4C3F-A27C-40DF9ADC897B}" type="pres">
      <dgm:prSet presAssocID="{607BF51E-12D5-42BE-9F22-BFB6F70AF826}" presName="background" presStyleLbl="node0" presStyleIdx="1" presStyleCnt="2"/>
      <dgm:spPr/>
    </dgm:pt>
    <dgm:pt modelId="{0208AF0D-AC14-4333-9A69-A7BA8E4F5FA3}" type="pres">
      <dgm:prSet presAssocID="{607BF51E-12D5-42BE-9F22-BFB6F70AF826}" presName="text" presStyleLbl="fgAcc0" presStyleIdx="1" presStyleCnt="2">
        <dgm:presLayoutVars>
          <dgm:chPref val="3"/>
        </dgm:presLayoutVars>
      </dgm:prSet>
      <dgm:spPr/>
    </dgm:pt>
    <dgm:pt modelId="{BF5B922C-94F2-4D9D-B57D-77C5F980082A}" type="pres">
      <dgm:prSet presAssocID="{607BF51E-12D5-42BE-9F22-BFB6F70AF826}" presName="hierChild2" presStyleCnt="0"/>
      <dgm:spPr/>
    </dgm:pt>
  </dgm:ptLst>
  <dgm:cxnLst>
    <dgm:cxn modelId="{A7013C3B-2B2E-44F3-92DF-E27D38CE0FB7}" type="presOf" srcId="{D44C890C-089D-4FBC-96C9-944DB1AFDF48}" destId="{F533CCDF-8BFF-4817-AB4E-7A09F2D17C88}" srcOrd="0" destOrd="0" presId="urn:microsoft.com/office/officeart/2005/8/layout/hierarchy1"/>
    <dgm:cxn modelId="{CE78755C-FC46-4722-877E-20DCC0847F4C}" type="presOf" srcId="{607BF51E-12D5-42BE-9F22-BFB6F70AF826}" destId="{0208AF0D-AC14-4333-9A69-A7BA8E4F5FA3}" srcOrd="0" destOrd="0" presId="urn:microsoft.com/office/officeart/2005/8/layout/hierarchy1"/>
    <dgm:cxn modelId="{5FF777E0-A631-4033-996D-442BA212F4C7}" srcId="{C1EDA106-AD70-45BD-8B72-374DFF45D67C}" destId="{D44C890C-089D-4FBC-96C9-944DB1AFDF48}" srcOrd="0" destOrd="0" parTransId="{E86A9FAA-2D64-4DA4-AEF5-5137D707553B}" sibTransId="{006E7323-192A-4911-A546-BE4E427D250E}"/>
    <dgm:cxn modelId="{0F5723E5-6D56-4EEF-9705-D666BF4A6A3C}" type="presOf" srcId="{C1EDA106-AD70-45BD-8B72-374DFF45D67C}" destId="{BC132237-9E42-45F5-9B2F-A2800DB89A5D}" srcOrd="0" destOrd="0" presId="urn:microsoft.com/office/officeart/2005/8/layout/hierarchy1"/>
    <dgm:cxn modelId="{E998ABFD-0E50-42C9-9178-9A5529342AA5}" srcId="{C1EDA106-AD70-45BD-8B72-374DFF45D67C}" destId="{607BF51E-12D5-42BE-9F22-BFB6F70AF826}" srcOrd="1" destOrd="0" parTransId="{7F9C1460-2B0A-4763-B5D6-A497F8132EA2}" sibTransId="{E1D45060-CF87-4339-853F-E2617B8CB10E}"/>
    <dgm:cxn modelId="{181D359E-2EA2-44B9-801D-F92A4E3B8131}" type="presParOf" srcId="{BC132237-9E42-45F5-9B2F-A2800DB89A5D}" destId="{52729DE7-8B48-430C-B1B9-0FB2F76EB37D}" srcOrd="0" destOrd="0" presId="urn:microsoft.com/office/officeart/2005/8/layout/hierarchy1"/>
    <dgm:cxn modelId="{6A5F7EB4-C8C6-4EAB-9DF2-311CC6C2C18F}" type="presParOf" srcId="{52729DE7-8B48-430C-B1B9-0FB2F76EB37D}" destId="{08DAC7BB-BBFA-4B2A-90B1-83533898E32C}" srcOrd="0" destOrd="0" presId="urn:microsoft.com/office/officeart/2005/8/layout/hierarchy1"/>
    <dgm:cxn modelId="{E827CE35-F41A-4FD4-8D3B-71DA8237F0CE}" type="presParOf" srcId="{08DAC7BB-BBFA-4B2A-90B1-83533898E32C}" destId="{01B5E3ED-155A-4CC7-BCF5-06062381001F}" srcOrd="0" destOrd="0" presId="urn:microsoft.com/office/officeart/2005/8/layout/hierarchy1"/>
    <dgm:cxn modelId="{FD444C91-AD16-43EC-8B98-8CFA599E8FD8}" type="presParOf" srcId="{08DAC7BB-BBFA-4B2A-90B1-83533898E32C}" destId="{F533CCDF-8BFF-4817-AB4E-7A09F2D17C88}" srcOrd="1" destOrd="0" presId="urn:microsoft.com/office/officeart/2005/8/layout/hierarchy1"/>
    <dgm:cxn modelId="{F7A0D638-7CBD-48FC-8911-0D94079944EB}" type="presParOf" srcId="{52729DE7-8B48-430C-B1B9-0FB2F76EB37D}" destId="{9487FA15-3379-466E-BFDB-782905E7D928}" srcOrd="1" destOrd="0" presId="urn:microsoft.com/office/officeart/2005/8/layout/hierarchy1"/>
    <dgm:cxn modelId="{ECE2F2DF-F79A-414E-93B6-EFE4B2F0DF8E}" type="presParOf" srcId="{BC132237-9E42-45F5-9B2F-A2800DB89A5D}" destId="{520629EF-3352-495B-B965-175EF464BB8C}" srcOrd="1" destOrd="0" presId="urn:microsoft.com/office/officeart/2005/8/layout/hierarchy1"/>
    <dgm:cxn modelId="{6D590AED-3CC5-44FD-9493-EADF057444C3}" type="presParOf" srcId="{520629EF-3352-495B-B965-175EF464BB8C}" destId="{F6018659-98AC-44F6-A19E-4BBF644F9B53}" srcOrd="0" destOrd="0" presId="urn:microsoft.com/office/officeart/2005/8/layout/hierarchy1"/>
    <dgm:cxn modelId="{EED49596-AE20-44D3-95B9-6E98EC350E2F}" type="presParOf" srcId="{F6018659-98AC-44F6-A19E-4BBF644F9B53}" destId="{93BAC428-731E-4C3F-A27C-40DF9ADC897B}" srcOrd="0" destOrd="0" presId="urn:microsoft.com/office/officeart/2005/8/layout/hierarchy1"/>
    <dgm:cxn modelId="{D78B2482-C24F-4C79-ADBF-37DBD34EC90A}" type="presParOf" srcId="{F6018659-98AC-44F6-A19E-4BBF644F9B53}" destId="{0208AF0D-AC14-4333-9A69-A7BA8E4F5FA3}" srcOrd="1" destOrd="0" presId="urn:microsoft.com/office/officeart/2005/8/layout/hierarchy1"/>
    <dgm:cxn modelId="{25FD6537-03C7-43AB-AF87-2F4AA32EF195}" type="presParOf" srcId="{520629EF-3352-495B-B965-175EF464BB8C}" destId="{BF5B922C-94F2-4D9D-B57D-77C5F98008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49F4FC2-53B7-4427-A78F-D2648BA6FDA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002A462-B935-4CF7-B275-F5A767303446}">
      <dgm:prSet/>
      <dgm:spPr/>
      <dgm:t>
        <a:bodyPr/>
        <a:lstStyle/>
        <a:p>
          <a:r>
            <a:rPr lang="en-US"/>
            <a:t>Consulta columnas concretas.</a:t>
          </a:r>
        </a:p>
      </dgm:t>
    </dgm:pt>
    <dgm:pt modelId="{BF5EE3B5-18B6-4742-BB2F-3421940F0B48}" type="parTrans" cxnId="{5F00C962-03D5-4D89-B897-5B588A988073}">
      <dgm:prSet/>
      <dgm:spPr/>
      <dgm:t>
        <a:bodyPr/>
        <a:lstStyle/>
        <a:p>
          <a:endParaRPr lang="en-US"/>
        </a:p>
      </dgm:t>
    </dgm:pt>
    <dgm:pt modelId="{25C7F666-C93D-4167-B4D6-33F424D64792}" type="sibTrans" cxnId="{5F00C962-03D5-4D89-B897-5B588A988073}">
      <dgm:prSet/>
      <dgm:spPr/>
      <dgm:t>
        <a:bodyPr/>
        <a:lstStyle/>
        <a:p>
          <a:endParaRPr lang="en-US"/>
        </a:p>
      </dgm:t>
    </dgm:pt>
    <dgm:pt modelId="{2A595564-E920-4C60-A0A0-AB4CE8105DAB}">
      <dgm:prSet/>
      <dgm:spPr/>
      <dgm:t>
        <a:bodyPr/>
        <a:lstStyle/>
        <a:p>
          <a:r>
            <a:rPr lang="en-US"/>
            <a:t>SELECT nombre FROM alumno;</a:t>
          </a:r>
        </a:p>
      </dgm:t>
    </dgm:pt>
    <dgm:pt modelId="{B9F26B51-5E49-494B-B3A2-2BC024E62544}" type="parTrans" cxnId="{11AB1484-BF69-4AF2-8F23-9FD40F65E547}">
      <dgm:prSet/>
      <dgm:spPr/>
      <dgm:t>
        <a:bodyPr/>
        <a:lstStyle/>
        <a:p>
          <a:endParaRPr lang="en-US"/>
        </a:p>
      </dgm:t>
    </dgm:pt>
    <dgm:pt modelId="{EF31A87A-2A2E-437B-A05F-5346479F1BE6}" type="sibTrans" cxnId="{11AB1484-BF69-4AF2-8F23-9FD40F65E547}">
      <dgm:prSet/>
      <dgm:spPr/>
      <dgm:t>
        <a:bodyPr/>
        <a:lstStyle/>
        <a:p>
          <a:endParaRPr lang="en-US"/>
        </a:p>
      </dgm:t>
    </dgm:pt>
    <dgm:pt modelId="{B3D80927-9592-4CDC-82C3-3CA70CD1790B}" type="pres">
      <dgm:prSet presAssocID="{E49F4FC2-53B7-4427-A78F-D2648BA6FD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72B8BA1-0C47-4797-A1E5-055AE40DDBC1}" type="pres">
      <dgm:prSet presAssocID="{2002A462-B935-4CF7-B275-F5A767303446}" presName="hierRoot1" presStyleCnt="0"/>
      <dgm:spPr/>
    </dgm:pt>
    <dgm:pt modelId="{5892D7D9-202F-4034-A860-0518EB381D41}" type="pres">
      <dgm:prSet presAssocID="{2002A462-B935-4CF7-B275-F5A767303446}" presName="composite" presStyleCnt="0"/>
      <dgm:spPr/>
    </dgm:pt>
    <dgm:pt modelId="{1C29B98F-0E64-482A-A770-EE9EBD0DEEA7}" type="pres">
      <dgm:prSet presAssocID="{2002A462-B935-4CF7-B275-F5A767303446}" presName="background" presStyleLbl="node0" presStyleIdx="0" presStyleCnt="2"/>
      <dgm:spPr/>
    </dgm:pt>
    <dgm:pt modelId="{3F86B8A1-D175-4A10-A2F9-C015C593AFE8}" type="pres">
      <dgm:prSet presAssocID="{2002A462-B935-4CF7-B275-F5A767303446}" presName="text" presStyleLbl="fgAcc0" presStyleIdx="0" presStyleCnt="2">
        <dgm:presLayoutVars>
          <dgm:chPref val="3"/>
        </dgm:presLayoutVars>
      </dgm:prSet>
      <dgm:spPr/>
    </dgm:pt>
    <dgm:pt modelId="{9C89F778-40AD-4820-9B39-B6A91D8E65F5}" type="pres">
      <dgm:prSet presAssocID="{2002A462-B935-4CF7-B275-F5A767303446}" presName="hierChild2" presStyleCnt="0"/>
      <dgm:spPr/>
    </dgm:pt>
    <dgm:pt modelId="{772FE48C-838E-4A9D-AECE-DE18C8E47B09}" type="pres">
      <dgm:prSet presAssocID="{2A595564-E920-4C60-A0A0-AB4CE8105DAB}" presName="hierRoot1" presStyleCnt="0"/>
      <dgm:spPr/>
    </dgm:pt>
    <dgm:pt modelId="{D2C22E05-DFE3-418C-8447-2661EC9391A6}" type="pres">
      <dgm:prSet presAssocID="{2A595564-E920-4C60-A0A0-AB4CE8105DAB}" presName="composite" presStyleCnt="0"/>
      <dgm:spPr/>
    </dgm:pt>
    <dgm:pt modelId="{740D8A43-7D40-4A05-996D-3C5A6E922356}" type="pres">
      <dgm:prSet presAssocID="{2A595564-E920-4C60-A0A0-AB4CE8105DAB}" presName="background" presStyleLbl="node0" presStyleIdx="1" presStyleCnt="2"/>
      <dgm:spPr/>
    </dgm:pt>
    <dgm:pt modelId="{5BE5EE9D-0937-46DE-A4A5-B3326B9851ED}" type="pres">
      <dgm:prSet presAssocID="{2A595564-E920-4C60-A0A0-AB4CE8105DAB}" presName="text" presStyleLbl="fgAcc0" presStyleIdx="1" presStyleCnt="2">
        <dgm:presLayoutVars>
          <dgm:chPref val="3"/>
        </dgm:presLayoutVars>
      </dgm:prSet>
      <dgm:spPr/>
    </dgm:pt>
    <dgm:pt modelId="{7559573E-E5F7-44DF-BA05-7F6F653CB61B}" type="pres">
      <dgm:prSet presAssocID="{2A595564-E920-4C60-A0A0-AB4CE8105DAB}" presName="hierChild2" presStyleCnt="0"/>
      <dgm:spPr/>
    </dgm:pt>
  </dgm:ptLst>
  <dgm:cxnLst>
    <dgm:cxn modelId="{DA5D292F-ACD6-4359-8627-841C2A87C05C}" type="presOf" srcId="{E49F4FC2-53B7-4427-A78F-D2648BA6FDA3}" destId="{B3D80927-9592-4CDC-82C3-3CA70CD1790B}" srcOrd="0" destOrd="0" presId="urn:microsoft.com/office/officeart/2005/8/layout/hierarchy1"/>
    <dgm:cxn modelId="{5F00C962-03D5-4D89-B897-5B588A988073}" srcId="{E49F4FC2-53B7-4427-A78F-D2648BA6FDA3}" destId="{2002A462-B935-4CF7-B275-F5A767303446}" srcOrd="0" destOrd="0" parTransId="{BF5EE3B5-18B6-4742-BB2F-3421940F0B48}" sibTransId="{25C7F666-C93D-4167-B4D6-33F424D64792}"/>
    <dgm:cxn modelId="{11AB1484-BF69-4AF2-8F23-9FD40F65E547}" srcId="{E49F4FC2-53B7-4427-A78F-D2648BA6FDA3}" destId="{2A595564-E920-4C60-A0A0-AB4CE8105DAB}" srcOrd="1" destOrd="0" parTransId="{B9F26B51-5E49-494B-B3A2-2BC024E62544}" sibTransId="{EF31A87A-2A2E-437B-A05F-5346479F1BE6}"/>
    <dgm:cxn modelId="{CE85BBC0-D22C-458E-8E27-DEE4E80EAB34}" type="presOf" srcId="{2002A462-B935-4CF7-B275-F5A767303446}" destId="{3F86B8A1-D175-4A10-A2F9-C015C593AFE8}" srcOrd="0" destOrd="0" presId="urn:microsoft.com/office/officeart/2005/8/layout/hierarchy1"/>
    <dgm:cxn modelId="{6B0A17CB-D386-4A09-BE67-F148086EBA2D}" type="presOf" srcId="{2A595564-E920-4C60-A0A0-AB4CE8105DAB}" destId="{5BE5EE9D-0937-46DE-A4A5-B3326B9851ED}" srcOrd="0" destOrd="0" presId="urn:microsoft.com/office/officeart/2005/8/layout/hierarchy1"/>
    <dgm:cxn modelId="{1FECD927-C0EE-42E2-9A4A-0A6F30CDB800}" type="presParOf" srcId="{B3D80927-9592-4CDC-82C3-3CA70CD1790B}" destId="{272B8BA1-0C47-4797-A1E5-055AE40DDBC1}" srcOrd="0" destOrd="0" presId="urn:microsoft.com/office/officeart/2005/8/layout/hierarchy1"/>
    <dgm:cxn modelId="{E9D989F4-ADF6-4AE7-9436-E13841C75BDF}" type="presParOf" srcId="{272B8BA1-0C47-4797-A1E5-055AE40DDBC1}" destId="{5892D7D9-202F-4034-A860-0518EB381D41}" srcOrd="0" destOrd="0" presId="urn:microsoft.com/office/officeart/2005/8/layout/hierarchy1"/>
    <dgm:cxn modelId="{9913814B-2477-4CA0-8193-FCFB195F36A7}" type="presParOf" srcId="{5892D7D9-202F-4034-A860-0518EB381D41}" destId="{1C29B98F-0E64-482A-A770-EE9EBD0DEEA7}" srcOrd="0" destOrd="0" presId="urn:microsoft.com/office/officeart/2005/8/layout/hierarchy1"/>
    <dgm:cxn modelId="{24F607A1-8EB4-4952-A106-34C555329F38}" type="presParOf" srcId="{5892D7D9-202F-4034-A860-0518EB381D41}" destId="{3F86B8A1-D175-4A10-A2F9-C015C593AFE8}" srcOrd="1" destOrd="0" presId="urn:microsoft.com/office/officeart/2005/8/layout/hierarchy1"/>
    <dgm:cxn modelId="{04A51E07-7B40-445F-8DDA-52B7BA44F653}" type="presParOf" srcId="{272B8BA1-0C47-4797-A1E5-055AE40DDBC1}" destId="{9C89F778-40AD-4820-9B39-B6A91D8E65F5}" srcOrd="1" destOrd="0" presId="urn:microsoft.com/office/officeart/2005/8/layout/hierarchy1"/>
    <dgm:cxn modelId="{B66963FF-E704-4FBB-A055-E184C8834C4F}" type="presParOf" srcId="{B3D80927-9592-4CDC-82C3-3CA70CD1790B}" destId="{772FE48C-838E-4A9D-AECE-DE18C8E47B09}" srcOrd="1" destOrd="0" presId="urn:microsoft.com/office/officeart/2005/8/layout/hierarchy1"/>
    <dgm:cxn modelId="{CD904CB8-41A5-4776-A97A-5FD76960FB35}" type="presParOf" srcId="{772FE48C-838E-4A9D-AECE-DE18C8E47B09}" destId="{D2C22E05-DFE3-418C-8447-2661EC9391A6}" srcOrd="0" destOrd="0" presId="urn:microsoft.com/office/officeart/2005/8/layout/hierarchy1"/>
    <dgm:cxn modelId="{CFAD997B-25FA-4F25-9ABB-1C709729E98E}" type="presParOf" srcId="{D2C22E05-DFE3-418C-8447-2661EC9391A6}" destId="{740D8A43-7D40-4A05-996D-3C5A6E922356}" srcOrd="0" destOrd="0" presId="urn:microsoft.com/office/officeart/2005/8/layout/hierarchy1"/>
    <dgm:cxn modelId="{69858625-73AC-4CE4-8508-31185B9288BA}" type="presParOf" srcId="{D2C22E05-DFE3-418C-8447-2661EC9391A6}" destId="{5BE5EE9D-0937-46DE-A4A5-B3326B9851ED}" srcOrd="1" destOrd="0" presId="urn:microsoft.com/office/officeart/2005/8/layout/hierarchy1"/>
    <dgm:cxn modelId="{FEB5C7B1-5440-4DB2-995C-AEF16D6C89BA}" type="presParOf" srcId="{772FE48C-838E-4A9D-AECE-DE18C8E47B09}" destId="{7559573E-E5F7-44DF-BA05-7F6F653CB61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1EC3E89-0C69-4B83-952C-2BDF69F7530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0177312-D714-4136-B01C-B5801BA37F17}">
      <dgm:prSet/>
      <dgm:spPr/>
      <dgm:t>
        <a:bodyPr/>
        <a:lstStyle/>
        <a:p>
          <a:r>
            <a:rPr lang="en-US"/>
            <a:t>Filtra resultados.</a:t>
          </a:r>
        </a:p>
      </dgm:t>
    </dgm:pt>
    <dgm:pt modelId="{2773F74F-966A-4F35-8D4E-053C9399F42C}" type="parTrans" cxnId="{E6987F49-4A7F-4BCB-B97C-3F72579E8580}">
      <dgm:prSet/>
      <dgm:spPr/>
      <dgm:t>
        <a:bodyPr/>
        <a:lstStyle/>
        <a:p>
          <a:endParaRPr lang="en-US"/>
        </a:p>
      </dgm:t>
    </dgm:pt>
    <dgm:pt modelId="{38F90273-B927-4425-BCB8-57B4D05BE84F}" type="sibTrans" cxnId="{E6987F49-4A7F-4BCB-B97C-3F72579E8580}">
      <dgm:prSet/>
      <dgm:spPr/>
      <dgm:t>
        <a:bodyPr/>
        <a:lstStyle/>
        <a:p>
          <a:endParaRPr lang="en-US"/>
        </a:p>
      </dgm:t>
    </dgm:pt>
    <dgm:pt modelId="{784423CC-8839-4926-A5CD-F0B9038D7FE7}">
      <dgm:prSet/>
      <dgm:spPr/>
      <dgm:t>
        <a:bodyPr/>
        <a:lstStyle/>
        <a:p>
          <a:r>
            <a:rPr lang="en-US"/>
            <a:t>SELECT * FROM alumno WHERE edad=20;</a:t>
          </a:r>
        </a:p>
      </dgm:t>
    </dgm:pt>
    <dgm:pt modelId="{B5A63F17-3395-4DE9-B16B-DF07D6162447}" type="parTrans" cxnId="{4587DB50-0A60-444B-B69D-FD8D32313F90}">
      <dgm:prSet/>
      <dgm:spPr/>
      <dgm:t>
        <a:bodyPr/>
        <a:lstStyle/>
        <a:p>
          <a:endParaRPr lang="en-US"/>
        </a:p>
      </dgm:t>
    </dgm:pt>
    <dgm:pt modelId="{B816EDDB-5945-4A60-A6A9-E93576E722AD}" type="sibTrans" cxnId="{4587DB50-0A60-444B-B69D-FD8D32313F90}">
      <dgm:prSet/>
      <dgm:spPr/>
      <dgm:t>
        <a:bodyPr/>
        <a:lstStyle/>
        <a:p>
          <a:endParaRPr lang="en-US"/>
        </a:p>
      </dgm:t>
    </dgm:pt>
    <dgm:pt modelId="{F314A435-0CC4-4F51-A19F-92A8DEAEE415}" type="pres">
      <dgm:prSet presAssocID="{81EC3E89-0C69-4B83-952C-2BDF69F7530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6813A8B-7F28-4E5A-A1F0-DA76A44672E8}" type="pres">
      <dgm:prSet presAssocID="{B0177312-D714-4136-B01C-B5801BA37F17}" presName="hierRoot1" presStyleCnt="0"/>
      <dgm:spPr/>
    </dgm:pt>
    <dgm:pt modelId="{F14DFFCF-BD12-4E3F-AD27-4FC2D8FF2725}" type="pres">
      <dgm:prSet presAssocID="{B0177312-D714-4136-B01C-B5801BA37F17}" presName="composite" presStyleCnt="0"/>
      <dgm:spPr/>
    </dgm:pt>
    <dgm:pt modelId="{ADCF7111-4E91-46B7-82E8-9D718F7A381B}" type="pres">
      <dgm:prSet presAssocID="{B0177312-D714-4136-B01C-B5801BA37F17}" presName="background" presStyleLbl="node0" presStyleIdx="0" presStyleCnt="2"/>
      <dgm:spPr/>
    </dgm:pt>
    <dgm:pt modelId="{72E63A33-7A88-4645-A25E-B037C0CC0EDB}" type="pres">
      <dgm:prSet presAssocID="{B0177312-D714-4136-B01C-B5801BA37F17}" presName="text" presStyleLbl="fgAcc0" presStyleIdx="0" presStyleCnt="2">
        <dgm:presLayoutVars>
          <dgm:chPref val="3"/>
        </dgm:presLayoutVars>
      </dgm:prSet>
      <dgm:spPr/>
    </dgm:pt>
    <dgm:pt modelId="{4A77BFB8-EF40-4736-AEB5-7FFB7043D0D0}" type="pres">
      <dgm:prSet presAssocID="{B0177312-D714-4136-B01C-B5801BA37F17}" presName="hierChild2" presStyleCnt="0"/>
      <dgm:spPr/>
    </dgm:pt>
    <dgm:pt modelId="{94540D34-DF0F-4267-92BD-23EE2740C206}" type="pres">
      <dgm:prSet presAssocID="{784423CC-8839-4926-A5CD-F0B9038D7FE7}" presName="hierRoot1" presStyleCnt="0"/>
      <dgm:spPr/>
    </dgm:pt>
    <dgm:pt modelId="{B1A859A2-5D0B-414F-BE1E-0B1A6D6EEAF8}" type="pres">
      <dgm:prSet presAssocID="{784423CC-8839-4926-A5CD-F0B9038D7FE7}" presName="composite" presStyleCnt="0"/>
      <dgm:spPr/>
    </dgm:pt>
    <dgm:pt modelId="{BD6CECFA-38F4-4A9E-998A-5BFCFBA6A035}" type="pres">
      <dgm:prSet presAssocID="{784423CC-8839-4926-A5CD-F0B9038D7FE7}" presName="background" presStyleLbl="node0" presStyleIdx="1" presStyleCnt="2"/>
      <dgm:spPr/>
    </dgm:pt>
    <dgm:pt modelId="{34946F8B-01AD-4934-B8B8-8D52FEFB3D95}" type="pres">
      <dgm:prSet presAssocID="{784423CC-8839-4926-A5CD-F0B9038D7FE7}" presName="text" presStyleLbl="fgAcc0" presStyleIdx="1" presStyleCnt="2">
        <dgm:presLayoutVars>
          <dgm:chPref val="3"/>
        </dgm:presLayoutVars>
      </dgm:prSet>
      <dgm:spPr/>
    </dgm:pt>
    <dgm:pt modelId="{838378B0-9C8B-481F-923F-4935FF8C32D5}" type="pres">
      <dgm:prSet presAssocID="{784423CC-8839-4926-A5CD-F0B9038D7FE7}" presName="hierChild2" presStyleCnt="0"/>
      <dgm:spPr/>
    </dgm:pt>
  </dgm:ptLst>
  <dgm:cxnLst>
    <dgm:cxn modelId="{E6987F49-4A7F-4BCB-B97C-3F72579E8580}" srcId="{81EC3E89-0C69-4B83-952C-2BDF69F7530D}" destId="{B0177312-D714-4136-B01C-B5801BA37F17}" srcOrd="0" destOrd="0" parTransId="{2773F74F-966A-4F35-8D4E-053C9399F42C}" sibTransId="{38F90273-B927-4425-BCB8-57B4D05BE84F}"/>
    <dgm:cxn modelId="{4587DB50-0A60-444B-B69D-FD8D32313F90}" srcId="{81EC3E89-0C69-4B83-952C-2BDF69F7530D}" destId="{784423CC-8839-4926-A5CD-F0B9038D7FE7}" srcOrd="1" destOrd="0" parTransId="{B5A63F17-3395-4DE9-B16B-DF07D6162447}" sibTransId="{B816EDDB-5945-4A60-A6A9-E93576E722AD}"/>
    <dgm:cxn modelId="{8EE45C99-E5BF-4098-97CC-E9F2A4640993}" type="presOf" srcId="{81EC3E89-0C69-4B83-952C-2BDF69F7530D}" destId="{F314A435-0CC4-4F51-A19F-92A8DEAEE415}" srcOrd="0" destOrd="0" presId="urn:microsoft.com/office/officeart/2005/8/layout/hierarchy1"/>
    <dgm:cxn modelId="{CDAFA79D-172A-4168-B663-73C4A99BD639}" type="presOf" srcId="{784423CC-8839-4926-A5CD-F0B9038D7FE7}" destId="{34946F8B-01AD-4934-B8B8-8D52FEFB3D95}" srcOrd="0" destOrd="0" presId="urn:microsoft.com/office/officeart/2005/8/layout/hierarchy1"/>
    <dgm:cxn modelId="{2025C5CB-AE28-4B7E-B501-5ACD60F987D3}" type="presOf" srcId="{B0177312-D714-4136-B01C-B5801BA37F17}" destId="{72E63A33-7A88-4645-A25E-B037C0CC0EDB}" srcOrd="0" destOrd="0" presId="urn:microsoft.com/office/officeart/2005/8/layout/hierarchy1"/>
    <dgm:cxn modelId="{64E347A6-4ACF-4D29-B11D-951044FA7BE6}" type="presParOf" srcId="{F314A435-0CC4-4F51-A19F-92A8DEAEE415}" destId="{56813A8B-7F28-4E5A-A1F0-DA76A44672E8}" srcOrd="0" destOrd="0" presId="urn:microsoft.com/office/officeart/2005/8/layout/hierarchy1"/>
    <dgm:cxn modelId="{0CF8A161-9471-4CE0-AB84-29E46928371D}" type="presParOf" srcId="{56813A8B-7F28-4E5A-A1F0-DA76A44672E8}" destId="{F14DFFCF-BD12-4E3F-AD27-4FC2D8FF2725}" srcOrd="0" destOrd="0" presId="urn:microsoft.com/office/officeart/2005/8/layout/hierarchy1"/>
    <dgm:cxn modelId="{F8E5BB2C-4000-4365-82CC-E46B665925F9}" type="presParOf" srcId="{F14DFFCF-BD12-4E3F-AD27-4FC2D8FF2725}" destId="{ADCF7111-4E91-46B7-82E8-9D718F7A381B}" srcOrd="0" destOrd="0" presId="urn:microsoft.com/office/officeart/2005/8/layout/hierarchy1"/>
    <dgm:cxn modelId="{F6188BEB-3847-4E5E-8280-536DB1CDDFB0}" type="presParOf" srcId="{F14DFFCF-BD12-4E3F-AD27-4FC2D8FF2725}" destId="{72E63A33-7A88-4645-A25E-B037C0CC0EDB}" srcOrd="1" destOrd="0" presId="urn:microsoft.com/office/officeart/2005/8/layout/hierarchy1"/>
    <dgm:cxn modelId="{6FB63DFB-E9E9-4C5D-B71A-030C82FB28B4}" type="presParOf" srcId="{56813A8B-7F28-4E5A-A1F0-DA76A44672E8}" destId="{4A77BFB8-EF40-4736-AEB5-7FFB7043D0D0}" srcOrd="1" destOrd="0" presId="urn:microsoft.com/office/officeart/2005/8/layout/hierarchy1"/>
    <dgm:cxn modelId="{F39ACAE7-2152-48E2-A156-2A825AF357B2}" type="presParOf" srcId="{F314A435-0CC4-4F51-A19F-92A8DEAEE415}" destId="{94540D34-DF0F-4267-92BD-23EE2740C206}" srcOrd="1" destOrd="0" presId="urn:microsoft.com/office/officeart/2005/8/layout/hierarchy1"/>
    <dgm:cxn modelId="{F9BB462F-9C30-4A7A-9C44-72874CBF4227}" type="presParOf" srcId="{94540D34-DF0F-4267-92BD-23EE2740C206}" destId="{B1A859A2-5D0B-414F-BE1E-0B1A6D6EEAF8}" srcOrd="0" destOrd="0" presId="urn:microsoft.com/office/officeart/2005/8/layout/hierarchy1"/>
    <dgm:cxn modelId="{0C88BAFA-6F7E-4864-911F-4F7F53AAB27C}" type="presParOf" srcId="{B1A859A2-5D0B-414F-BE1E-0B1A6D6EEAF8}" destId="{BD6CECFA-38F4-4A9E-998A-5BFCFBA6A035}" srcOrd="0" destOrd="0" presId="urn:microsoft.com/office/officeart/2005/8/layout/hierarchy1"/>
    <dgm:cxn modelId="{BA3A95A2-8461-405C-901A-6BD2CB0B90C9}" type="presParOf" srcId="{B1A859A2-5D0B-414F-BE1E-0B1A6D6EEAF8}" destId="{34946F8B-01AD-4934-B8B8-8D52FEFB3D95}" srcOrd="1" destOrd="0" presId="urn:microsoft.com/office/officeart/2005/8/layout/hierarchy1"/>
    <dgm:cxn modelId="{348B9310-BF71-4448-9F7D-9D4995339D12}" type="presParOf" srcId="{94540D34-DF0F-4267-92BD-23EE2740C206}" destId="{838378B0-9C8B-481F-923F-4935FF8C32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10006FE-45B4-4666-9AEB-C8509D6B5F7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67223AB-B4C6-4C67-B358-931A6B745D98}">
      <dgm:prSet/>
      <dgm:spPr/>
      <dgm:t>
        <a:bodyPr/>
        <a:lstStyle/>
        <a:p>
          <a:r>
            <a:rPr lang="en-US"/>
            <a:t>Combina condiciones.</a:t>
          </a:r>
        </a:p>
      </dgm:t>
    </dgm:pt>
    <dgm:pt modelId="{CB0C1FFA-4D28-4435-9E86-941DC5311C0C}" type="parTrans" cxnId="{A894DCD3-CA4D-4A66-AE25-C3D5DCCD0E27}">
      <dgm:prSet/>
      <dgm:spPr/>
      <dgm:t>
        <a:bodyPr/>
        <a:lstStyle/>
        <a:p>
          <a:endParaRPr lang="en-US"/>
        </a:p>
      </dgm:t>
    </dgm:pt>
    <dgm:pt modelId="{B50FE3F9-0398-46AC-ADFC-1E486154FD1F}" type="sibTrans" cxnId="{A894DCD3-CA4D-4A66-AE25-C3D5DCCD0E27}">
      <dgm:prSet/>
      <dgm:spPr/>
      <dgm:t>
        <a:bodyPr/>
        <a:lstStyle/>
        <a:p>
          <a:endParaRPr lang="en-US"/>
        </a:p>
      </dgm:t>
    </dgm:pt>
    <dgm:pt modelId="{CDC72364-7385-43B0-9328-74D3629EBE8B}">
      <dgm:prSet/>
      <dgm:spPr/>
      <dgm:t>
        <a:bodyPr/>
        <a:lstStyle/>
        <a:p>
          <a:r>
            <a:rPr lang="en-US"/>
            <a:t>SELECT * FROM alumno WHERE edad&gt;18 AND edad&lt;30;</a:t>
          </a:r>
        </a:p>
      </dgm:t>
    </dgm:pt>
    <dgm:pt modelId="{526D9B44-3DD5-4D39-A4B1-2A1972735935}" type="parTrans" cxnId="{E177EE55-0DD5-42C4-B8A8-FDCE80ED0530}">
      <dgm:prSet/>
      <dgm:spPr/>
      <dgm:t>
        <a:bodyPr/>
        <a:lstStyle/>
        <a:p>
          <a:endParaRPr lang="en-US"/>
        </a:p>
      </dgm:t>
    </dgm:pt>
    <dgm:pt modelId="{C2B0A2E3-37AC-4297-9F8A-FFDCE46E4933}" type="sibTrans" cxnId="{E177EE55-0DD5-42C4-B8A8-FDCE80ED0530}">
      <dgm:prSet/>
      <dgm:spPr/>
      <dgm:t>
        <a:bodyPr/>
        <a:lstStyle/>
        <a:p>
          <a:endParaRPr lang="en-US"/>
        </a:p>
      </dgm:t>
    </dgm:pt>
    <dgm:pt modelId="{D03CE665-361A-440A-9CD0-E55381C721DB}" type="pres">
      <dgm:prSet presAssocID="{E10006FE-45B4-4666-9AEB-C8509D6B5F74}" presName="root" presStyleCnt="0">
        <dgm:presLayoutVars>
          <dgm:dir/>
          <dgm:resizeHandles val="exact"/>
        </dgm:presLayoutVars>
      </dgm:prSet>
      <dgm:spPr/>
    </dgm:pt>
    <dgm:pt modelId="{CFDB4F3F-D056-48A2-BC99-07658042CCAA}" type="pres">
      <dgm:prSet presAssocID="{F67223AB-B4C6-4C67-B358-931A6B745D98}" presName="compNode" presStyleCnt="0"/>
      <dgm:spPr/>
    </dgm:pt>
    <dgm:pt modelId="{C9356E58-C291-45F3-B835-DE000BE1D973}" type="pres">
      <dgm:prSet presAssocID="{F67223AB-B4C6-4C67-B358-931A6B745D9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0F1B3AF6-E41A-4AF9-8627-0B6653A6D249}" type="pres">
      <dgm:prSet presAssocID="{F67223AB-B4C6-4C67-B358-931A6B745D98}" presName="spaceRect" presStyleCnt="0"/>
      <dgm:spPr/>
    </dgm:pt>
    <dgm:pt modelId="{428C6984-7EFD-47D3-A281-58A7EA94BE87}" type="pres">
      <dgm:prSet presAssocID="{F67223AB-B4C6-4C67-B358-931A6B745D98}" presName="textRect" presStyleLbl="revTx" presStyleIdx="0" presStyleCnt="2">
        <dgm:presLayoutVars>
          <dgm:chMax val="1"/>
          <dgm:chPref val="1"/>
        </dgm:presLayoutVars>
      </dgm:prSet>
      <dgm:spPr/>
    </dgm:pt>
    <dgm:pt modelId="{7B2B66F4-D938-472F-9C50-69B4F2A95EF1}" type="pres">
      <dgm:prSet presAssocID="{B50FE3F9-0398-46AC-ADFC-1E486154FD1F}" presName="sibTrans" presStyleCnt="0"/>
      <dgm:spPr/>
    </dgm:pt>
    <dgm:pt modelId="{1ABA08A4-9FF5-41AA-8E8D-B8FAB2DF33F6}" type="pres">
      <dgm:prSet presAssocID="{CDC72364-7385-43B0-9328-74D3629EBE8B}" presName="compNode" presStyleCnt="0"/>
      <dgm:spPr/>
    </dgm:pt>
    <dgm:pt modelId="{55275858-C14B-417A-92E7-F2A13ABD178A}" type="pres">
      <dgm:prSet presAssocID="{CDC72364-7385-43B0-9328-74D3629EBE8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0FC1ECD0-60C4-4DD6-8051-2FDBCC58959E}" type="pres">
      <dgm:prSet presAssocID="{CDC72364-7385-43B0-9328-74D3629EBE8B}" presName="spaceRect" presStyleCnt="0"/>
      <dgm:spPr/>
    </dgm:pt>
    <dgm:pt modelId="{5831FA82-6B34-4AF3-B2BF-617C83CCDA9A}" type="pres">
      <dgm:prSet presAssocID="{CDC72364-7385-43B0-9328-74D3629EBE8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FC21B23-02A8-4997-A54D-DC5BCE04A289}" type="presOf" srcId="{F67223AB-B4C6-4C67-B358-931A6B745D98}" destId="{428C6984-7EFD-47D3-A281-58A7EA94BE87}" srcOrd="0" destOrd="0" presId="urn:microsoft.com/office/officeart/2018/2/layout/IconLabelList"/>
    <dgm:cxn modelId="{74172D4B-C58E-4F7F-AACF-CBC3073EA436}" type="presOf" srcId="{CDC72364-7385-43B0-9328-74D3629EBE8B}" destId="{5831FA82-6B34-4AF3-B2BF-617C83CCDA9A}" srcOrd="0" destOrd="0" presId="urn:microsoft.com/office/officeart/2018/2/layout/IconLabelList"/>
    <dgm:cxn modelId="{E177EE55-0DD5-42C4-B8A8-FDCE80ED0530}" srcId="{E10006FE-45B4-4666-9AEB-C8509D6B5F74}" destId="{CDC72364-7385-43B0-9328-74D3629EBE8B}" srcOrd="1" destOrd="0" parTransId="{526D9B44-3DD5-4D39-A4B1-2A1972735935}" sibTransId="{C2B0A2E3-37AC-4297-9F8A-FFDCE46E4933}"/>
    <dgm:cxn modelId="{C7311057-F449-4301-97E3-65B4774E6BF0}" type="presOf" srcId="{E10006FE-45B4-4666-9AEB-C8509D6B5F74}" destId="{D03CE665-361A-440A-9CD0-E55381C721DB}" srcOrd="0" destOrd="0" presId="urn:microsoft.com/office/officeart/2018/2/layout/IconLabelList"/>
    <dgm:cxn modelId="{A894DCD3-CA4D-4A66-AE25-C3D5DCCD0E27}" srcId="{E10006FE-45B4-4666-9AEB-C8509D6B5F74}" destId="{F67223AB-B4C6-4C67-B358-931A6B745D98}" srcOrd="0" destOrd="0" parTransId="{CB0C1FFA-4D28-4435-9E86-941DC5311C0C}" sibTransId="{B50FE3F9-0398-46AC-ADFC-1E486154FD1F}"/>
    <dgm:cxn modelId="{A9D47338-2804-4BCF-A2D8-0BE1EB9D67C9}" type="presParOf" srcId="{D03CE665-361A-440A-9CD0-E55381C721DB}" destId="{CFDB4F3F-D056-48A2-BC99-07658042CCAA}" srcOrd="0" destOrd="0" presId="urn:microsoft.com/office/officeart/2018/2/layout/IconLabelList"/>
    <dgm:cxn modelId="{ED03AAF3-8D72-43DE-94AA-C6F9721F70DE}" type="presParOf" srcId="{CFDB4F3F-D056-48A2-BC99-07658042CCAA}" destId="{C9356E58-C291-45F3-B835-DE000BE1D973}" srcOrd="0" destOrd="0" presId="urn:microsoft.com/office/officeart/2018/2/layout/IconLabelList"/>
    <dgm:cxn modelId="{80085A2C-3D4E-4C8B-9B0B-E375849EE874}" type="presParOf" srcId="{CFDB4F3F-D056-48A2-BC99-07658042CCAA}" destId="{0F1B3AF6-E41A-4AF9-8627-0B6653A6D249}" srcOrd="1" destOrd="0" presId="urn:microsoft.com/office/officeart/2018/2/layout/IconLabelList"/>
    <dgm:cxn modelId="{69E08C00-D08B-4674-8438-87432B0305EA}" type="presParOf" srcId="{CFDB4F3F-D056-48A2-BC99-07658042CCAA}" destId="{428C6984-7EFD-47D3-A281-58A7EA94BE87}" srcOrd="2" destOrd="0" presId="urn:microsoft.com/office/officeart/2018/2/layout/IconLabelList"/>
    <dgm:cxn modelId="{32B43008-7F70-411E-91AE-168EF032E9C0}" type="presParOf" srcId="{D03CE665-361A-440A-9CD0-E55381C721DB}" destId="{7B2B66F4-D938-472F-9C50-69B4F2A95EF1}" srcOrd="1" destOrd="0" presId="urn:microsoft.com/office/officeart/2018/2/layout/IconLabelList"/>
    <dgm:cxn modelId="{2EB120BF-60E2-46DD-842D-8AD89AF66EF1}" type="presParOf" srcId="{D03CE665-361A-440A-9CD0-E55381C721DB}" destId="{1ABA08A4-9FF5-41AA-8E8D-B8FAB2DF33F6}" srcOrd="2" destOrd="0" presId="urn:microsoft.com/office/officeart/2018/2/layout/IconLabelList"/>
    <dgm:cxn modelId="{0ACA935F-C0E2-4FF7-A42E-5300745AF2F1}" type="presParOf" srcId="{1ABA08A4-9FF5-41AA-8E8D-B8FAB2DF33F6}" destId="{55275858-C14B-417A-92E7-F2A13ABD178A}" srcOrd="0" destOrd="0" presId="urn:microsoft.com/office/officeart/2018/2/layout/IconLabelList"/>
    <dgm:cxn modelId="{31B27C7B-824D-424F-B42C-B4F13CC85B85}" type="presParOf" srcId="{1ABA08A4-9FF5-41AA-8E8D-B8FAB2DF33F6}" destId="{0FC1ECD0-60C4-4DD6-8051-2FDBCC58959E}" srcOrd="1" destOrd="0" presId="urn:microsoft.com/office/officeart/2018/2/layout/IconLabelList"/>
    <dgm:cxn modelId="{9CC59F75-C5B9-4288-A51A-5C7F52BFB406}" type="presParOf" srcId="{1ABA08A4-9FF5-41AA-8E8D-B8FAB2DF33F6}" destId="{5831FA82-6B34-4AF3-B2BF-617C83CCDA9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205B23B-C423-4F16-BFFF-F2465976213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01626A-534B-44C6-A88E-0026496D2238}">
      <dgm:prSet/>
      <dgm:spPr/>
      <dgm:t>
        <a:bodyPr/>
        <a:lstStyle/>
        <a:p>
          <a:r>
            <a:rPr lang="en-US"/>
            <a:t>Condición alternativa.</a:t>
          </a:r>
        </a:p>
      </dgm:t>
    </dgm:pt>
    <dgm:pt modelId="{DDD2685D-F379-4324-AEBA-A8DCCC8D0352}" type="parTrans" cxnId="{2C7B786D-1F90-4F6F-A713-C870C4AD0056}">
      <dgm:prSet/>
      <dgm:spPr/>
      <dgm:t>
        <a:bodyPr/>
        <a:lstStyle/>
        <a:p>
          <a:endParaRPr lang="en-US"/>
        </a:p>
      </dgm:t>
    </dgm:pt>
    <dgm:pt modelId="{093E2EFF-A7D7-4CFB-860B-983FC6EECE8A}" type="sibTrans" cxnId="{2C7B786D-1F90-4F6F-A713-C870C4AD0056}">
      <dgm:prSet/>
      <dgm:spPr/>
      <dgm:t>
        <a:bodyPr/>
        <a:lstStyle/>
        <a:p>
          <a:endParaRPr lang="en-US"/>
        </a:p>
      </dgm:t>
    </dgm:pt>
    <dgm:pt modelId="{95B81290-F76E-47F2-B37E-8842CD4F566B}">
      <dgm:prSet/>
      <dgm:spPr/>
      <dgm:t>
        <a:bodyPr/>
        <a:lstStyle/>
        <a:p>
          <a:r>
            <a:rPr lang="en-US"/>
            <a:t>SELECT * FROM alumno WHERE edad=18 OR edad=20;</a:t>
          </a:r>
        </a:p>
      </dgm:t>
    </dgm:pt>
    <dgm:pt modelId="{4211B78B-8FC7-468E-AFC8-C19448249135}" type="parTrans" cxnId="{5E30E7EF-C437-4300-AC7E-7FA1376CD46A}">
      <dgm:prSet/>
      <dgm:spPr/>
      <dgm:t>
        <a:bodyPr/>
        <a:lstStyle/>
        <a:p>
          <a:endParaRPr lang="en-US"/>
        </a:p>
      </dgm:t>
    </dgm:pt>
    <dgm:pt modelId="{95DDEA0B-F93B-4FFB-8D82-C5789C0491B3}" type="sibTrans" cxnId="{5E30E7EF-C437-4300-AC7E-7FA1376CD46A}">
      <dgm:prSet/>
      <dgm:spPr/>
      <dgm:t>
        <a:bodyPr/>
        <a:lstStyle/>
        <a:p>
          <a:endParaRPr lang="en-US"/>
        </a:p>
      </dgm:t>
    </dgm:pt>
    <dgm:pt modelId="{A0F86AF3-79E4-47F7-A176-EFA6953EBD7A}" type="pres">
      <dgm:prSet presAssocID="{9205B23B-C423-4F16-BFFF-F2465976213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BAC2907-AC41-48C0-85D2-6B3256036056}" type="pres">
      <dgm:prSet presAssocID="{1801626A-534B-44C6-A88E-0026496D2238}" presName="hierRoot1" presStyleCnt="0"/>
      <dgm:spPr/>
    </dgm:pt>
    <dgm:pt modelId="{731685F9-D2DA-4C70-814C-FB4DD6EE24C8}" type="pres">
      <dgm:prSet presAssocID="{1801626A-534B-44C6-A88E-0026496D2238}" presName="composite" presStyleCnt="0"/>
      <dgm:spPr/>
    </dgm:pt>
    <dgm:pt modelId="{3837FD54-8285-4849-B696-1E8D3D54588F}" type="pres">
      <dgm:prSet presAssocID="{1801626A-534B-44C6-A88E-0026496D2238}" presName="background" presStyleLbl="node0" presStyleIdx="0" presStyleCnt="2"/>
      <dgm:spPr/>
    </dgm:pt>
    <dgm:pt modelId="{30E045C2-E0C2-4C65-A5D1-BC826BC40B65}" type="pres">
      <dgm:prSet presAssocID="{1801626A-534B-44C6-A88E-0026496D2238}" presName="text" presStyleLbl="fgAcc0" presStyleIdx="0" presStyleCnt="2">
        <dgm:presLayoutVars>
          <dgm:chPref val="3"/>
        </dgm:presLayoutVars>
      </dgm:prSet>
      <dgm:spPr/>
    </dgm:pt>
    <dgm:pt modelId="{FAF94840-F315-42CE-B66C-1B4861D962EE}" type="pres">
      <dgm:prSet presAssocID="{1801626A-534B-44C6-A88E-0026496D2238}" presName="hierChild2" presStyleCnt="0"/>
      <dgm:spPr/>
    </dgm:pt>
    <dgm:pt modelId="{0E5ADABC-A27D-4FE4-9006-A96C4EC10226}" type="pres">
      <dgm:prSet presAssocID="{95B81290-F76E-47F2-B37E-8842CD4F566B}" presName="hierRoot1" presStyleCnt="0"/>
      <dgm:spPr/>
    </dgm:pt>
    <dgm:pt modelId="{0F0E4C84-2067-493B-9386-3F546CAB099F}" type="pres">
      <dgm:prSet presAssocID="{95B81290-F76E-47F2-B37E-8842CD4F566B}" presName="composite" presStyleCnt="0"/>
      <dgm:spPr/>
    </dgm:pt>
    <dgm:pt modelId="{EDF216AD-583F-4C8A-AD59-C9D3D46351EF}" type="pres">
      <dgm:prSet presAssocID="{95B81290-F76E-47F2-B37E-8842CD4F566B}" presName="background" presStyleLbl="node0" presStyleIdx="1" presStyleCnt="2"/>
      <dgm:spPr/>
    </dgm:pt>
    <dgm:pt modelId="{999409C6-1D7E-486E-AE92-A8869571AFFA}" type="pres">
      <dgm:prSet presAssocID="{95B81290-F76E-47F2-B37E-8842CD4F566B}" presName="text" presStyleLbl="fgAcc0" presStyleIdx="1" presStyleCnt="2">
        <dgm:presLayoutVars>
          <dgm:chPref val="3"/>
        </dgm:presLayoutVars>
      </dgm:prSet>
      <dgm:spPr/>
    </dgm:pt>
    <dgm:pt modelId="{4F02B602-8299-464E-B197-6441DFEDAC13}" type="pres">
      <dgm:prSet presAssocID="{95B81290-F76E-47F2-B37E-8842CD4F566B}" presName="hierChild2" presStyleCnt="0"/>
      <dgm:spPr/>
    </dgm:pt>
  </dgm:ptLst>
  <dgm:cxnLst>
    <dgm:cxn modelId="{2C7B786D-1F90-4F6F-A713-C870C4AD0056}" srcId="{9205B23B-C423-4F16-BFFF-F2465976213B}" destId="{1801626A-534B-44C6-A88E-0026496D2238}" srcOrd="0" destOrd="0" parTransId="{DDD2685D-F379-4324-AEBA-A8DCCC8D0352}" sibTransId="{093E2EFF-A7D7-4CFB-860B-983FC6EECE8A}"/>
    <dgm:cxn modelId="{70BA2154-F33B-424C-B413-017A11874B1A}" type="presOf" srcId="{1801626A-534B-44C6-A88E-0026496D2238}" destId="{30E045C2-E0C2-4C65-A5D1-BC826BC40B65}" srcOrd="0" destOrd="0" presId="urn:microsoft.com/office/officeart/2005/8/layout/hierarchy1"/>
    <dgm:cxn modelId="{DD62C28E-832F-411F-B113-10D4C500762D}" type="presOf" srcId="{95B81290-F76E-47F2-B37E-8842CD4F566B}" destId="{999409C6-1D7E-486E-AE92-A8869571AFFA}" srcOrd="0" destOrd="0" presId="urn:microsoft.com/office/officeart/2005/8/layout/hierarchy1"/>
    <dgm:cxn modelId="{28A1B5A4-CCB1-41E6-ACA2-393799114CB0}" type="presOf" srcId="{9205B23B-C423-4F16-BFFF-F2465976213B}" destId="{A0F86AF3-79E4-47F7-A176-EFA6953EBD7A}" srcOrd="0" destOrd="0" presId="urn:microsoft.com/office/officeart/2005/8/layout/hierarchy1"/>
    <dgm:cxn modelId="{5E30E7EF-C437-4300-AC7E-7FA1376CD46A}" srcId="{9205B23B-C423-4F16-BFFF-F2465976213B}" destId="{95B81290-F76E-47F2-B37E-8842CD4F566B}" srcOrd="1" destOrd="0" parTransId="{4211B78B-8FC7-468E-AFC8-C19448249135}" sibTransId="{95DDEA0B-F93B-4FFB-8D82-C5789C0491B3}"/>
    <dgm:cxn modelId="{179DFE3D-1BAF-4101-B855-76F15FD468D0}" type="presParOf" srcId="{A0F86AF3-79E4-47F7-A176-EFA6953EBD7A}" destId="{8BAC2907-AC41-48C0-85D2-6B3256036056}" srcOrd="0" destOrd="0" presId="urn:microsoft.com/office/officeart/2005/8/layout/hierarchy1"/>
    <dgm:cxn modelId="{F63C49E7-CAB9-4521-8751-F9E2B3E59905}" type="presParOf" srcId="{8BAC2907-AC41-48C0-85D2-6B3256036056}" destId="{731685F9-D2DA-4C70-814C-FB4DD6EE24C8}" srcOrd="0" destOrd="0" presId="urn:microsoft.com/office/officeart/2005/8/layout/hierarchy1"/>
    <dgm:cxn modelId="{FE79B301-E464-4B7F-A1F0-87229245EB96}" type="presParOf" srcId="{731685F9-D2DA-4C70-814C-FB4DD6EE24C8}" destId="{3837FD54-8285-4849-B696-1E8D3D54588F}" srcOrd="0" destOrd="0" presId="urn:microsoft.com/office/officeart/2005/8/layout/hierarchy1"/>
    <dgm:cxn modelId="{A2FF6BC4-ECFA-4C66-B532-9F42B0DED90D}" type="presParOf" srcId="{731685F9-D2DA-4C70-814C-FB4DD6EE24C8}" destId="{30E045C2-E0C2-4C65-A5D1-BC826BC40B65}" srcOrd="1" destOrd="0" presId="urn:microsoft.com/office/officeart/2005/8/layout/hierarchy1"/>
    <dgm:cxn modelId="{A2BA74E8-393F-4FA2-B564-85B97465CA30}" type="presParOf" srcId="{8BAC2907-AC41-48C0-85D2-6B3256036056}" destId="{FAF94840-F315-42CE-B66C-1B4861D962EE}" srcOrd="1" destOrd="0" presId="urn:microsoft.com/office/officeart/2005/8/layout/hierarchy1"/>
    <dgm:cxn modelId="{0E215507-DFE2-4786-9791-FD2CF44C0F40}" type="presParOf" srcId="{A0F86AF3-79E4-47F7-A176-EFA6953EBD7A}" destId="{0E5ADABC-A27D-4FE4-9006-A96C4EC10226}" srcOrd="1" destOrd="0" presId="urn:microsoft.com/office/officeart/2005/8/layout/hierarchy1"/>
    <dgm:cxn modelId="{FC427E9B-63A3-4F3C-9833-BDD44024E392}" type="presParOf" srcId="{0E5ADABC-A27D-4FE4-9006-A96C4EC10226}" destId="{0F0E4C84-2067-493B-9386-3F546CAB099F}" srcOrd="0" destOrd="0" presId="urn:microsoft.com/office/officeart/2005/8/layout/hierarchy1"/>
    <dgm:cxn modelId="{36282131-BCB3-4407-B3A8-7B3D7D8F541B}" type="presParOf" srcId="{0F0E4C84-2067-493B-9386-3F546CAB099F}" destId="{EDF216AD-583F-4C8A-AD59-C9D3D46351EF}" srcOrd="0" destOrd="0" presId="urn:microsoft.com/office/officeart/2005/8/layout/hierarchy1"/>
    <dgm:cxn modelId="{5E502916-5830-4C02-8E09-BD4F4F79637B}" type="presParOf" srcId="{0F0E4C84-2067-493B-9386-3F546CAB099F}" destId="{999409C6-1D7E-486E-AE92-A8869571AFFA}" srcOrd="1" destOrd="0" presId="urn:microsoft.com/office/officeart/2005/8/layout/hierarchy1"/>
    <dgm:cxn modelId="{4D9E4AB2-FD88-469B-B4D2-7A2C9F87373F}" type="presParOf" srcId="{0E5ADABC-A27D-4FE4-9006-A96C4EC10226}" destId="{4F02B602-8299-464E-B197-6441DFEDAC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DFBE3F7B-752B-492E-A8E9-0076205D346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E6E173-6812-45F6-8B2B-D2F40FD1E1D7}">
      <dgm:prSet/>
      <dgm:spPr/>
      <dgm:t>
        <a:bodyPr/>
        <a:lstStyle/>
        <a:p>
          <a:r>
            <a:rPr lang="en-US"/>
            <a:t>Rango de valores.</a:t>
          </a:r>
        </a:p>
      </dgm:t>
    </dgm:pt>
    <dgm:pt modelId="{0B701D7E-205E-4D17-84D1-AFCFFEAFAC40}" type="parTrans" cxnId="{32731E6B-98DE-4419-9A0D-8B11C555CAE6}">
      <dgm:prSet/>
      <dgm:spPr/>
      <dgm:t>
        <a:bodyPr/>
        <a:lstStyle/>
        <a:p>
          <a:endParaRPr lang="en-US"/>
        </a:p>
      </dgm:t>
    </dgm:pt>
    <dgm:pt modelId="{6675C840-48CC-4850-B8F8-EF3A0F862036}" type="sibTrans" cxnId="{32731E6B-98DE-4419-9A0D-8B11C555CAE6}">
      <dgm:prSet/>
      <dgm:spPr/>
      <dgm:t>
        <a:bodyPr/>
        <a:lstStyle/>
        <a:p>
          <a:endParaRPr lang="en-US"/>
        </a:p>
      </dgm:t>
    </dgm:pt>
    <dgm:pt modelId="{2CB7399E-3F3A-410D-9466-2693166258F4}">
      <dgm:prSet/>
      <dgm:spPr/>
      <dgm:t>
        <a:bodyPr/>
        <a:lstStyle/>
        <a:p>
          <a:r>
            <a:rPr lang="en-US"/>
            <a:t>SELECT * FROM alumno WHERE edad BETWEEN 18 AND 25;</a:t>
          </a:r>
        </a:p>
      </dgm:t>
    </dgm:pt>
    <dgm:pt modelId="{AFB226BF-6797-4240-B12F-95934FA43684}" type="parTrans" cxnId="{D5EEBAB8-629C-4D74-9F7A-C1B2AC6BF6A3}">
      <dgm:prSet/>
      <dgm:spPr/>
      <dgm:t>
        <a:bodyPr/>
        <a:lstStyle/>
        <a:p>
          <a:endParaRPr lang="en-US"/>
        </a:p>
      </dgm:t>
    </dgm:pt>
    <dgm:pt modelId="{37874267-CEAC-440E-87B4-0D2C30F5CF69}" type="sibTrans" cxnId="{D5EEBAB8-629C-4D74-9F7A-C1B2AC6BF6A3}">
      <dgm:prSet/>
      <dgm:spPr/>
      <dgm:t>
        <a:bodyPr/>
        <a:lstStyle/>
        <a:p>
          <a:endParaRPr lang="en-US"/>
        </a:p>
      </dgm:t>
    </dgm:pt>
    <dgm:pt modelId="{32CF5ADE-3EE0-4EC5-BF31-A0450EB6E681}" type="pres">
      <dgm:prSet presAssocID="{DFBE3F7B-752B-492E-A8E9-0076205D346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59A44F-FA8B-401E-92E0-8BCEB042A7EA}" type="pres">
      <dgm:prSet presAssocID="{19E6E173-6812-45F6-8B2B-D2F40FD1E1D7}" presName="hierRoot1" presStyleCnt="0"/>
      <dgm:spPr/>
    </dgm:pt>
    <dgm:pt modelId="{1D00B961-4CEA-461E-AFAB-9A15AC7575E6}" type="pres">
      <dgm:prSet presAssocID="{19E6E173-6812-45F6-8B2B-D2F40FD1E1D7}" presName="composite" presStyleCnt="0"/>
      <dgm:spPr/>
    </dgm:pt>
    <dgm:pt modelId="{5276DBF6-3983-4E0C-B25A-3312BFB0F2EF}" type="pres">
      <dgm:prSet presAssocID="{19E6E173-6812-45F6-8B2B-D2F40FD1E1D7}" presName="background" presStyleLbl="node0" presStyleIdx="0" presStyleCnt="2"/>
      <dgm:spPr/>
    </dgm:pt>
    <dgm:pt modelId="{D8840685-196C-42F6-853F-799FD07F8CFF}" type="pres">
      <dgm:prSet presAssocID="{19E6E173-6812-45F6-8B2B-D2F40FD1E1D7}" presName="text" presStyleLbl="fgAcc0" presStyleIdx="0" presStyleCnt="2">
        <dgm:presLayoutVars>
          <dgm:chPref val="3"/>
        </dgm:presLayoutVars>
      </dgm:prSet>
      <dgm:spPr/>
    </dgm:pt>
    <dgm:pt modelId="{64E7DB01-0D41-410F-B89A-D155749E2494}" type="pres">
      <dgm:prSet presAssocID="{19E6E173-6812-45F6-8B2B-D2F40FD1E1D7}" presName="hierChild2" presStyleCnt="0"/>
      <dgm:spPr/>
    </dgm:pt>
    <dgm:pt modelId="{9DC77BB9-4B19-4EB7-AB9A-0FF52BD3D6F8}" type="pres">
      <dgm:prSet presAssocID="{2CB7399E-3F3A-410D-9466-2693166258F4}" presName="hierRoot1" presStyleCnt="0"/>
      <dgm:spPr/>
    </dgm:pt>
    <dgm:pt modelId="{F9803E55-B597-420E-8356-AB6351EFB5BA}" type="pres">
      <dgm:prSet presAssocID="{2CB7399E-3F3A-410D-9466-2693166258F4}" presName="composite" presStyleCnt="0"/>
      <dgm:spPr/>
    </dgm:pt>
    <dgm:pt modelId="{9DBD8D13-711B-493D-A898-4AD1964AF993}" type="pres">
      <dgm:prSet presAssocID="{2CB7399E-3F3A-410D-9466-2693166258F4}" presName="background" presStyleLbl="node0" presStyleIdx="1" presStyleCnt="2"/>
      <dgm:spPr/>
    </dgm:pt>
    <dgm:pt modelId="{75FCFBC8-626C-473A-96F5-5B4E5F4CE012}" type="pres">
      <dgm:prSet presAssocID="{2CB7399E-3F3A-410D-9466-2693166258F4}" presName="text" presStyleLbl="fgAcc0" presStyleIdx="1" presStyleCnt="2">
        <dgm:presLayoutVars>
          <dgm:chPref val="3"/>
        </dgm:presLayoutVars>
      </dgm:prSet>
      <dgm:spPr/>
    </dgm:pt>
    <dgm:pt modelId="{05624C65-AC52-43F2-B948-30D10B063796}" type="pres">
      <dgm:prSet presAssocID="{2CB7399E-3F3A-410D-9466-2693166258F4}" presName="hierChild2" presStyleCnt="0"/>
      <dgm:spPr/>
    </dgm:pt>
  </dgm:ptLst>
  <dgm:cxnLst>
    <dgm:cxn modelId="{32731E6B-98DE-4419-9A0D-8B11C555CAE6}" srcId="{DFBE3F7B-752B-492E-A8E9-0076205D346D}" destId="{19E6E173-6812-45F6-8B2B-D2F40FD1E1D7}" srcOrd="0" destOrd="0" parTransId="{0B701D7E-205E-4D17-84D1-AFCFFEAFAC40}" sibTransId="{6675C840-48CC-4850-B8F8-EF3A0F862036}"/>
    <dgm:cxn modelId="{82FD0756-A5E2-41F2-9885-5DAA738BE9DF}" type="presOf" srcId="{DFBE3F7B-752B-492E-A8E9-0076205D346D}" destId="{32CF5ADE-3EE0-4EC5-BF31-A0450EB6E681}" srcOrd="0" destOrd="0" presId="urn:microsoft.com/office/officeart/2005/8/layout/hierarchy1"/>
    <dgm:cxn modelId="{5B331693-C76F-4A68-9F75-1679D6C09528}" type="presOf" srcId="{19E6E173-6812-45F6-8B2B-D2F40FD1E1D7}" destId="{D8840685-196C-42F6-853F-799FD07F8CFF}" srcOrd="0" destOrd="0" presId="urn:microsoft.com/office/officeart/2005/8/layout/hierarchy1"/>
    <dgm:cxn modelId="{C41A5BA6-E116-448F-AD88-12BBC70594FF}" type="presOf" srcId="{2CB7399E-3F3A-410D-9466-2693166258F4}" destId="{75FCFBC8-626C-473A-96F5-5B4E5F4CE012}" srcOrd="0" destOrd="0" presId="urn:microsoft.com/office/officeart/2005/8/layout/hierarchy1"/>
    <dgm:cxn modelId="{D5EEBAB8-629C-4D74-9F7A-C1B2AC6BF6A3}" srcId="{DFBE3F7B-752B-492E-A8E9-0076205D346D}" destId="{2CB7399E-3F3A-410D-9466-2693166258F4}" srcOrd="1" destOrd="0" parTransId="{AFB226BF-6797-4240-B12F-95934FA43684}" sibTransId="{37874267-CEAC-440E-87B4-0D2C30F5CF69}"/>
    <dgm:cxn modelId="{2C651623-DFCA-4094-89A0-8233EC89837C}" type="presParOf" srcId="{32CF5ADE-3EE0-4EC5-BF31-A0450EB6E681}" destId="{5259A44F-FA8B-401E-92E0-8BCEB042A7EA}" srcOrd="0" destOrd="0" presId="urn:microsoft.com/office/officeart/2005/8/layout/hierarchy1"/>
    <dgm:cxn modelId="{3B9EFFDD-630C-429A-B61C-ECFD3FA6FC72}" type="presParOf" srcId="{5259A44F-FA8B-401E-92E0-8BCEB042A7EA}" destId="{1D00B961-4CEA-461E-AFAB-9A15AC7575E6}" srcOrd="0" destOrd="0" presId="urn:microsoft.com/office/officeart/2005/8/layout/hierarchy1"/>
    <dgm:cxn modelId="{A09D6B7B-E42B-4034-BBDC-389F6BA9B467}" type="presParOf" srcId="{1D00B961-4CEA-461E-AFAB-9A15AC7575E6}" destId="{5276DBF6-3983-4E0C-B25A-3312BFB0F2EF}" srcOrd="0" destOrd="0" presId="urn:microsoft.com/office/officeart/2005/8/layout/hierarchy1"/>
    <dgm:cxn modelId="{006458FD-5CBE-4CF6-BE7D-05F1E512B48D}" type="presParOf" srcId="{1D00B961-4CEA-461E-AFAB-9A15AC7575E6}" destId="{D8840685-196C-42F6-853F-799FD07F8CFF}" srcOrd="1" destOrd="0" presId="urn:microsoft.com/office/officeart/2005/8/layout/hierarchy1"/>
    <dgm:cxn modelId="{F07E1FB7-C140-474B-8FFC-BA3DE6C5FA40}" type="presParOf" srcId="{5259A44F-FA8B-401E-92E0-8BCEB042A7EA}" destId="{64E7DB01-0D41-410F-B89A-D155749E2494}" srcOrd="1" destOrd="0" presId="urn:microsoft.com/office/officeart/2005/8/layout/hierarchy1"/>
    <dgm:cxn modelId="{B79670DF-64EF-4450-9B9E-CDA2D3B2BF8D}" type="presParOf" srcId="{32CF5ADE-3EE0-4EC5-BF31-A0450EB6E681}" destId="{9DC77BB9-4B19-4EB7-AB9A-0FF52BD3D6F8}" srcOrd="1" destOrd="0" presId="urn:microsoft.com/office/officeart/2005/8/layout/hierarchy1"/>
    <dgm:cxn modelId="{3B937B3E-7F9B-41DD-93B8-FFDE6EBB0365}" type="presParOf" srcId="{9DC77BB9-4B19-4EB7-AB9A-0FF52BD3D6F8}" destId="{F9803E55-B597-420E-8356-AB6351EFB5BA}" srcOrd="0" destOrd="0" presId="urn:microsoft.com/office/officeart/2005/8/layout/hierarchy1"/>
    <dgm:cxn modelId="{7C963717-2400-4F4A-803C-5A6DF635D148}" type="presParOf" srcId="{F9803E55-B597-420E-8356-AB6351EFB5BA}" destId="{9DBD8D13-711B-493D-A898-4AD1964AF993}" srcOrd="0" destOrd="0" presId="urn:microsoft.com/office/officeart/2005/8/layout/hierarchy1"/>
    <dgm:cxn modelId="{B1F13D49-141C-4A2B-958C-5F1ABD2A1A74}" type="presParOf" srcId="{F9803E55-B597-420E-8356-AB6351EFB5BA}" destId="{75FCFBC8-626C-473A-96F5-5B4E5F4CE012}" srcOrd="1" destOrd="0" presId="urn:microsoft.com/office/officeart/2005/8/layout/hierarchy1"/>
    <dgm:cxn modelId="{BE5F8759-943E-4FCA-8703-5F9DE4374955}" type="presParOf" srcId="{9DC77BB9-4B19-4EB7-AB9A-0FF52BD3D6F8}" destId="{05624C65-AC52-43F2-B948-30D10B06379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3BC4FE1-4E3D-4E0C-98D4-7090C6F2102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69F103F-7438-4D68-BAA8-37BFD582BF67}">
      <dgm:prSet/>
      <dgm:spPr/>
      <dgm:t>
        <a:bodyPr/>
        <a:lstStyle/>
        <a:p>
          <a:r>
            <a:rPr lang="en-US"/>
            <a:t>Búsqueda por patrón.</a:t>
          </a:r>
        </a:p>
      </dgm:t>
    </dgm:pt>
    <dgm:pt modelId="{5466BDB0-BEEB-446E-A6BF-DFF6A4537C40}" type="parTrans" cxnId="{486CD677-ADC5-4EA7-AE61-5BD0E0B6CB99}">
      <dgm:prSet/>
      <dgm:spPr/>
      <dgm:t>
        <a:bodyPr/>
        <a:lstStyle/>
        <a:p>
          <a:endParaRPr lang="en-US"/>
        </a:p>
      </dgm:t>
    </dgm:pt>
    <dgm:pt modelId="{4963B28E-9FBE-468A-BD34-AF5B0989C206}" type="sibTrans" cxnId="{486CD677-ADC5-4EA7-AE61-5BD0E0B6CB99}">
      <dgm:prSet/>
      <dgm:spPr/>
      <dgm:t>
        <a:bodyPr/>
        <a:lstStyle/>
        <a:p>
          <a:endParaRPr lang="en-US"/>
        </a:p>
      </dgm:t>
    </dgm:pt>
    <dgm:pt modelId="{8435EE62-D73A-4F1A-B47E-79D8D3606D42}">
      <dgm:prSet/>
      <dgm:spPr/>
      <dgm:t>
        <a:bodyPr/>
        <a:lstStyle/>
        <a:p>
          <a:r>
            <a:rPr lang="en-US"/>
            <a:t>SELECT * FROM alumno WHERE nombre LIKE 'A%';</a:t>
          </a:r>
        </a:p>
      </dgm:t>
    </dgm:pt>
    <dgm:pt modelId="{3637D34F-4F38-4463-A6EA-25021A8139EF}" type="parTrans" cxnId="{43D7767B-7F22-4A0E-B055-C3903AEC3B54}">
      <dgm:prSet/>
      <dgm:spPr/>
      <dgm:t>
        <a:bodyPr/>
        <a:lstStyle/>
        <a:p>
          <a:endParaRPr lang="en-US"/>
        </a:p>
      </dgm:t>
    </dgm:pt>
    <dgm:pt modelId="{84C77175-852D-4A07-877A-6E16525D2270}" type="sibTrans" cxnId="{43D7767B-7F22-4A0E-B055-C3903AEC3B54}">
      <dgm:prSet/>
      <dgm:spPr/>
      <dgm:t>
        <a:bodyPr/>
        <a:lstStyle/>
        <a:p>
          <a:endParaRPr lang="en-US"/>
        </a:p>
      </dgm:t>
    </dgm:pt>
    <dgm:pt modelId="{870C12CB-242A-4797-A0EA-AEEF12A53228}" type="pres">
      <dgm:prSet presAssocID="{83BC4FE1-4E3D-4E0C-98D4-7090C6F2102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8052667-DAC5-4E53-9FD5-1A457E82F76C}" type="pres">
      <dgm:prSet presAssocID="{F69F103F-7438-4D68-BAA8-37BFD582BF67}" presName="hierRoot1" presStyleCnt="0"/>
      <dgm:spPr/>
    </dgm:pt>
    <dgm:pt modelId="{AE6B75F7-DD9E-4095-8636-C7C11C3070C4}" type="pres">
      <dgm:prSet presAssocID="{F69F103F-7438-4D68-BAA8-37BFD582BF67}" presName="composite" presStyleCnt="0"/>
      <dgm:spPr/>
    </dgm:pt>
    <dgm:pt modelId="{A593EA78-8E32-4D8A-B676-929B5A78688D}" type="pres">
      <dgm:prSet presAssocID="{F69F103F-7438-4D68-BAA8-37BFD582BF67}" presName="background" presStyleLbl="node0" presStyleIdx="0" presStyleCnt="2"/>
      <dgm:spPr/>
    </dgm:pt>
    <dgm:pt modelId="{30C6E32C-5547-4571-85BD-77634FC298BD}" type="pres">
      <dgm:prSet presAssocID="{F69F103F-7438-4D68-BAA8-37BFD582BF67}" presName="text" presStyleLbl="fgAcc0" presStyleIdx="0" presStyleCnt="2">
        <dgm:presLayoutVars>
          <dgm:chPref val="3"/>
        </dgm:presLayoutVars>
      </dgm:prSet>
      <dgm:spPr/>
    </dgm:pt>
    <dgm:pt modelId="{22515094-25D2-4E73-80C7-7BB0FEBDB351}" type="pres">
      <dgm:prSet presAssocID="{F69F103F-7438-4D68-BAA8-37BFD582BF67}" presName="hierChild2" presStyleCnt="0"/>
      <dgm:spPr/>
    </dgm:pt>
    <dgm:pt modelId="{1D670FFB-694A-44F2-94A0-B3E9F812B632}" type="pres">
      <dgm:prSet presAssocID="{8435EE62-D73A-4F1A-B47E-79D8D3606D42}" presName="hierRoot1" presStyleCnt="0"/>
      <dgm:spPr/>
    </dgm:pt>
    <dgm:pt modelId="{C0B2DD0F-B884-496A-BD67-DA89E19ED0ED}" type="pres">
      <dgm:prSet presAssocID="{8435EE62-D73A-4F1A-B47E-79D8D3606D42}" presName="composite" presStyleCnt="0"/>
      <dgm:spPr/>
    </dgm:pt>
    <dgm:pt modelId="{98F7A6F7-9074-456C-BC65-1A49481FC392}" type="pres">
      <dgm:prSet presAssocID="{8435EE62-D73A-4F1A-B47E-79D8D3606D42}" presName="background" presStyleLbl="node0" presStyleIdx="1" presStyleCnt="2"/>
      <dgm:spPr/>
    </dgm:pt>
    <dgm:pt modelId="{7E1C0BD6-37C3-4DF8-B2E0-9E52CFCCC740}" type="pres">
      <dgm:prSet presAssocID="{8435EE62-D73A-4F1A-B47E-79D8D3606D42}" presName="text" presStyleLbl="fgAcc0" presStyleIdx="1" presStyleCnt="2">
        <dgm:presLayoutVars>
          <dgm:chPref val="3"/>
        </dgm:presLayoutVars>
      </dgm:prSet>
      <dgm:spPr/>
    </dgm:pt>
    <dgm:pt modelId="{75207CBA-2B50-4A3E-ADAE-803F998A0B93}" type="pres">
      <dgm:prSet presAssocID="{8435EE62-D73A-4F1A-B47E-79D8D3606D42}" presName="hierChild2" presStyleCnt="0"/>
      <dgm:spPr/>
    </dgm:pt>
  </dgm:ptLst>
  <dgm:cxnLst>
    <dgm:cxn modelId="{04B7EC05-3C78-42F2-9151-51F55E4CD7DB}" type="presOf" srcId="{83BC4FE1-4E3D-4E0C-98D4-7090C6F2102D}" destId="{870C12CB-242A-4797-A0EA-AEEF12A53228}" srcOrd="0" destOrd="0" presId="urn:microsoft.com/office/officeart/2005/8/layout/hierarchy1"/>
    <dgm:cxn modelId="{486CD677-ADC5-4EA7-AE61-5BD0E0B6CB99}" srcId="{83BC4FE1-4E3D-4E0C-98D4-7090C6F2102D}" destId="{F69F103F-7438-4D68-BAA8-37BFD582BF67}" srcOrd="0" destOrd="0" parTransId="{5466BDB0-BEEB-446E-A6BF-DFF6A4537C40}" sibTransId="{4963B28E-9FBE-468A-BD34-AF5B0989C206}"/>
    <dgm:cxn modelId="{B6FC4659-DEF4-40A9-84B8-B31EF95E99C5}" type="presOf" srcId="{F69F103F-7438-4D68-BAA8-37BFD582BF67}" destId="{30C6E32C-5547-4571-85BD-77634FC298BD}" srcOrd="0" destOrd="0" presId="urn:microsoft.com/office/officeart/2005/8/layout/hierarchy1"/>
    <dgm:cxn modelId="{43D7767B-7F22-4A0E-B055-C3903AEC3B54}" srcId="{83BC4FE1-4E3D-4E0C-98D4-7090C6F2102D}" destId="{8435EE62-D73A-4F1A-B47E-79D8D3606D42}" srcOrd="1" destOrd="0" parTransId="{3637D34F-4F38-4463-A6EA-25021A8139EF}" sibTransId="{84C77175-852D-4A07-877A-6E16525D2270}"/>
    <dgm:cxn modelId="{0AA09EB7-1AAD-4535-9CA7-830E9C660C77}" type="presOf" srcId="{8435EE62-D73A-4F1A-B47E-79D8D3606D42}" destId="{7E1C0BD6-37C3-4DF8-B2E0-9E52CFCCC740}" srcOrd="0" destOrd="0" presId="urn:microsoft.com/office/officeart/2005/8/layout/hierarchy1"/>
    <dgm:cxn modelId="{F4A7DC90-CD4E-4843-9ABE-C9E67AE30CE8}" type="presParOf" srcId="{870C12CB-242A-4797-A0EA-AEEF12A53228}" destId="{38052667-DAC5-4E53-9FD5-1A457E82F76C}" srcOrd="0" destOrd="0" presId="urn:microsoft.com/office/officeart/2005/8/layout/hierarchy1"/>
    <dgm:cxn modelId="{AC6F314A-F5C4-426C-AEA7-F23FB40DA932}" type="presParOf" srcId="{38052667-DAC5-4E53-9FD5-1A457E82F76C}" destId="{AE6B75F7-DD9E-4095-8636-C7C11C3070C4}" srcOrd="0" destOrd="0" presId="urn:microsoft.com/office/officeart/2005/8/layout/hierarchy1"/>
    <dgm:cxn modelId="{3EA5FD94-B4AF-4E2B-8776-053F42155724}" type="presParOf" srcId="{AE6B75F7-DD9E-4095-8636-C7C11C3070C4}" destId="{A593EA78-8E32-4D8A-B676-929B5A78688D}" srcOrd="0" destOrd="0" presId="urn:microsoft.com/office/officeart/2005/8/layout/hierarchy1"/>
    <dgm:cxn modelId="{656EBE86-ED25-4379-B3B2-B52C66D003A0}" type="presParOf" srcId="{AE6B75F7-DD9E-4095-8636-C7C11C3070C4}" destId="{30C6E32C-5547-4571-85BD-77634FC298BD}" srcOrd="1" destOrd="0" presId="urn:microsoft.com/office/officeart/2005/8/layout/hierarchy1"/>
    <dgm:cxn modelId="{0FDB5FA2-25F9-47AB-BC9A-420CBB4F4CB1}" type="presParOf" srcId="{38052667-DAC5-4E53-9FD5-1A457E82F76C}" destId="{22515094-25D2-4E73-80C7-7BB0FEBDB351}" srcOrd="1" destOrd="0" presId="urn:microsoft.com/office/officeart/2005/8/layout/hierarchy1"/>
    <dgm:cxn modelId="{185ACA42-A035-440C-B1D4-CDC2F29B75B7}" type="presParOf" srcId="{870C12CB-242A-4797-A0EA-AEEF12A53228}" destId="{1D670FFB-694A-44F2-94A0-B3E9F812B632}" srcOrd="1" destOrd="0" presId="urn:microsoft.com/office/officeart/2005/8/layout/hierarchy1"/>
    <dgm:cxn modelId="{FAD3C4BF-6C3D-4A75-BF7E-3187245B95BC}" type="presParOf" srcId="{1D670FFB-694A-44F2-94A0-B3E9F812B632}" destId="{C0B2DD0F-B884-496A-BD67-DA89E19ED0ED}" srcOrd="0" destOrd="0" presId="urn:microsoft.com/office/officeart/2005/8/layout/hierarchy1"/>
    <dgm:cxn modelId="{42C7384D-4AEB-4FD4-AE6D-BEA9D9DD5A2A}" type="presParOf" srcId="{C0B2DD0F-B884-496A-BD67-DA89E19ED0ED}" destId="{98F7A6F7-9074-456C-BC65-1A49481FC392}" srcOrd="0" destOrd="0" presId="urn:microsoft.com/office/officeart/2005/8/layout/hierarchy1"/>
    <dgm:cxn modelId="{86A4AFD5-8883-4A1E-B5B4-6FB91BEFB7C0}" type="presParOf" srcId="{C0B2DD0F-B884-496A-BD67-DA89E19ED0ED}" destId="{7E1C0BD6-37C3-4DF8-B2E0-9E52CFCCC740}" srcOrd="1" destOrd="0" presId="urn:microsoft.com/office/officeart/2005/8/layout/hierarchy1"/>
    <dgm:cxn modelId="{E2ADFCD4-4607-43DA-8B42-B220EB350C54}" type="presParOf" srcId="{1D670FFB-694A-44F2-94A0-B3E9F812B632}" destId="{75207CBA-2B50-4A3E-ADAE-803F998A0B9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80A5B80-6D1F-4786-A7D7-361245C58FE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3C1D62-6197-4F5A-AB64-2EF6F00E3D43}">
      <dgm:prSet/>
      <dgm:spPr/>
      <dgm:t>
        <a:bodyPr/>
        <a:lstStyle/>
        <a:p>
          <a:r>
            <a:rPr lang="en-US"/>
            <a:t>Orden ascendente.</a:t>
          </a:r>
        </a:p>
      </dgm:t>
    </dgm:pt>
    <dgm:pt modelId="{172D46DA-E526-4853-A9D1-D137D75ADB8E}" type="parTrans" cxnId="{AE790408-1639-439F-BFD8-476E51063E0D}">
      <dgm:prSet/>
      <dgm:spPr/>
      <dgm:t>
        <a:bodyPr/>
        <a:lstStyle/>
        <a:p>
          <a:endParaRPr lang="en-US"/>
        </a:p>
      </dgm:t>
    </dgm:pt>
    <dgm:pt modelId="{2FFB3A19-BDC4-47C9-A18C-FE4B38D0A9B5}" type="sibTrans" cxnId="{AE790408-1639-439F-BFD8-476E51063E0D}">
      <dgm:prSet/>
      <dgm:spPr/>
      <dgm:t>
        <a:bodyPr/>
        <a:lstStyle/>
        <a:p>
          <a:endParaRPr lang="en-US"/>
        </a:p>
      </dgm:t>
    </dgm:pt>
    <dgm:pt modelId="{B4A66B8E-2A0E-4351-A537-7EC8DD818490}">
      <dgm:prSet/>
      <dgm:spPr/>
      <dgm:t>
        <a:bodyPr/>
        <a:lstStyle/>
        <a:p>
          <a:r>
            <a:rPr lang="en-US"/>
            <a:t>SELECT * FROM alumno ORDER BY nombre ASC;</a:t>
          </a:r>
        </a:p>
      </dgm:t>
    </dgm:pt>
    <dgm:pt modelId="{6196A8B6-D813-4ECD-8AF3-4598F2EBACD3}" type="parTrans" cxnId="{D7F737C6-2178-4C04-BD0A-FD5FBE5CD0B4}">
      <dgm:prSet/>
      <dgm:spPr/>
      <dgm:t>
        <a:bodyPr/>
        <a:lstStyle/>
        <a:p>
          <a:endParaRPr lang="en-US"/>
        </a:p>
      </dgm:t>
    </dgm:pt>
    <dgm:pt modelId="{4C8B4572-10C6-476B-A141-074B9598A995}" type="sibTrans" cxnId="{D7F737C6-2178-4C04-BD0A-FD5FBE5CD0B4}">
      <dgm:prSet/>
      <dgm:spPr/>
      <dgm:t>
        <a:bodyPr/>
        <a:lstStyle/>
        <a:p>
          <a:endParaRPr lang="en-US"/>
        </a:p>
      </dgm:t>
    </dgm:pt>
    <dgm:pt modelId="{127C9533-89C1-4C07-B7A8-B14464D31F0C}" type="pres">
      <dgm:prSet presAssocID="{080A5B80-6D1F-4786-A7D7-361245C58F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FCE6ED1-65A2-4194-907F-660FD1205D6E}" type="pres">
      <dgm:prSet presAssocID="{0E3C1D62-6197-4F5A-AB64-2EF6F00E3D43}" presName="hierRoot1" presStyleCnt="0"/>
      <dgm:spPr/>
    </dgm:pt>
    <dgm:pt modelId="{12D55912-3717-4EAF-862F-234A2F2598CC}" type="pres">
      <dgm:prSet presAssocID="{0E3C1D62-6197-4F5A-AB64-2EF6F00E3D43}" presName="composite" presStyleCnt="0"/>
      <dgm:spPr/>
    </dgm:pt>
    <dgm:pt modelId="{1A8EB323-19D1-448D-A3B5-8334166396C0}" type="pres">
      <dgm:prSet presAssocID="{0E3C1D62-6197-4F5A-AB64-2EF6F00E3D43}" presName="background" presStyleLbl="node0" presStyleIdx="0" presStyleCnt="2"/>
      <dgm:spPr/>
    </dgm:pt>
    <dgm:pt modelId="{70FB4697-000C-42B6-A323-EB6942BEE599}" type="pres">
      <dgm:prSet presAssocID="{0E3C1D62-6197-4F5A-AB64-2EF6F00E3D43}" presName="text" presStyleLbl="fgAcc0" presStyleIdx="0" presStyleCnt="2">
        <dgm:presLayoutVars>
          <dgm:chPref val="3"/>
        </dgm:presLayoutVars>
      </dgm:prSet>
      <dgm:spPr/>
    </dgm:pt>
    <dgm:pt modelId="{967F73F1-0D71-40FB-8680-63F0FF703201}" type="pres">
      <dgm:prSet presAssocID="{0E3C1D62-6197-4F5A-AB64-2EF6F00E3D43}" presName="hierChild2" presStyleCnt="0"/>
      <dgm:spPr/>
    </dgm:pt>
    <dgm:pt modelId="{56DBFBA0-2A4B-4A77-9367-BCEE4A9DB897}" type="pres">
      <dgm:prSet presAssocID="{B4A66B8E-2A0E-4351-A537-7EC8DD818490}" presName="hierRoot1" presStyleCnt="0"/>
      <dgm:spPr/>
    </dgm:pt>
    <dgm:pt modelId="{8EE05CED-3F03-4524-989B-175A2C765FA4}" type="pres">
      <dgm:prSet presAssocID="{B4A66B8E-2A0E-4351-A537-7EC8DD818490}" presName="composite" presStyleCnt="0"/>
      <dgm:spPr/>
    </dgm:pt>
    <dgm:pt modelId="{77812075-99C8-4449-988C-B884D4C6524E}" type="pres">
      <dgm:prSet presAssocID="{B4A66B8E-2A0E-4351-A537-7EC8DD818490}" presName="background" presStyleLbl="node0" presStyleIdx="1" presStyleCnt="2"/>
      <dgm:spPr/>
    </dgm:pt>
    <dgm:pt modelId="{2B2E1440-3388-4866-8FF2-9173A96FA3CC}" type="pres">
      <dgm:prSet presAssocID="{B4A66B8E-2A0E-4351-A537-7EC8DD818490}" presName="text" presStyleLbl="fgAcc0" presStyleIdx="1" presStyleCnt="2">
        <dgm:presLayoutVars>
          <dgm:chPref val="3"/>
        </dgm:presLayoutVars>
      </dgm:prSet>
      <dgm:spPr/>
    </dgm:pt>
    <dgm:pt modelId="{ACEB568F-6FFB-40F6-A061-47D609BDE001}" type="pres">
      <dgm:prSet presAssocID="{B4A66B8E-2A0E-4351-A537-7EC8DD818490}" presName="hierChild2" presStyleCnt="0"/>
      <dgm:spPr/>
    </dgm:pt>
  </dgm:ptLst>
  <dgm:cxnLst>
    <dgm:cxn modelId="{AE790408-1639-439F-BFD8-476E51063E0D}" srcId="{080A5B80-6D1F-4786-A7D7-361245C58FE6}" destId="{0E3C1D62-6197-4F5A-AB64-2EF6F00E3D43}" srcOrd="0" destOrd="0" parTransId="{172D46DA-E526-4853-A9D1-D137D75ADB8E}" sibTransId="{2FFB3A19-BDC4-47C9-A18C-FE4B38D0A9B5}"/>
    <dgm:cxn modelId="{836FDC5D-7E57-4861-B875-13D00BEDF549}" type="presOf" srcId="{080A5B80-6D1F-4786-A7D7-361245C58FE6}" destId="{127C9533-89C1-4C07-B7A8-B14464D31F0C}" srcOrd="0" destOrd="0" presId="urn:microsoft.com/office/officeart/2005/8/layout/hierarchy1"/>
    <dgm:cxn modelId="{54AD5A9B-792C-4934-BB38-516C6306E51C}" type="presOf" srcId="{B4A66B8E-2A0E-4351-A537-7EC8DD818490}" destId="{2B2E1440-3388-4866-8FF2-9173A96FA3CC}" srcOrd="0" destOrd="0" presId="urn:microsoft.com/office/officeart/2005/8/layout/hierarchy1"/>
    <dgm:cxn modelId="{6D847DB5-23C2-455D-B126-A7AB595A73FC}" type="presOf" srcId="{0E3C1D62-6197-4F5A-AB64-2EF6F00E3D43}" destId="{70FB4697-000C-42B6-A323-EB6942BEE599}" srcOrd="0" destOrd="0" presId="urn:microsoft.com/office/officeart/2005/8/layout/hierarchy1"/>
    <dgm:cxn modelId="{D7F737C6-2178-4C04-BD0A-FD5FBE5CD0B4}" srcId="{080A5B80-6D1F-4786-A7D7-361245C58FE6}" destId="{B4A66B8E-2A0E-4351-A537-7EC8DD818490}" srcOrd="1" destOrd="0" parTransId="{6196A8B6-D813-4ECD-8AF3-4598F2EBACD3}" sibTransId="{4C8B4572-10C6-476B-A141-074B9598A995}"/>
    <dgm:cxn modelId="{5F837E0E-E668-40DD-8E9D-08DAD84F2320}" type="presParOf" srcId="{127C9533-89C1-4C07-B7A8-B14464D31F0C}" destId="{BFCE6ED1-65A2-4194-907F-660FD1205D6E}" srcOrd="0" destOrd="0" presId="urn:microsoft.com/office/officeart/2005/8/layout/hierarchy1"/>
    <dgm:cxn modelId="{B44EC462-9456-4801-9278-CC66EDB1D45E}" type="presParOf" srcId="{BFCE6ED1-65A2-4194-907F-660FD1205D6E}" destId="{12D55912-3717-4EAF-862F-234A2F2598CC}" srcOrd="0" destOrd="0" presId="urn:microsoft.com/office/officeart/2005/8/layout/hierarchy1"/>
    <dgm:cxn modelId="{A80B4C35-9622-48E8-924F-A44891CDC70C}" type="presParOf" srcId="{12D55912-3717-4EAF-862F-234A2F2598CC}" destId="{1A8EB323-19D1-448D-A3B5-8334166396C0}" srcOrd="0" destOrd="0" presId="urn:microsoft.com/office/officeart/2005/8/layout/hierarchy1"/>
    <dgm:cxn modelId="{C1B3E8A3-0EFE-4525-BD2B-2CC216178093}" type="presParOf" srcId="{12D55912-3717-4EAF-862F-234A2F2598CC}" destId="{70FB4697-000C-42B6-A323-EB6942BEE599}" srcOrd="1" destOrd="0" presId="urn:microsoft.com/office/officeart/2005/8/layout/hierarchy1"/>
    <dgm:cxn modelId="{434371BF-3CB1-4B61-B4CB-DAD014617580}" type="presParOf" srcId="{BFCE6ED1-65A2-4194-907F-660FD1205D6E}" destId="{967F73F1-0D71-40FB-8680-63F0FF703201}" srcOrd="1" destOrd="0" presId="urn:microsoft.com/office/officeart/2005/8/layout/hierarchy1"/>
    <dgm:cxn modelId="{F908DBE8-8332-4ACF-8C94-8BD0CF71C291}" type="presParOf" srcId="{127C9533-89C1-4C07-B7A8-B14464D31F0C}" destId="{56DBFBA0-2A4B-4A77-9367-BCEE4A9DB897}" srcOrd="1" destOrd="0" presId="urn:microsoft.com/office/officeart/2005/8/layout/hierarchy1"/>
    <dgm:cxn modelId="{114AA27A-0518-41FA-B200-2785D72055B8}" type="presParOf" srcId="{56DBFBA0-2A4B-4A77-9367-BCEE4A9DB897}" destId="{8EE05CED-3F03-4524-989B-175A2C765FA4}" srcOrd="0" destOrd="0" presId="urn:microsoft.com/office/officeart/2005/8/layout/hierarchy1"/>
    <dgm:cxn modelId="{A57678B4-1092-4A0C-A96C-AF3F35072516}" type="presParOf" srcId="{8EE05CED-3F03-4524-989B-175A2C765FA4}" destId="{77812075-99C8-4449-988C-B884D4C6524E}" srcOrd="0" destOrd="0" presId="urn:microsoft.com/office/officeart/2005/8/layout/hierarchy1"/>
    <dgm:cxn modelId="{D7030657-E092-4A10-9EEE-3C578091F333}" type="presParOf" srcId="{8EE05CED-3F03-4524-989B-175A2C765FA4}" destId="{2B2E1440-3388-4866-8FF2-9173A96FA3CC}" srcOrd="1" destOrd="0" presId="urn:microsoft.com/office/officeart/2005/8/layout/hierarchy1"/>
    <dgm:cxn modelId="{31748B29-A8C1-450F-BE82-535FA472948B}" type="presParOf" srcId="{56DBFBA0-2A4B-4A77-9367-BCEE4A9DB897}" destId="{ACEB568F-6FFB-40F6-A061-47D609BDE0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418D8F8-5630-4241-8042-1677397E514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B46E9B-4F7A-49C4-BED3-C403CEF9CED0}">
      <dgm:prSet/>
      <dgm:spPr/>
      <dgm:t>
        <a:bodyPr/>
        <a:lstStyle/>
        <a:p>
          <a:r>
            <a:rPr lang="en-US"/>
            <a:t>Orden descendente.</a:t>
          </a:r>
        </a:p>
      </dgm:t>
    </dgm:pt>
    <dgm:pt modelId="{EAD0C4E7-FF94-4F04-B814-9520574945DB}" type="parTrans" cxnId="{3F4EA3D3-3BAF-4256-AF1B-B176FB608F10}">
      <dgm:prSet/>
      <dgm:spPr/>
      <dgm:t>
        <a:bodyPr/>
        <a:lstStyle/>
        <a:p>
          <a:endParaRPr lang="en-US"/>
        </a:p>
      </dgm:t>
    </dgm:pt>
    <dgm:pt modelId="{BEF434FE-7421-4533-A580-382424CB3EF3}" type="sibTrans" cxnId="{3F4EA3D3-3BAF-4256-AF1B-B176FB608F10}">
      <dgm:prSet/>
      <dgm:spPr/>
      <dgm:t>
        <a:bodyPr/>
        <a:lstStyle/>
        <a:p>
          <a:endParaRPr lang="en-US"/>
        </a:p>
      </dgm:t>
    </dgm:pt>
    <dgm:pt modelId="{7ACB309E-E189-478C-A6D8-7A0F56CDCB80}">
      <dgm:prSet/>
      <dgm:spPr/>
      <dgm:t>
        <a:bodyPr/>
        <a:lstStyle/>
        <a:p>
          <a:r>
            <a:rPr lang="en-US"/>
            <a:t>SELECT * FROM alumno ORDER BY edad DESC;</a:t>
          </a:r>
        </a:p>
      </dgm:t>
    </dgm:pt>
    <dgm:pt modelId="{8702593A-B28A-4C98-A572-7E747F09B7E1}" type="parTrans" cxnId="{5F0E395A-7236-4090-BE97-D74AAB60C83E}">
      <dgm:prSet/>
      <dgm:spPr/>
      <dgm:t>
        <a:bodyPr/>
        <a:lstStyle/>
        <a:p>
          <a:endParaRPr lang="en-US"/>
        </a:p>
      </dgm:t>
    </dgm:pt>
    <dgm:pt modelId="{472FF645-0C3D-4E5C-B6AF-A7FE05073569}" type="sibTrans" cxnId="{5F0E395A-7236-4090-BE97-D74AAB60C83E}">
      <dgm:prSet/>
      <dgm:spPr/>
      <dgm:t>
        <a:bodyPr/>
        <a:lstStyle/>
        <a:p>
          <a:endParaRPr lang="en-US"/>
        </a:p>
      </dgm:t>
    </dgm:pt>
    <dgm:pt modelId="{3E569A49-7FB2-45B0-AD60-E71828EA351C}" type="pres">
      <dgm:prSet presAssocID="{4418D8F8-5630-4241-8042-1677397E51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7D7BA32-E0E4-4F2D-9B3F-64E68AAB616A}" type="pres">
      <dgm:prSet presAssocID="{75B46E9B-4F7A-49C4-BED3-C403CEF9CED0}" presName="hierRoot1" presStyleCnt="0"/>
      <dgm:spPr/>
    </dgm:pt>
    <dgm:pt modelId="{E427BE14-0193-4C65-83F3-54CB1471C816}" type="pres">
      <dgm:prSet presAssocID="{75B46E9B-4F7A-49C4-BED3-C403CEF9CED0}" presName="composite" presStyleCnt="0"/>
      <dgm:spPr/>
    </dgm:pt>
    <dgm:pt modelId="{8FE9D1E8-C3A2-4B2E-A3EB-1E90ED1F6A8D}" type="pres">
      <dgm:prSet presAssocID="{75B46E9B-4F7A-49C4-BED3-C403CEF9CED0}" presName="background" presStyleLbl="node0" presStyleIdx="0" presStyleCnt="2"/>
      <dgm:spPr/>
    </dgm:pt>
    <dgm:pt modelId="{012598F6-ADC1-4B3F-8D3D-718D5703E7E1}" type="pres">
      <dgm:prSet presAssocID="{75B46E9B-4F7A-49C4-BED3-C403CEF9CED0}" presName="text" presStyleLbl="fgAcc0" presStyleIdx="0" presStyleCnt="2">
        <dgm:presLayoutVars>
          <dgm:chPref val="3"/>
        </dgm:presLayoutVars>
      </dgm:prSet>
      <dgm:spPr/>
    </dgm:pt>
    <dgm:pt modelId="{91CDEB65-A80B-4ED4-8BB7-6ABE535A86D6}" type="pres">
      <dgm:prSet presAssocID="{75B46E9B-4F7A-49C4-BED3-C403CEF9CED0}" presName="hierChild2" presStyleCnt="0"/>
      <dgm:spPr/>
    </dgm:pt>
    <dgm:pt modelId="{BCA7B818-A27B-471A-A9B0-CA6034F9ED41}" type="pres">
      <dgm:prSet presAssocID="{7ACB309E-E189-478C-A6D8-7A0F56CDCB80}" presName="hierRoot1" presStyleCnt="0"/>
      <dgm:spPr/>
    </dgm:pt>
    <dgm:pt modelId="{2E494C85-91E8-41CE-B694-0A46BA15122C}" type="pres">
      <dgm:prSet presAssocID="{7ACB309E-E189-478C-A6D8-7A0F56CDCB80}" presName="composite" presStyleCnt="0"/>
      <dgm:spPr/>
    </dgm:pt>
    <dgm:pt modelId="{2F69623A-1516-409B-A6A5-FEFEC7C9D2BB}" type="pres">
      <dgm:prSet presAssocID="{7ACB309E-E189-478C-A6D8-7A0F56CDCB80}" presName="background" presStyleLbl="node0" presStyleIdx="1" presStyleCnt="2"/>
      <dgm:spPr/>
    </dgm:pt>
    <dgm:pt modelId="{7CFBA3A4-6724-4003-A598-D31CFA5456A2}" type="pres">
      <dgm:prSet presAssocID="{7ACB309E-E189-478C-A6D8-7A0F56CDCB80}" presName="text" presStyleLbl="fgAcc0" presStyleIdx="1" presStyleCnt="2">
        <dgm:presLayoutVars>
          <dgm:chPref val="3"/>
        </dgm:presLayoutVars>
      </dgm:prSet>
      <dgm:spPr/>
    </dgm:pt>
    <dgm:pt modelId="{ECD80460-3A19-4B93-AAB2-96055A4A94AD}" type="pres">
      <dgm:prSet presAssocID="{7ACB309E-E189-478C-A6D8-7A0F56CDCB80}" presName="hierChild2" presStyleCnt="0"/>
      <dgm:spPr/>
    </dgm:pt>
  </dgm:ptLst>
  <dgm:cxnLst>
    <dgm:cxn modelId="{12180B14-B009-42C7-8B17-BBCE536672FA}" type="presOf" srcId="{7ACB309E-E189-478C-A6D8-7A0F56CDCB80}" destId="{7CFBA3A4-6724-4003-A598-D31CFA5456A2}" srcOrd="0" destOrd="0" presId="urn:microsoft.com/office/officeart/2005/8/layout/hierarchy1"/>
    <dgm:cxn modelId="{0503E53C-ED6B-49BC-9169-75EFE7751534}" type="presOf" srcId="{4418D8F8-5630-4241-8042-1677397E5147}" destId="{3E569A49-7FB2-45B0-AD60-E71828EA351C}" srcOrd="0" destOrd="0" presId="urn:microsoft.com/office/officeart/2005/8/layout/hierarchy1"/>
    <dgm:cxn modelId="{6AF64245-18C6-4FAA-90F4-B2B6985FBA67}" type="presOf" srcId="{75B46E9B-4F7A-49C4-BED3-C403CEF9CED0}" destId="{012598F6-ADC1-4B3F-8D3D-718D5703E7E1}" srcOrd="0" destOrd="0" presId="urn:microsoft.com/office/officeart/2005/8/layout/hierarchy1"/>
    <dgm:cxn modelId="{5F0E395A-7236-4090-BE97-D74AAB60C83E}" srcId="{4418D8F8-5630-4241-8042-1677397E5147}" destId="{7ACB309E-E189-478C-A6D8-7A0F56CDCB80}" srcOrd="1" destOrd="0" parTransId="{8702593A-B28A-4C98-A572-7E747F09B7E1}" sibTransId="{472FF645-0C3D-4E5C-B6AF-A7FE05073569}"/>
    <dgm:cxn modelId="{3F4EA3D3-3BAF-4256-AF1B-B176FB608F10}" srcId="{4418D8F8-5630-4241-8042-1677397E5147}" destId="{75B46E9B-4F7A-49C4-BED3-C403CEF9CED0}" srcOrd="0" destOrd="0" parTransId="{EAD0C4E7-FF94-4F04-B814-9520574945DB}" sibTransId="{BEF434FE-7421-4533-A580-382424CB3EF3}"/>
    <dgm:cxn modelId="{B55F48B1-C0F8-4266-A060-6445EBE32256}" type="presParOf" srcId="{3E569A49-7FB2-45B0-AD60-E71828EA351C}" destId="{37D7BA32-E0E4-4F2D-9B3F-64E68AAB616A}" srcOrd="0" destOrd="0" presId="urn:microsoft.com/office/officeart/2005/8/layout/hierarchy1"/>
    <dgm:cxn modelId="{DE581CEB-5FB2-4E97-B6A2-7F281B2A1F36}" type="presParOf" srcId="{37D7BA32-E0E4-4F2D-9B3F-64E68AAB616A}" destId="{E427BE14-0193-4C65-83F3-54CB1471C816}" srcOrd="0" destOrd="0" presId="urn:microsoft.com/office/officeart/2005/8/layout/hierarchy1"/>
    <dgm:cxn modelId="{E6DB58EF-71BD-49E4-958E-674DAAFBDDD8}" type="presParOf" srcId="{E427BE14-0193-4C65-83F3-54CB1471C816}" destId="{8FE9D1E8-C3A2-4B2E-A3EB-1E90ED1F6A8D}" srcOrd="0" destOrd="0" presId="urn:microsoft.com/office/officeart/2005/8/layout/hierarchy1"/>
    <dgm:cxn modelId="{A894F073-E4D3-435E-BF78-5F9EF151AD0F}" type="presParOf" srcId="{E427BE14-0193-4C65-83F3-54CB1471C816}" destId="{012598F6-ADC1-4B3F-8D3D-718D5703E7E1}" srcOrd="1" destOrd="0" presId="urn:microsoft.com/office/officeart/2005/8/layout/hierarchy1"/>
    <dgm:cxn modelId="{DF904208-3819-42EC-9E82-99711E2330F8}" type="presParOf" srcId="{37D7BA32-E0E4-4F2D-9B3F-64E68AAB616A}" destId="{91CDEB65-A80B-4ED4-8BB7-6ABE535A86D6}" srcOrd="1" destOrd="0" presId="urn:microsoft.com/office/officeart/2005/8/layout/hierarchy1"/>
    <dgm:cxn modelId="{9CCCAA93-F590-40D3-87AC-A26EEED99CE9}" type="presParOf" srcId="{3E569A49-7FB2-45B0-AD60-E71828EA351C}" destId="{BCA7B818-A27B-471A-A9B0-CA6034F9ED41}" srcOrd="1" destOrd="0" presId="urn:microsoft.com/office/officeart/2005/8/layout/hierarchy1"/>
    <dgm:cxn modelId="{C976E0F4-F936-4FC5-B5CB-935A406AFBCA}" type="presParOf" srcId="{BCA7B818-A27B-471A-A9B0-CA6034F9ED41}" destId="{2E494C85-91E8-41CE-B694-0A46BA15122C}" srcOrd="0" destOrd="0" presId="urn:microsoft.com/office/officeart/2005/8/layout/hierarchy1"/>
    <dgm:cxn modelId="{87C5738D-7268-4152-915E-2BE520BFB0B4}" type="presParOf" srcId="{2E494C85-91E8-41CE-B694-0A46BA15122C}" destId="{2F69623A-1516-409B-A6A5-FEFEC7C9D2BB}" srcOrd="0" destOrd="0" presId="urn:microsoft.com/office/officeart/2005/8/layout/hierarchy1"/>
    <dgm:cxn modelId="{D1240130-CAE3-49CB-98B6-B38F720D442D}" type="presParOf" srcId="{2E494C85-91E8-41CE-B694-0A46BA15122C}" destId="{7CFBA3A4-6724-4003-A598-D31CFA5456A2}" srcOrd="1" destOrd="0" presId="urn:microsoft.com/office/officeart/2005/8/layout/hierarchy1"/>
    <dgm:cxn modelId="{B9637FC1-DF57-4B71-BE70-AFD9096402FA}" type="presParOf" srcId="{BCA7B818-A27B-471A-A9B0-CA6034F9ED41}" destId="{ECD80460-3A19-4B93-AAB2-96055A4A94A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72432C9C-AADB-46E9-962D-447CC6B1EFE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2CC5AB-FBAA-4495-9E67-ACAEC318969C}">
      <dgm:prSet/>
      <dgm:spPr/>
      <dgm:t>
        <a:bodyPr/>
        <a:lstStyle/>
        <a:p>
          <a:r>
            <a:rPr lang="en-US"/>
            <a:t>Limita resultados.</a:t>
          </a:r>
        </a:p>
      </dgm:t>
    </dgm:pt>
    <dgm:pt modelId="{840B6981-352A-4BE5-971E-2FA20B5E732C}" type="parTrans" cxnId="{E3114066-B6DB-4AE4-A212-F42FBD14B49D}">
      <dgm:prSet/>
      <dgm:spPr/>
      <dgm:t>
        <a:bodyPr/>
        <a:lstStyle/>
        <a:p>
          <a:endParaRPr lang="en-US"/>
        </a:p>
      </dgm:t>
    </dgm:pt>
    <dgm:pt modelId="{DD888702-7246-4BD5-8AC9-7925D7225F76}" type="sibTrans" cxnId="{E3114066-B6DB-4AE4-A212-F42FBD14B49D}">
      <dgm:prSet/>
      <dgm:spPr/>
      <dgm:t>
        <a:bodyPr/>
        <a:lstStyle/>
        <a:p>
          <a:endParaRPr lang="en-US"/>
        </a:p>
      </dgm:t>
    </dgm:pt>
    <dgm:pt modelId="{794B34F2-23A4-40EA-8A9F-EE51D5D854D9}">
      <dgm:prSet/>
      <dgm:spPr/>
      <dgm:t>
        <a:bodyPr/>
        <a:lstStyle/>
        <a:p>
          <a:r>
            <a:rPr lang="en-US"/>
            <a:t>SELECT * FROM alumno LIMIT 5;</a:t>
          </a:r>
        </a:p>
      </dgm:t>
    </dgm:pt>
    <dgm:pt modelId="{160EE497-084E-4459-9E40-471AAC9B8170}" type="parTrans" cxnId="{AC570EDD-9E4C-4415-8B17-1013B18745F3}">
      <dgm:prSet/>
      <dgm:spPr/>
      <dgm:t>
        <a:bodyPr/>
        <a:lstStyle/>
        <a:p>
          <a:endParaRPr lang="en-US"/>
        </a:p>
      </dgm:t>
    </dgm:pt>
    <dgm:pt modelId="{3A766E38-4645-4F45-B918-544085AE86EC}" type="sibTrans" cxnId="{AC570EDD-9E4C-4415-8B17-1013B18745F3}">
      <dgm:prSet/>
      <dgm:spPr/>
      <dgm:t>
        <a:bodyPr/>
        <a:lstStyle/>
        <a:p>
          <a:endParaRPr lang="en-US"/>
        </a:p>
      </dgm:t>
    </dgm:pt>
    <dgm:pt modelId="{15B3C513-8F78-499C-955F-A43B83F5AE4A}" type="pres">
      <dgm:prSet presAssocID="{72432C9C-AADB-46E9-962D-447CC6B1EFE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24B4059-6E8B-4B38-8D57-64F94C5AD65E}" type="pres">
      <dgm:prSet presAssocID="{972CC5AB-FBAA-4495-9E67-ACAEC318969C}" presName="hierRoot1" presStyleCnt="0"/>
      <dgm:spPr/>
    </dgm:pt>
    <dgm:pt modelId="{F1F5199A-964A-4ABB-8B40-7A05DA7E3ADE}" type="pres">
      <dgm:prSet presAssocID="{972CC5AB-FBAA-4495-9E67-ACAEC318969C}" presName="composite" presStyleCnt="0"/>
      <dgm:spPr/>
    </dgm:pt>
    <dgm:pt modelId="{D70F40FB-5568-4C64-8386-1EC3D0C34ABC}" type="pres">
      <dgm:prSet presAssocID="{972CC5AB-FBAA-4495-9E67-ACAEC318969C}" presName="background" presStyleLbl="node0" presStyleIdx="0" presStyleCnt="2"/>
      <dgm:spPr/>
    </dgm:pt>
    <dgm:pt modelId="{DDE57308-29E0-4DCF-B787-C8890C83CD2E}" type="pres">
      <dgm:prSet presAssocID="{972CC5AB-FBAA-4495-9E67-ACAEC318969C}" presName="text" presStyleLbl="fgAcc0" presStyleIdx="0" presStyleCnt="2">
        <dgm:presLayoutVars>
          <dgm:chPref val="3"/>
        </dgm:presLayoutVars>
      </dgm:prSet>
      <dgm:spPr/>
    </dgm:pt>
    <dgm:pt modelId="{547795F5-E511-4499-AED8-B754599EE722}" type="pres">
      <dgm:prSet presAssocID="{972CC5AB-FBAA-4495-9E67-ACAEC318969C}" presName="hierChild2" presStyleCnt="0"/>
      <dgm:spPr/>
    </dgm:pt>
    <dgm:pt modelId="{B8CE2ECC-84E1-47BF-ABDB-5B21D41E0F65}" type="pres">
      <dgm:prSet presAssocID="{794B34F2-23A4-40EA-8A9F-EE51D5D854D9}" presName="hierRoot1" presStyleCnt="0"/>
      <dgm:spPr/>
    </dgm:pt>
    <dgm:pt modelId="{1541577F-7F90-458A-A5D4-BA829A5B5EDF}" type="pres">
      <dgm:prSet presAssocID="{794B34F2-23A4-40EA-8A9F-EE51D5D854D9}" presName="composite" presStyleCnt="0"/>
      <dgm:spPr/>
    </dgm:pt>
    <dgm:pt modelId="{2DD1E065-0B6B-4AEC-A923-30F14E34EEBF}" type="pres">
      <dgm:prSet presAssocID="{794B34F2-23A4-40EA-8A9F-EE51D5D854D9}" presName="background" presStyleLbl="node0" presStyleIdx="1" presStyleCnt="2"/>
      <dgm:spPr/>
    </dgm:pt>
    <dgm:pt modelId="{BBA22173-609A-436B-86CD-75FF5D01A596}" type="pres">
      <dgm:prSet presAssocID="{794B34F2-23A4-40EA-8A9F-EE51D5D854D9}" presName="text" presStyleLbl="fgAcc0" presStyleIdx="1" presStyleCnt="2">
        <dgm:presLayoutVars>
          <dgm:chPref val="3"/>
        </dgm:presLayoutVars>
      </dgm:prSet>
      <dgm:spPr/>
    </dgm:pt>
    <dgm:pt modelId="{235A57D2-3109-4A44-8965-DFC4E99B364D}" type="pres">
      <dgm:prSet presAssocID="{794B34F2-23A4-40EA-8A9F-EE51D5D854D9}" presName="hierChild2" presStyleCnt="0"/>
      <dgm:spPr/>
    </dgm:pt>
  </dgm:ptLst>
  <dgm:cxnLst>
    <dgm:cxn modelId="{B5CA5962-BD62-41F9-9ECA-2705F5021EAA}" type="presOf" srcId="{972CC5AB-FBAA-4495-9E67-ACAEC318969C}" destId="{DDE57308-29E0-4DCF-B787-C8890C83CD2E}" srcOrd="0" destOrd="0" presId="urn:microsoft.com/office/officeart/2005/8/layout/hierarchy1"/>
    <dgm:cxn modelId="{E3114066-B6DB-4AE4-A212-F42FBD14B49D}" srcId="{72432C9C-AADB-46E9-962D-447CC6B1EFEA}" destId="{972CC5AB-FBAA-4495-9E67-ACAEC318969C}" srcOrd="0" destOrd="0" parTransId="{840B6981-352A-4BE5-971E-2FA20B5E732C}" sibTransId="{DD888702-7246-4BD5-8AC9-7925D7225F76}"/>
    <dgm:cxn modelId="{AEF70C58-5227-47A9-8E2E-4C08A5AF31D7}" type="presOf" srcId="{72432C9C-AADB-46E9-962D-447CC6B1EFEA}" destId="{15B3C513-8F78-499C-955F-A43B83F5AE4A}" srcOrd="0" destOrd="0" presId="urn:microsoft.com/office/officeart/2005/8/layout/hierarchy1"/>
    <dgm:cxn modelId="{6B5DAC7A-00E7-49CD-8494-31631EB765D5}" type="presOf" srcId="{794B34F2-23A4-40EA-8A9F-EE51D5D854D9}" destId="{BBA22173-609A-436B-86CD-75FF5D01A596}" srcOrd="0" destOrd="0" presId="urn:microsoft.com/office/officeart/2005/8/layout/hierarchy1"/>
    <dgm:cxn modelId="{AC570EDD-9E4C-4415-8B17-1013B18745F3}" srcId="{72432C9C-AADB-46E9-962D-447CC6B1EFEA}" destId="{794B34F2-23A4-40EA-8A9F-EE51D5D854D9}" srcOrd="1" destOrd="0" parTransId="{160EE497-084E-4459-9E40-471AAC9B8170}" sibTransId="{3A766E38-4645-4F45-B918-544085AE86EC}"/>
    <dgm:cxn modelId="{8DE63C8B-E6D7-46E8-912C-22844E5D89E5}" type="presParOf" srcId="{15B3C513-8F78-499C-955F-A43B83F5AE4A}" destId="{124B4059-6E8B-4B38-8D57-64F94C5AD65E}" srcOrd="0" destOrd="0" presId="urn:microsoft.com/office/officeart/2005/8/layout/hierarchy1"/>
    <dgm:cxn modelId="{F7740C9D-1EC6-418E-925C-B66F0C2254D2}" type="presParOf" srcId="{124B4059-6E8B-4B38-8D57-64F94C5AD65E}" destId="{F1F5199A-964A-4ABB-8B40-7A05DA7E3ADE}" srcOrd="0" destOrd="0" presId="urn:microsoft.com/office/officeart/2005/8/layout/hierarchy1"/>
    <dgm:cxn modelId="{8D1C9999-F361-4677-A506-428101302346}" type="presParOf" srcId="{F1F5199A-964A-4ABB-8B40-7A05DA7E3ADE}" destId="{D70F40FB-5568-4C64-8386-1EC3D0C34ABC}" srcOrd="0" destOrd="0" presId="urn:microsoft.com/office/officeart/2005/8/layout/hierarchy1"/>
    <dgm:cxn modelId="{E1CCF6C1-B4ED-43A3-B480-9248E373DE3C}" type="presParOf" srcId="{F1F5199A-964A-4ABB-8B40-7A05DA7E3ADE}" destId="{DDE57308-29E0-4DCF-B787-C8890C83CD2E}" srcOrd="1" destOrd="0" presId="urn:microsoft.com/office/officeart/2005/8/layout/hierarchy1"/>
    <dgm:cxn modelId="{9B94F35A-93E1-47D6-86A1-4BB129B6E306}" type="presParOf" srcId="{124B4059-6E8B-4B38-8D57-64F94C5AD65E}" destId="{547795F5-E511-4499-AED8-B754599EE722}" srcOrd="1" destOrd="0" presId="urn:microsoft.com/office/officeart/2005/8/layout/hierarchy1"/>
    <dgm:cxn modelId="{EBD8F939-BCB2-45C0-9A69-FD158AB6A999}" type="presParOf" srcId="{15B3C513-8F78-499C-955F-A43B83F5AE4A}" destId="{B8CE2ECC-84E1-47BF-ABDB-5B21D41E0F65}" srcOrd="1" destOrd="0" presId="urn:microsoft.com/office/officeart/2005/8/layout/hierarchy1"/>
    <dgm:cxn modelId="{AC527242-580B-4695-A263-B4F2F88A0EEE}" type="presParOf" srcId="{B8CE2ECC-84E1-47BF-ABDB-5B21D41E0F65}" destId="{1541577F-7F90-458A-A5D4-BA829A5B5EDF}" srcOrd="0" destOrd="0" presId="urn:microsoft.com/office/officeart/2005/8/layout/hierarchy1"/>
    <dgm:cxn modelId="{552EC7A2-1A83-4DAC-B1C6-A7FCF8CD6B28}" type="presParOf" srcId="{1541577F-7F90-458A-A5D4-BA829A5B5EDF}" destId="{2DD1E065-0B6B-4AEC-A923-30F14E34EEBF}" srcOrd="0" destOrd="0" presId="urn:microsoft.com/office/officeart/2005/8/layout/hierarchy1"/>
    <dgm:cxn modelId="{99EBFC08-E350-4834-86FB-CDAA538FAF11}" type="presParOf" srcId="{1541577F-7F90-458A-A5D4-BA829A5B5EDF}" destId="{BBA22173-609A-436B-86CD-75FF5D01A596}" srcOrd="1" destOrd="0" presId="urn:microsoft.com/office/officeart/2005/8/layout/hierarchy1"/>
    <dgm:cxn modelId="{050AABAE-6822-4F2C-B71E-5403DFF07767}" type="presParOf" srcId="{B8CE2ECC-84E1-47BF-ABDB-5B21D41E0F65}" destId="{235A57D2-3109-4A44-8965-DFC4E99B364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1FD799F-D362-4C56-8846-7E7FCEAFF2D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25CC98-21D7-4B4C-9FC6-7689E60A4E4D}">
      <dgm:prSet/>
      <dgm:spPr/>
      <dgm:t>
        <a:bodyPr/>
        <a:lstStyle/>
        <a:p>
          <a:r>
            <a:rPr lang="en-US"/>
            <a:t>Cuenta registros.</a:t>
          </a:r>
        </a:p>
      </dgm:t>
    </dgm:pt>
    <dgm:pt modelId="{BA410972-E6F2-46B8-9F8A-951156780AEC}" type="parTrans" cxnId="{9659D3CF-7E4F-46F4-8E00-2116AC029C8D}">
      <dgm:prSet/>
      <dgm:spPr/>
      <dgm:t>
        <a:bodyPr/>
        <a:lstStyle/>
        <a:p>
          <a:endParaRPr lang="en-US"/>
        </a:p>
      </dgm:t>
    </dgm:pt>
    <dgm:pt modelId="{A54358EE-E861-4482-9069-CD9EC3EA24D9}" type="sibTrans" cxnId="{9659D3CF-7E4F-46F4-8E00-2116AC029C8D}">
      <dgm:prSet/>
      <dgm:spPr/>
      <dgm:t>
        <a:bodyPr/>
        <a:lstStyle/>
        <a:p>
          <a:endParaRPr lang="en-US"/>
        </a:p>
      </dgm:t>
    </dgm:pt>
    <dgm:pt modelId="{66967FE2-C2C1-42BE-8287-C9B0430BD0E2}">
      <dgm:prSet/>
      <dgm:spPr/>
      <dgm:t>
        <a:bodyPr/>
        <a:lstStyle/>
        <a:p>
          <a:r>
            <a:rPr lang="en-US"/>
            <a:t>SELECT COUNT(*) FROM alumno;</a:t>
          </a:r>
        </a:p>
      </dgm:t>
    </dgm:pt>
    <dgm:pt modelId="{66061856-C832-4A7D-B28A-BBF1E199713C}" type="parTrans" cxnId="{5ACBEDB5-99A1-4C7F-B72C-DDDEF533DCF2}">
      <dgm:prSet/>
      <dgm:spPr/>
      <dgm:t>
        <a:bodyPr/>
        <a:lstStyle/>
        <a:p>
          <a:endParaRPr lang="en-US"/>
        </a:p>
      </dgm:t>
    </dgm:pt>
    <dgm:pt modelId="{89454F97-E0D7-4097-B3D3-61BC89361019}" type="sibTrans" cxnId="{5ACBEDB5-99A1-4C7F-B72C-DDDEF533DCF2}">
      <dgm:prSet/>
      <dgm:spPr/>
      <dgm:t>
        <a:bodyPr/>
        <a:lstStyle/>
        <a:p>
          <a:endParaRPr lang="en-US"/>
        </a:p>
      </dgm:t>
    </dgm:pt>
    <dgm:pt modelId="{E2FEF2E4-D906-4751-8925-73CC88FCB22B}" type="pres">
      <dgm:prSet presAssocID="{11FD799F-D362-4C56-8846-7E7FCEAFF2D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7987E0-6D85-4E68-A16B-6C3AE5C3C328}" type="pres">
      <dgm:prSet presAssocID="{C425CC98-21D7-4B4C-9FC6-7689E60A4E4D}" presName="hierRoot1" presStyleCnt="0"/>
      <dgm:spPr/>
    </dgm:pt>
    <dgm:pt modelId="{4C679678-A822-47E4-8410-0E58E8F84FF2}" type="pres">
      <dgm:prSet presAssocID="{C425CC98-21D7-4B4C-9FC6-7689E60A4E4D}" presName="composite" presStyleCnt="0"/>
      <dgm:spPr/>
    </dgm:pt>
    <dgm:pt modelId="{DC845D6E-D983-466A-B2AE-F8277F7F6F12}" type="pres">
      <dgm:prSet presAssocID="{C425CC98-21D7-4B4C-9FC6-7689E60A4E4D}" presName="background" presStyleLbl="node0" presStyleIdx="0" presStyleCnt="2"/>
      <dgm:spPr/>
    </dgm:pt>
    <dgm:pt modelId="{7ACC9855-DD90-411F-9243-78D204BCF642}" type="pres">
      <dgm:prSet presAssocID="{C425CC98-21D7-4B4C-9FC6-7689E60A4E4D}" presName="text" presStyleLbl="fgAcc0" presStyleIdx="0" presStyleCnt="2">
        <dgm:presLayoutVars>
          <dgm:chPref val="3"/>
        </dgm:presLayoutVars>
      </dgm:prSet>
      <dgm:spPr/>
    </dgm:pt>
    <dgm:pt modelId="{F085DCD2-DB42-4C14-9491-93DE46C132B8}" type="pres">
      <dgm:prSet presAssocID="{C425CC98-21D7-4B4C-9FC6-7689E60A4E4D}" presName="hierChild2" presStyleCnt="0"/>
      <dgm:spPr/>
    </dgm:pt>
    <dgm:pt modelId="{A9D9D1A0-E75C-44DA-BB45-872C62CA3A13}" type="pres">
      <dgm:prSet presAssocID="{66967FE2-C2C1-42BE-8287-C9B0430BD0E2}" presName="hierRoot1" presStyleCnt="0"/>
      <dgm:spPr/>
    </dgm:pt>
    <dgm:pt modelId="{FF66FC6B-FA67-4D43-901B-CF68DF036F0E}" type="pres">
      <dgm:prSet presAssocID="{66967FE2-C2C1-42BE-8287-C9B0430BD0E2}" presName="composite" presStyleCnt="0"/>
      <dgm:spPr/>
    </dgm:pt>
    <dgm:pt modelId="{D19B448A-758C-4E16-A49C-21F8BD6B20D2}" type="pres">
      <dgm:prSet presAssocID="{66967FE2-C2C1-42BE-8287-C9B0430BD0E2}" presName="background" presStyleLbl="node0" presStyleIdx="1" presStyleCnt="2"/>
      <dgm:spPr/>
    </dgm:pt>
    <dgm:pt modelId="{8EB4FB1E-2559-45A7-902A-3EC7FE4CC964}" type="pres">
      <dgm:prSet presAssocID="{66967FE2-C2C1-42BE-8287-C9B0430BD0E2}" presName="text" presStyleLbl="fgAcc0" presStyleIdx="1" presStyleCnt="2">
        <dgm:presLayoutVars>
          <dgm:chPref val="3"/>
        </dgm:presLayoutVars>
      </dgm:prSet>
      <dgm:spPr/>
    </dgm:pt>
    <dgm:pt modelId="{F72467A7-8C96-42A3-BC44-F190F6272756}" type="pres">
      <dgm:prSet presAssocID="{66967FE2-C2C1-42BE-8287-C9B0430BD0E2}" presName="hierChild2" presStyleCnt="0"/>
      <dgm:spPr/>
    </dgm:pt>
  </dgm:ptLst>
  <dgm:cxnLst>
    <dgm:cxn modelId="{0768B15B-87AD-4157-AA83-29B2FAFD25E9}" type="presOf" srcId="{11FD799F-D362-4C56-8846-7E7FCEAFF2DA}" destId="{E2FEF2E4-D906-4751-8925-73CC88FCB22B}" srcOrd="0" destOrd="0" presId="urn:microsoft.com/office/officeart/2005/8/layout/hierarchy1"/>
    <dgm:cxn modelId="{DBE71C9A-A95C-405C-8B97-20B13D96C0E8}" type="presOf" srcId="{C425CC98-21D7-4B4C-9FC6-7689E60A4E4D}" destId="{7ACC9855-DD90-411F-9243-78D204BCF642}" srcOrd="0" destOrd="0" presId="urn:microsoft.com/office/officeart/2005/8/layout/hierarchy1"/>
    <dgm:cxn modelId="{5ACBEDB5-99A1-4C7F-B72C-DDDEF533DCF2}" srcId="{11FD799F-D362-4C56-8846-7E7FCEAFF2DA}" destId="{66967FE2-C2C1-42BE-8287-C9B0430BD0E2}" srcOrd="1" destOrd="0" parTransId="{66061856-C832-4A7D-B28A-BBF1E199713C}" sibTransId="{89454F97-E0D7-4097-B3D3-61BC89361019}"/>
    <dgm:cxn modelId="{9659D3CF-7E4F-46F4-8E00-2116AC029C8D}" srcId="{11FD799F-D362-4C56-8846-7E7FCEAFF2DA}" destId="{C425CC98-21D7-4B4C-9FC6-7689E60A4E4D}" srcOrd="0" destOrd="0" parTransId="{BA410972-E6F2-46B8-9F8A-951156780AEC}" sibTransId="{A54358EE-E861-4482-9069-CD9EC3EA24D9}"/>
    <dgm:cxn modelId="{CBA267F9-700E-4051-ACB9-CFCD85F85CEC}" type="presOf" srcId="{66967FE2-C2C1-42BE-8287-C9B0430BD0E2}" destId="{8EB4FB1E-2559-45A7-902A-3EC7FE4CC964}" srcOrd="0" destOrd="0" presId="urn:microsoft.com/office/officeart/2005/8/layout/hierarchy1"/>
    <dgm:cxn modelId="{41DC234A-821D-4F78-8C3A-CE56BB42AE73}" type="presParOf" srcId="{E2FEF2E4-D906-4751-8925-73CC88FCB22B}" destId="{237987E0-6D85-4E68-A16B-6C3AE5C3C328}" srcOrd="0" destOrd="0" presId="urn:microsoft.com/office/officeart/2005/8/layout/hierarchy1"/>
    <dgm:cxn modelId="{A04A6DF4-3FE0-4904-97E5-094CB8AB3A4F}" type="presParOf" srcId="{237987E0-6D85-4E68-A16B-6C3AE5C3C328}" destId="{4C679678-A822-47E4-8410-0E58E8F84FF2}" srcOrd="0" destOrd="0" presId="urn:microsoft.com/office/officeart/2005/8/layout/hierarchy1"/>
    <dgm:cxn modelId="{8FDBF885-48A3-4F19-8E31-3337C77B81D0}" type="presParOf" srcId="{4C679678-A822-47E4-8410-0E58E8F84FF2}" destId="{DC845D6E-D983-466A-B2AE-F8277F7F6F12}" srcOrd="0" destOrd="0" presId="urn:microsoft.com/office/officeart/2005/8/layout/hierarchy1"/>
    <dgm:cxn modelId="{ACA5A091-20DE-4BA5-9282-C86BBA16245E}" type="presParOf" srcId="{4C679678-A822-47E4-8410-0E58E8F84FF2}" destId="{7ACC9855-DD90-411F-9243-78D204BCF642}" srcOrd="1" destOrd="0" presId="urn:microsoft.com/office/officeart/2005/8/layout/hierarchy1"/>
    <dgm:cxn modelId="{36A98D32-C4CF-4E8C-9555-9B63A154DB87}" type="presParOf" srcId="{237987E0-6D85-4E68-A16B-6C3AE5C3C328}" destId="{F085DCD2-DB42-4C14-9491-93DE46C132B8}" srcOrd="1" destOrd="0" presId="urn:microsoft.com/office/officeart/2005/8/layout/hierarchy1"/>
    <dgm:cxn modelId="{80B28D2B-0243-43B2-ABED-369E8326CBC9}" type="presParOf" srcId="{E2FEF2E4-D906-4751-8925-73CC88FCB22B}" destId="{A9D9D1A0-E75C-44DA-BB45-872C62CA3A13}" srcOrd="1" destOrd="0" presId="urn:microsoft.com/office/officeart/2005/8/layout/hierarchy1"/>
    <dgm:cxn modelId="{F45013E9-80CD-490B-8934-20CC346D481C}" type="presParOf" srcId="{A9D9D1A0-E75C-44DA-BB45-872C62CA3A13}" destId="{FF66FC6B-FA67-4D43-901B-CF68DF036F0E}" srcOrd="0" destOrd="0" presId="urn:microsoft.com/office/officeart/2005/8/layout/hierarchy1"/>
    <dgm:cxn modelId="{09651519-1BF9-4CE2-9044-3DF899BA2134}" type="presParOf" srcId="{FF66FC6B-FA67-4D43-901B-CF68DF036F0E}" destId="{D19B448A-758C-4E16-A49C-21F8BD6B20D2}" srcOrd="0" destOrd="0" presId="urn:microsoft.com/office/officeart/2005/8/layout/hierarchy1"/>
    <dgm:cxn modelId="{1E50013C-175B-4E48-AF16-5D1661E45839}" type="presParOf" srcId="{FF66FC6B-FA67-4D43-901B-CF68DF036F0E}" destId="{8EB4FB1E-2559-45A7-902A-3EC7FE4CC964}" srcOrd="1" destOrd="0" presId="urn:microsoft.com/office/officeart/2005/8/layout/hierarchy1"/>
    <dgm:cxn modelId="{2ADE59EA-A42E-4D96-8951-CF3975074DB0}" type="presParOf" srcId="{A9D9D1A0-E75C-44DA-BB45-872C62CA3A13}" destId="{F72467A7-8C96-42A3-BC44-F190F62727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F16B35C-CCB3-4C07-B62A-D99D297C3F8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11180F-82FA-4E65-8F3E-0706F24E71C0}">
      <dgm:prSet/>
      <dgm:spPr/>
      <dgm:t>
        <a:bodyPr/>
        <a:lstStyle/>
        <a:p>
          <a:r>
            <a:rPr lang="en-US"/>
            <a:t>Suma valores.</a:t>
          </a:r>
        </a:p>
      </dgm:t>
    </dgm:pt>
    <dgm:pt modelId="{7CE633BD-A39C-47F4-BB98-8F8C602C39ED}" type="parTrans" cxnId="{C0B92A91-3823-416D-AC12-E3ED21924592}">
      <dgm:prSet/>
      <dgm:spPr/>
      <dgm:t>
        <a:bodyPr/>
        <a:lstStyle/>
        <a:p>
          <a:endParaRPr lang="en-US"/>
        </a:p>
      </dgm:t>
    </dgm:pt>
    <dgm:pt modelId="{E0A332C5-FA19-4E5C-B31C-66F0EA536B53}" type="sibTrans" cxnId="{C0B92A91-3823-416D-AC12-E3ED21924592}">
      <dgm:prSet/>
      <dgm:spPr/>
      <dgm:t>
        <a:bodyPr/>
        <a:lstStyle/>
        <a:p>
          <a:endParaRPr lang="en-US"/>
        </a:p>
      </dgm:t>
    </dgm:pt>
    <dgm:pt modelId="{A9E578F6-4C89-43F5-8D5F-80D67C5E7193}">
      <dgm:prSet/>
      <dgm:spPr/>
      <dgm:t>
        <a:bodyPr/>
        <a:lstStyle/>
        <a:p>
          <a:r>
            <a:rPr lang="en-US"/>
            <a:t>SELECT SUM(edad) FROM alumno;</a:t>
          </a:r>
        </a:p>
      </dgm:t>
    </dgm:pt>
    <dgm:pt modelId="{0444AF03-3AE6-45AA-B137-A59711771DDF}" type="parTrans" cxnId="{5554F1CE-333A-4D1D-912C-C62B784A27F6}">
      <dgm:prSet/>
      <dgm:spPr/>
      <dgm:t>
        <a:bodyPr/>
        <a:lstStyle/>
        <a:p>
          <a:endParaRPr lang="en-US"/>
        </a:p>
      </dgm:t>
    </dgm:pt>
    <dgm:pt modelId="{3A59EF6A-371D-4DBB-AABD-B19BD6A61234}" type="sibTrans" cxnId="{5554F1CE-333A-4D1D-912C-C62B784A27F6}">
      <dgm:prSet/>
      <dgm:spPr/>
      <dgm:t>
        <a:bodyPr/>
        <a:lstStyle/>
        <a:p>
          <a:endParaRPr lang="en-US"/>
        </a:p>
      </dgm:t>
    </dgm:pt>
    <dgm:pt modelId="{BC7240FE-A622-47FC-9AA2-9F917533A43B}" type="pres">
      <dgm:prSet presAssocID="{BF16B35C-CCB3-4C07-B62A-D99D297C3F8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06C1A09-F5AC-43BB-8F51-FE3F9A3935BB}" type="pres">
      <dgm:prSet presAssocID="{BB11180F-82FA-4E65-8F3E-0706F24E71C0}" presName="hierRoot1" presStyleCnt="0"/>
      <dgm:spPr/>
    </dgm:pt>
    <dgm:pt modelId="{0C112B73-32F9-4F35-B86B-CBB8B95C70E7}" type="pres">
      <dgm:prSet presAssocID="{BB11180F-82FA-4E65-8F3E-0706F24E71C0}" presName="composite" presStyleCnt="0"/>
      <dgm:spPr/>
    </dgm:pt>
    <dgm:pt modelId="{D0354445-868B-4ADD-B1B6-300EC023DD12}" type="pres">
      <dgm:prSet presAssocID="{BB11180F-82FA-4E65-8F3E-0706F24E71C0}" presName="background" presStyleLbl="node0" presStyleIdx="0" presStyleCnt="2"/>
      <dgm:spPr/>
    </dgm:pt>
    <dgm:pt modelId="{39BC25BE-1DEE-4FFE-B951-3B3CDDED3BDB}" type="pres">
      <dgm:prSet presAssocID="{BB11180F-82FA-4E65-8F3E-0706F24E71C0}" presName="text" presStyleLbl="fgAcc0" presStyleIdx="0" presStyleCnt="2">
        <dgm:presLayoutVars>
          <dgm:chPref val="3"/>
        </dgm:presLayoutVars>
      </dgm:prSet>
      <dgm:spPr/>
    </dgm:pt>
    <dgm:pt modelId="{9158B8F1-9107-4BEE-9A3B-00EF6AC816DE}" type="pres">
      <dgm:prSet presAssocID="{BB11180F-82FA-4E65-8F3E-0706F24E71C0}" presName="hierChild2" presStyleCnt="0"/>
      <dgm:spPr/>
    </dgm:pt>
    <dgm:pt modelId="{C20FB3E2-B9E4-497C-861A-BEE475622737}" type="pres">
      <dgm:prSet presAssocID="{A9E578F6-4C89-43F5-8D5F-80D67C5E7193}" presName="hierRoot1" presStyleCnt="0"/>
      <dgm:spPr/>
    </dgm:pt>
    <dgm:pt modelId="{3C7234DF-868D-4979-A52C-0DC59BFFF60A}" type="pres">
      <dgm:prSet presAssocID="{A9E578F6-4C89-43F5-8D5F-80D67C5E7193}" presName="composite" presStyleCnt="0"/>
      <dgm:spPr/>
    </dgm:pt>
    <dgm:pt modelId="{5AAD41AB-A449-4946-8E63-1631A54D9FFB}" type="pres">
      <dgm:prSet presAssocID="{A9E578F6-4C89-43F5-8D5F-80D67C5E7193}" presName="background" presStyleLbl="node0" presStyleIdx="1" presStyleCnt="2"/>
      <dgm:spPr/>
    </dgm:pt>
    <dgm:pt modelId="{83AB80D3-C14B-4AC5-ACC7-C9CC2DDEC4A0}" type="pres">
      <dgm:prSet presAssocID="{A9E578F6-4C89-43F5-8D5F-80D67C5E7193}" presName="text" presStyleLbl="fgAcc0" presStyleIdx="1" presStyleCnt="2">
        <dgm:presLayoutVars>
          <dgm:chPref val="3"/>
        </dgm:presLayoutVars>
      </dgm:prSet>
      <dgm:spPr/>
    </dgm:pt>
    <dgm:pt modelId="{6571D69E-B4CA-4221-944D-1E288CA2AEB7}" type="pres">
      <dgm:prSet presAssocID="{A9E578F6-4C89-43F5-8D5F-80D67C5E7193}" presName="hierChild2" presStyleCnt="0"/>
      <dgm:spPr/>
    </dgm:pt>
  </dgm:ptLst>
  <dgm:cxnLst>
    <dgm:cxn modelId="{19F2B267-EB01-454A-B8A1-FA4D9F2C68DB}" type="presOf" srcId="{BB11180F-82FA-4E65-8F3E-0706F24E71C0}" destId="{39BC25BE-1DEE-4FFE-B951-3B3CDDED3BDB}" srcOrd="0" destOrd="0" presId="urn:microsoft.com/office/officeart/2005/8/layout/hierarchy1"/>
    <dgm:cxn modelId="{A3CC9589-0824-494E-A498-945E5A2C8C7F}" type="presOf" srcId="{A9E578F6-4C89-43F5-8D5F-80D67C5E7193}" destId="{83AB80D3-C14B-4AC5-ACC7-C9CC2DDEC4A0}" srcOrd="0" destOrd="0" presId="urn:microsoft.com/office/officeart/2005/8/layout/hierarchy1"/>
    <dgm:cxn modelId="{5AB95290-F582-4F25-BC42-430E4E32ABD4}" type="presOf" srcId="{BF16B35C-CCB3-4C07-B62A-D99D297C3F87}" destId="{BC7240FE-A622-47FC-9AA2-9F917533A43B}" srcOrd="0" destOrd="0" presId="urn:microsoft.com/office/officeart/2005/8/layout/hierarchy1"/>
    <dgm:cxn modelId="{C0B92A91-3823-416D-AC12-E3ED21924592}" srcId="{BF16B35C-CCB3-4C07-B62A-D99D297C3F87}" destId="{BB11180F-82FA-4E65-8F3E-0706F24E71C0}" srcOrd="0" destOrd="0" parTransId="{7CE633BD-A39C-47F4-BB98-8F8C602C39ED}" sibTransId="{E0A332C5-FA19-4E5C-B31C-66F0EA536B53}"/>
    <dgm:cxn modelId="{5554F1CE-333A-4D1D-912C-C62B784A27F6}" srcId="{BF16B35C-CCB3-4C07-B62A-D99D297C3F87}" destId="{A9E578F6-4C89-43F5-8D5F-80D67C5E7193}" srcOrd="1" destOrd="0" parTransId="{0444AF03-3AE6-45AA-B137-A59711771DDF}" sibTransId="{3A59EF6A-371D-4DBB-AABD-B19BD6A61234}"/>
    <dgm:cxn modelId="{9AB7FB80-3479-4EC4-ADF0-0457A825A7F7}" type="presParOf" srcId="{BC7240FE-A622-47FC-9AA2-9F917533A43B}" destId="{706C1A09-F5AC-43BB-8F51-FE3F9A3935BB}" srcOrd="0" destOrd="0" presId="urn:microsoft.com/office/officeart/2005/8/layout/hierarchy1"/>
    <dgm:cxn modelId="{7E0FF9AD-4A99-4E5F-9EC9-FF24AA578E95}" type="presParOf" srcId="{706C1A09-F5AC-43BB-8F51-FE3F9A3935BB}" destId="{0C112B73-32F9-4F35-B86B-CBB8B95C70E7}" srcOrd="0" destOrd="0" presId="urn:microsoft.com/office/officeart/2005/8/layout/hierarchy1"/>
    <dgm:cxn modelId="{68ED240B-4F1E-4346-AF16-3BD93E76BE86}" type="presParOf" srcId="{0C112B73-32F9-4F35-B86B-CBB8B95C70E7}" destId="{D0354445-868B-4ADD-B1B6-300EC023DD12}" srcOrd="0" destOrd="0" presId="urn:microsoft.com/office/officeart/2005/8/layout/hierarchy1"/>
    <dgm:cxn modelId="{840FC715-E4E2-4BC5-A672-CDE127339D57}" type="presParOf" srcId="{0C112B73-32F9-4F35-B86B-CBB8B95C70E7}" destId="{39BC25BE-1DEE-4FFE-B951-3B3CDDED3BDB}" srcOrd="1" destOrd="0" presId="urn:microsoft.com/office/officeart/2005/8/layout/hierarchy1"/>
    <dgm:cxn modelId="{9383721D-FB6B-48E7-95C5-726F7C7DEE99}" type="presParOf" srcId="{706C1A09-F5AC-43BB-8F51-FE3F9A3935BB}" destId="{9158B8F1-9107-4BEE-9A3B-00EF6AC816DE}" srcOrd="1" destOrd="0" presId="urn:microsoft.com/office/officeart/2005/8/layout/hierarchy1"/>
    <dgm:cxn modelId="{275CB974-F35C-4282-A658-F3941CEE476D}" type="presParOf" srcId="{BC7240FE-A622-47FC-9AA2-9F917533A43B}" destId="{C20FB3E2-B9E4-497C-861A-BEE475622737}" srcOrd="1" destOrd="0" presId="urn:microsoft.com/office/officeart/2005/8/layout/hierarchy1"/>
    <dgm:cxn modelId="{C5DED0B4-B209-4684-934C-D62681D047F8}" type="presParOf" srcId="{C20FB3E2-B9E4-497C-861A-BEE475622737}" destId="{3C7234DF-868D-4979-A52C-0DC59BFFF60A}" srcOrd="0" destOrd="0" presId="urn:microsoft.com/office/officeart/2005/8/layout/hierarchy1"/>
    <dgm:cxn modelId="{9E8BFEF8-8520-46E4-871D-313473D274E9}" type="presParOf" srcId="{3C7234DF-868D-4979-A52C-0DC59BFFF60A}" destId="{5AAD41AB-A449-4946-8E63-1631A54D9FFB}" srcOrd="0" destOrd="0" presId="urn:microsoft.com/office/officeart/2005/8/layout/hierarchy1"/>
    <dgm:cxn modelId="{AA95A5F8-E37D-4E23-9F67-6F997F9B2E06}" type="presParOf" srcId="{3C7234DF-868D-4979-A52C-0DC59BFFF60A}" destId="{83AB80D3-C14B-4AC5-ACC7-C9CC2DDEC4A0}" srcOrd="1" destOrd="0" presId="urn:microsoft.com/office/officeart/2005/8/layout/hierarchy1"/>
    <dgm:cxn modelId="{8ED9D8A7-B561-406E-A214-0871F1248072}" type="presParOf" srcId="{C20FB3E2-B9E4-497C-861A-BEE475622737}" destId="{6571D69E-B4CA-4221-944D-1E288CA2AEB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89D3088-1971-400D-AAC3-AC1240DFAEE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B74A5BD-ACD4-442D-A448-1CF2A3A2AE98}">
      <dgm:prSet/>
      <dgm:spPr/>
      <dgm:t>
        <a:bodyPr/>
        <a:lstStyle/>
        <a:p>
          <a:pPr>
            <a:defRPr cap="all"/>
          </a:pPr>
          <a:r>
            <a:rPr lang="en-US"/>
            <a:t>Media.</a:t>
          </a:r>
        </a:p>
      </dgm:t>
    </dgm:pt>
    <dgm:pt modelId="{5DBE5198-9B7A-4440-9C22-B7BB9E623411}" type="parTrans" cxnId="{090C131D-49B8-4D1E-9C2E-D7DE3DBBB5EC}">
      <dgm:prSet/>
      <dgm:spPr/>
      <dgm:t>
        <a:bodyPr/>
        <a:lstStyle/>
        <a:p>
          <a:endParaRPr lang="en-US"/>
        </a:p>
      </dgm:t>
    </dgm:pt>
    <dgm:pt modelId="{D383B00A-B3E8-4CAC-9AC1-513FA4D6F57A}" type="sibTrans" cxnId="{090C131D-49B8-4D1E-9C2E-D7DE3DBBB5EC}">
      <dgm:prSet/>
      <dgm:spPr/>
      <dgm:t>
        <a:bodyPr/>
        <a:lstStyle/>
        <a:p>
          <a:endParaRPr lang="en-US"/>
        </a:p>
      </dgm:t>
    </dgm:pt>
    <dgm:pt modelId="{0FE579E2-BEC4-41B0-BC19-DB043CC97724}">
      <dgm:prSet/>
      <dgm:spPr/>
      <dgm:t>
        <a:bodyPr/>
        <a:lstStyle/>
        <a:p>
          <a:pPr>
            <a:defRPr cap="all"/>
          </a:pPr>
          <a:r>
            <a:rPr lang="en-US"/>
            <a:t>SELECT AVG(edad) FROM alumno;</a:t>
          </a:r>
        </a:p>
      </dgm:t>
    </dgm:pt>
    <dgm:pt modelId="{CACB9445-6CF3-4E31-AEFD-7994419703B8}" type="parTrans" cxnId="{97C8E2B5-884F-4F34-B042-640A8C2D32AC}">
      <dgm:prSet/>
      <dgm:spPr/>
      <dgm:t>
        <a:bodyPr/>
        <a:lstStyle/>
        <a:p>
          <a:endParaRPr lang="en-US"/>
        </a:p>
      </dgm:t>
    </dgm:pt>
    <dgm:pt modelId="{97459067-1410-41BC-B245-CCA6C2395814}" type="sibTrans" cxnId="{97C8E2B5-884F-4F34-B042-640A8C2D32AC}">
      <dgm:prSet/>
      <dgm:spPr/>
      <dgm:t>
        <a:bodyPr/>
        <a:lstStyle/>
        <a:p>
          <a:endParaRPr lang="en-US"/>
        </a:p>
      </dgm:t>
    </dgm:pt>
    <dgm:pt modelId="{64AF22C0-1D0E-4223-AB1B-59C97A6765A0}" type="pres">
      <dgm:prSet presAssocID="{989D3088-1971-400D-AAC3-AC1240DFAEE5}" presName="root" presStyleCnt="0">
        <dgm:presLayoutVars>
          <dgm:dir/>
          <dgm:resizeHandles val="exact"/>
        </dgm:presLayoutVars>
      </dgm:prSet>
      <dgm:spPr/>
    </dgm:pt>
    <dgm:pt modelId="{2C40BD05-FEA8-4C4C-9BA8-BC7C62988F0C}" type="pres">
      <dgm:prSet presAssocID="{6B74A5BD-ACD4-442D-A448-1CF2A3A2AE98}" presName="compNode" presStyleCnt="0"/>
      <dgm:spPr/>
    </dgm:pt>
    <dgm:pt modelId="{EA92257D-177A-4060-BDC1-394A86F6AD38}" type="pres">
      <dgm:prSet presAssocID="{6B74A5BD-ACD4-442D-A448-1CF2A3A2AE98}" presName="iconBgRect" presStyleLbl="bgShp" presStyleIdx="0" presStyleCnt="2"/>
      <dgm:spPr/>
    </dgm:pt>
    <dgm:pt modelId="{CA14F168-98A9-4927-88B1-12A2B0C6D2DE}" type="pres">
      <dgm:prSet presAssocID="{6B74A5BD-ACD4-442D-A448-1CF2A3A2AE9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roducir"/>
        </a:ext>
      </dgm:extLst>
    </dgm:pt>
    <dgm:pt modelId="{2E19A514-FB30-4B04-A086-E651274C45D6}" type="pres">
      <dgm:prSet presAssocID="{6B74A5BD-ACD4-442D-A448-1CF2A3A2AE98}" presName="spaceRect" presStyleCnt="0"/>
      <dgm:spPr/>
    </dgm:pt>
    <dgm:pt modelId="{C11D1F93-0DBE-4C6D-97DF-56C9667B018C}" type="pres">
      <dgm:prSet presAssocID="{6B74A5BD-ACD4-442D-A448-1CF2A3A2AE98}" presName="textRect" presStyleLbl="revTx" presStyleIdx="0" presStyleCnt="2">
        <dgm:presLayoutVars>
          <dgm:chMax val="1"/>
          <dgm:chPref val="1"/>
        </dgm:presLayoutVars>
      </dgm:prSet>
      <dgm:spPr/>
    </dgm:pt>
    <dgm:pt modelId="{66665128-A527-4CB9-8F74-1DB24EAE8A21}" type="pres">
      <dgm:prSet presAssocID="{D383B00A-B3E8-4CAC-9AC1-513FA4D6F57A}" presName="sibTrans" presStyleCnt="0"/>
      <dgm:spPr/>
    </dgm:pt>
    <dgm:pt modelId="{A2AFA093-908E-4905-84E0-0C6C01947E21}" type="pres">
      <dgm:prSet presAssocID="{0FE579E2-BEC4-41B0-BC19-DB043CC97724}" presName="compNode" presStyleCnt="0"/>
      <dgm:spPr/>
    </dgm:pt>
    <dgm:pt modelId="{E7CF8C3A-CA8F-42A2-B8C4-F676959B8D96}" type="pres">
      <dgm:prSet presAssocID="{0FE579E2-BEC4-41B0-BC19-DB043CC97724}" presName="iconBgRect" presStyleLbl="bgShp" presStyleIdx="1" presStyleCnt="2"/>
      <dgm:spPr/>
    </dgm:pt>
    <dgm:pt modelId="{4144905F-B4B5-4074-A9D5-2F87FFD3CCFE}" type="pres">
      <dgm:prSet presAssocID="{0FE579E2-BEC4-41B0-BC19-DB043CC9772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0C55EDD1-CDC0-447B-95F5-7E3F5C9400B7}" type="pres">
      <dgm:prSet presAssocID="{0FE579E2-BEC4-41B0-BC19-DB043CC97724}" presName="spaceRect" presStyleCnt="0"/>
      <dgm:spPr/>
    </dgm:pt>
    <dgm:pt modelId="{52547252-1F9C-48E7-AAAE-F6239C00A280}" type="pres">
      <dgm:prSet presAssocID="{0FE579E2-BEC4-41B0-BC19-DB043CC9772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90C131D-49B8-4D1E-9C2E-D7DE3DBBB5EC}" srcId="{989D3088-1971-400D-AAC3-AC1240DFAEE5}" destId="{6B74A5BD-ACD4-442D-A448-1CF2A3A2AE98}" srcOrd="0" destOrd="0" parTransId="{5DBE5198-9B7A-4440-9C22-B7BB9E623411}" sibTransId="{D383B00A-B3E8-4CAC-9AC1-513FA4D6F57A}"/>
    <dgm:cxn modelId="{4B59E361-C5D2-4999-B2B0-9E73937701C4}" type="presOf" srcId="{989D3088-1971-400D-AAC3-AC1240DFAEE5}" destId="{64AF22C0-1D0E-4223-AB1B-59C97A6765A0}" srcOrd="0" destOrd="0" presId="urn:microsoft.com/office/officeart/2018/5/layout/IconCircleLabelList"/>
    <dgm:cxn modelId="{97C8E2B5-884F-4F34-B042-640A8C2D32AC}" srcId="{989D3088-1971-400D-AAC3-AC1240DFAEE5}" destId="{0FE579E2-BEC4-41B0-BC19-DB043CC97724}" srcOrd="1" destOrd="0" parTransId="{CACB9445-6CF3-4E31-AEFD-7994419703B8}" sibTransId="{97459067-1410-41BC-B245-CCA6C2395814}"/>
    <dgm:cxn modelId="{9AD616DD-4567-41AA-9828-5E0069ABCF65}" type="presOf" srcId="{0FE579E2-BEC4-41B0-BC19-DB043CC97724}" destId="{52547252-1F9C-48E7-AAAE-F6239C00A280}" srcOrd="0" destOrd="0" presId="urn:microsoft.com/office/officeart/2018/5/layout/IconCircleLabelList"/>
    <dgm:cxn modelId="{6C807FF6-7BA0-4161-BA8E-4EC204A62BCC}" type="presOf" srcId="{6B74A5BD-ACD4-442D-A448-1CF2A3A2AE98}" destId="{C11D1F93-0DBE-4C6D-97DF-56C9667B018C}" srcOrd="0" destOrd="0" presId="urn:microsoft.com/office/officeart/2018/5/layout/IconCircleLabelList"/>
    <dgm:cxn modelId="{00D81C99-EBAA-4E75-B22F-BADE66D98400}" type="presParOf" srcId="{64AF22C0-1D0E-4223-AB1B-59C97A6765A0}" destId="{2C40BD05-FEA8-4C4C-9BA8-BC7C62988F0C}" srcOrd="0" destOrd="0" presId="urn:microsoft.com/office/officeart/2018/5/layout/IconCircleLabelList"/>
    <dgm:cxn modelId="{39F27017-73C9-425B-99A5-BDEF17AD4D3A}" type="presParOf" srcId="{2C40BD05-FEA8-4C4C-9BA8-BC7C62988F0C}" destId="{EA92257D-177A-4060-BDC1-394A86F6AD38}" srcOrd="0" destOrd="0" presId="urn:microsoft.com/office/officeart/2018/5/layout/IconCircleLabelList"/>
    <dgm:cxn modelId="{D5A80ABE-5E7D-4B4E-A86B-1DA58612EFF5}" type="presParOf" srcId="{2C40BD05-FEA8-4C4C-9BA8-BC7C62988F0C}" destId="{CA14F168-98A9-4927-88B1-12A2B0C6D2DE}" srcOrd="1" destOrd="0" presId="urn:microsoft.com/office/officeart/2018/5/layout/IconCircleLabelList"/>
    <dgm:cxn modelId="{2FA656C0-1047-41C5-9EAA-9324A1A107D3}" type="presParOf" srcId="{2C40BD05-FEA8-4C4C-9BA8-BC7C62988F0C}" destId="{2E19A514-FB30-4B04-A086-E651274C45D6}" srcOrd="2" destOrd="0" presId="urn:microsoft.com/office/officeart/2018/5/layout/IconCircleLabelList"/>
    <dgm:cxn modelId="{C1D5240B-CC58-4066-B8B4-D1ECC5CDBF67}" type="presParOf" srcId="{2C40BD05-FEA8-4C4C-9BA8-BC7C62988F0C}" destId="{C11D1F93-0DBE-4C6D-97DF-56C9667B018C}" srcOrd="3" destOrd="0" presId="urn:microsoft.com/office/officeart/2018/5/layout/IconCircleLabelList"/>
    <dgm:cxn modelId="{A5D54275-1859-45DE-855C-9DC5B6672B4D}" type="presParOf" srcId="{64AF22C0-1D0E-4223-AB1B-59C97A6765A0}" destId="{66665128-A527-4CB9-8F74-1DB24EAE8A21}" srcOrd="1" destOrd="0" presId="urn:microsoft.com/office/officeart/2018/5/layout/IconCircleLabelList"/>
    <dgm:cxn modelId="{9B136D44-9308-452E-88F0-86B25D822F84}" type="presParOf" srcId="{64AF22C0-1D0E-4223-AB1B-59C97A6765A0}" destId="{A2AFA093-908E-4905-84E0-0C6C01947E21}" srcOrd="2" destOrd="0" presId="urn:microsoft.com/office/officeart/2018/5/layout/IconCircleLabelList"/>
    <dgm:cxn modelId="{BB016FE9-2C37-4A25-BA6F-A3DFB4736CAA}" type="presParOf" srcId="{A2AFA093-908E-4905-84E0-0C6C01947E21}" destId="{E7CF8C3A-CA8F-42A2-B8C4-F676959B8D96}" srcOrd="0" destOrd="0" presId="urn:microsoft.com/office/officeart/2018/5/layout/IconCircleLabelList"/>
    <dgm:cxn modelId="{B2AE2320-1B1C-4245-B920-F6930126ADFE}" type="presParOf" srcId="{A2AFA093-908E-4905-84E0-0C6C01947E21}" destId="{4144905F-B4B5-4074-A9D5-2F87FFD3CCFE}" srcOrd="1" destOrd="0" presId="urn:microsoft.com/office/officeart/2018/5/layout/IconCircleLabelList"/>
    <dgm:cxn modelId="{A921266A-FDDA-4CE0-AC27-DFF2226DCAB5}" type="presParOf" srcId="{A2AFA093-908E-4905-84E0-0C6C01947E21}" destId="{0C55EDD1-CDC0-447B-95F5-7E3F5C9400B7}" srcOrd="2" destOrd="0" presId="urn:microsoft.com/office/officeart/2018/5/layout/IconCircleLabelList"/>
    <dgm:cxn modelId="{68471B5A-30B4-4349-B15B-837B5F9DF507}" type="presParOf" srcId="{A2AFA093-908E-4905-84E0-0C6C01947E21}" destId="{52547252-1F9C-48E7-AAAE-F6239C00A28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05F6140-8C37-4DC8-AC11-BF04271BDFA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559B5CB-9CB9-46BA-B063-64661C9F7D42}">
      <dgm:prSet/>
      <dgm:spPr/>
      <dgm:t>
        <a:bodyPr/>
        <a:lstStyle/>
        <a:p>
          <a:r>
            <a:rPr lang="en-US"/>
            <a:t>Valor mínimo.</a:t>
          </a:r>
        </a:p>
      </dgm:t>
    </dgm:pt>
    <dgm:pt modelId="{7F3538BB-B4ED-4FA2-9E8F-4E665F2AE975}" type="parTrans" cxnId="{A150B0B7-ECB5-48A5-AB5F-E19D0B780B4D}">
      <dgm:prSet/>
      <dgm:spPr/>
      <dgm:t>
        <a:bodyPr/>
        <a:lstStyle/>
        <a:p>
          <a:endParaRPr lang="en-US"/>
        </a:p>
      </dgm:t>
    </dgm:pt>
    <dgm:pt modelId="{77E0431C-6A24-4D1D-B572-0D318FA77803}" type="sibTrans" cxnId="{A150B0B7-ECB5-48A5-AB5F-E19D0B780B4D}">
      <dgm:prSet/>
      <dgm:spPr/>
      <dgm:t>
        <a:bodyPr/>
        <a:lstStyle/>
        <a:p>
          <a:endParaRPr lang="en-US"/>
        </a:p>
      </dgm:t>
    </dgm:pt>
    <dgm:pt modelId="{9CDBCF35-07A9-41E0-AAB8-8082D4DE5358}">
      <dgm:prSet/>
      <dgm:spPr/>
      <dgm:t>
        <a:bodyPr/>
        <a:lstStyle/>
        <a:p>
          <a:r>
            <a:rPr lang="en-US"/>
            <a:t>SELECT MIN(edad) FROM alumno;</a:t>
          </a:r>
        </a:p>
      </dgm:t>
    </dgm:pt>
    <dgm:pt modelId="{332576FA-18FE-4C0A-AE63-45D90F3602F2}" type="parTrans" cxnId="{2F72DE12-81E3-4445-B5BC-3349FC6A4013}">
      <dgm:prSet/>
      <dgm:spPr/>
      <dgm:t>
        <a:bodyPr/>
        <a:lstStyle/>
        <a:p>
          <a:endParaRPr lang="en-US"/>
        </a:p>
      </dgm:t>
    </dgm:pt>
    <dgm:pt modelId="{667D3F7A-C7FB-42E9-9436-6DB283DC9909}" type="sibTrans" cxnId="{2F72DE12-81E3-4445-B5BC-3349FC6A4013}">
      <dgm:prSet/>
      <dgm:spPr/>
      <dgm:t>
        <a:bodyPr/>
        <a:lstStyle/>
        <a:p>
          <a:endParaRPr lang="en-US"/>
        </a:p>
      </dgm:t>
    </dgm:pt>
    <dgm:pt modelId="{A40BC679-C870-458F-BC06-8E4F0407D46D}" type="pres">
      <dgm:prSet presAssocID="{005F6140-8C37-4DC8-AC11-BF04271BDFA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F0621B1-1DFA-4C2D-9BDD-E9F8DE92E03B}" type="pres">
      <dgm:prSet presAssocID="{4559B5CB-9CB9-46BA-B063-64661C9F7D42}" presName="hierRoot1" presStyleCnt="0"/>
      <dgm:spPr/>
    </dgm:pt>
    <dgm:pt modelId="{FFF01590-7C08-4B43-BD5D-6027E81891AA}" type="pres">
      <dgm:prSet presAssocID="{4559B5CB-9CB9-46BA-B063-64661C9F7D42}" presName="composite" presStyleCnt="0"/>
      <dgm:spPr/>
    </dgm:pt>
    <dgm:pt modelId="{C6A79DA5-4B76-4B37-9A36-2A5C89150C0B}" type="pres">
      <dgm:prSet presAssocID="{4559B5CB-9CB9-46BA-B063-64661C9F7D42}" presName="background" presStyleLbl="node0" presStyleIdx="0" presStyleCnt="2"/>
      <dgm:spPr/>
    </dgm:pt>
    <dgm:pt modelId="{DBC6DED4-4F1E-4E00-9FF1-4BB88DBCD784}" type="pres">
      <dgm:prSet presAssocID="{4559B5CB-9CB9-46BA-B063-64661C9F7D42}" presName="text" presStyleLbl="fgAcc0" presStyleIdx="0" presStyleCnt="2">
        <dgm:presLayoutVars>
          <dgm:chPref val="3"/>
        </dgm:presLayoutVars>
      </dgm:prSet>
      <dgm:spPr/>
    </dgm:pt>
    <dgm:pt modelId="{5D35B1BE-D658-4306-B566-F9A4F25974D5}" type="pres">
      <dgm:prSet presAssocID="{4559B5CB-9CB9-46BA-B063-64661C9F7D42}" presName="hierChild2" presStyleCnt="0"/>
      <dgm:spPr/>
    </dgm:pt>
    <dgm:pt modelId="{5B7131D3-35FA-44A5-9031-4203CF576FE9}" type="pres">
      <dgm:prSet presAssocID="{9CDBCF35-07A9-41E0-AAB8-8082D4DE5358}" presName="hierRoot1" presStyleCnt="0"/>
      <dgm:spPr/>
    </dgm:pt>
    <dgm:pt modelId="{F21DA54D-81DA-4CE5-BE84-BD77BBD9CE87}" type="pres">
      <dgm:prSet presAssocID="{9CDBCF35-07A9-41E0-AAB8-8082D4DE5358}" presName="composite" presStyleCnt="0"/>
      <dgm:spPr/>
    </dgm:pt>
    <dgm:pt modelId="{FA3F860F-E0AC-49F9-9E5D-AD5A91A50628}" type="pres">
      <dgm:prSet presAssocID="{9CDBCF35-07A9-41E0-AAB8-8082D4DE5358}" presName="background" presStyleLbl="node0" presStyleIdx="1" presStyleCnt="2"/>
      <dgm:spPr/>
    </dgm:pt>
    <dgm:pt modelId="{FFD7E313-4855-48C1-A184-58506D8847CF}" type="pres">
      <dgm:prSet presAssocID="{9CDBCF35-07A9-41E0-AAB8-8082D4DE5358}" presName="text" presStyleLbl="fgAcc0" presStyleIdx="1" presStyleCnt="2">
        <dgm:presLayoutVars>
          <dgm:chPref val="3"/>
        </dgm:presLayoutVars>
      </dgm:prSet>
      <dgm:spPr/>
    </dgm:pt>
    <dgm:pt modelId="{F190F205-040F-4EC1-86DD-079D418B1552}" type="pres">
      <dgm:prSet presAssocID="{9CDBCF35-07A9-41E0-AAB8-8082D4DE5358}" presName="hierChild2" presStyleCnt="0"/>
      <dgm:spPr/>
    </dgm:pt>
  </dgm:ptLst>
  <dgm:cxnLst>
    <dgm:cxn modelId="{2F72DE12-81E3-4445-B5BC-3349FC6A4013}" srcId="{005F6140-8C37-4DC8-AC11-BF04271BDFA6}" destId="{9CDBCF35-07A9-41E0-AAB8-8082D4DE5358}" srcOrd="1" destOrd="0" parTransId="{332576FA-18FE-4C0A-AE63-45D90F3602F2}" sibTransId="{667D3F7A-C7FB-42E9-9436-6DB283DC9909}"/>
    <dgm:cxn modelId="{D493AA63-1CE1-48E7-9FB3-C2479920EA0B}" type="presOf" srcId="{9CDBCF35-07A9-41E0-AAB8-8082D4DE5358}" destId="{FFD7E313-4855-48C1-A184-58506D8847CF}" srcOrd="0" destOrd="0" presId="urn:microsoft.com/office/officeart/2005/8/layout/hierarchy1"/>
    <dgm:cxn modelId="{EF6CC07F-C597-473B-B17F-30C70BF0C62B}" type="presOf" srcId="{005F6140-8C37-4DC8-AC11-BF04271BDFA6}" destId="{A40BC679-C870-458F-BC06-8E4F0407D46D}" srcOrd="0" destOrd="0" presId="urn:microsoft.com/office/officeart/2005/8/layout/hierarchy1"/>
    <dgm:cxn modelId="{25D8CB8C-242A-4775-99AE-45833A55D445}" type="presOf" srcId="{4559B5CB-9CB9-46BA-B063-64661C9F7D42}" destId="{DBC6DED4-4F1E-4E00-9FF1-4BB88DBCD784}" srcOrd="0" destOrd="0" presId="urn:microsoft.com/office/officeart/2005/8/layout/hierarchy1"/>
    <dgm:cxn modelId="{A150B0B7-ECB5-48A5-AB5F-E19D0B780B4D}" srcId="{005F6140-8C37-4DC8-AC11-BF04271BDFA6}" destId="{4559B5CB-9CB9-46BA-B063-64661C9F7D42}" srcOrd="0" destOrd="0" parTransId="{7F3538BB-B4ED-4FA2-9E8F-4E665F2AE975}" sibTransId="{77E0431C-6A24-4D1D-B572-0D318FA77803}"/>
    <dgm:cxn modelId="{F834BE81-C310-42D0-8EBF-62AE06EF6CBE}" type="presParOf" srcId="{A40BC679-C870-458F-BC06-8E4F0407D46D}" destId="{AF0621B1-1DFA-4C2D-9BDD-E9F8DE92E03B}" srcOrd="0" destOrd="0" presId="urn:microsoft.com/office/officeart/2005/8/layout/hierarchy1"/>
    <dgm:cxn modelId="{E1D26115-4186-46E8-98DF-AE3F3C7361F6}" type="presParOf" srcId="{AF0621B1-1DFA-4C2D-9BDD-E9F8DE92E03B}" destId="{FFF01590-7C08-4B43-BD5D-6027E81891AA}" srcOrd="0" destOrd="0" presId="urn:microsoft.com/office/officeart/2005/8/layout/hierarchy1"/>
    <dgm:cxn modelId="{33C110B8-F1E8-41E5-8399-DD2788EAE4DA}" type="presParOf" srcId="{FFF01590-7C08-4B43-BD5D-6027E81891AA}" destId="{C6A79DA5-4B76-4B37-9A36-2A5C89150C0B}" srcOrd="0" destOrd="0" presId="urn:microsoft.com/office/officeart/2005/8/layout/hierarchy1"/>
    <dgm:cxn modelId="{69D30E7D-531D-44D2-A00B-120E7EED390E}" type="presParOf" srcId="{FFF01590-7C08-4B43-BD5D-6027E81891AA}" destId="{DBC6DED4-4F1E-4E00-9FF1-4BB88DBCD784}" srcOrd="1" destOrd="0" presId="urn:microsoft.com/office/officeart/2005/8/layout/hierarchy1"/>
    <dgm:cxn modelId="{25108542-9B21-449B-9B02-D613B499FF04}" type="presParOf" srcId="{AF0621B1-1DFA-4C2D-9BDD-E9F8DE92E03B}" destId="{5D35B1BE-D658-4306-B566-F9A4F25974D5}" srcOrd="1" destOrd="0" presId="urn:microsoft.com/office/officeart/2005/8/layout/hierarchy1"/>
    <dgm:cxn modelId="{5CE55A76-D229-4968-80E6-12FAB59B8B72}" type="presParOf" srcId="{A40BC679-C870-458F-BC06-8E4F0407D46D}" destId="{5B7131D3-35FA-44A5-9031-4203CF576FE9}" srcOrd="1" destOrd="0" presId="urn:microsoft.com/office/officeart/2005/8/layout/hierarchy1"/>
    <dgm:cxn modelId="{8EDE478A-52CF-49DE-AE9A-08DE07B0AE13}" type="presParOf" srcId="{5B7131D3-35FA-44A5-9031-4203CF576FE9}" destId="{F21DA54D-81DA-4CE5-BE84-BD77BBD9CE87}" srcOrd="0" destOrd="0" presId="urn:microsoft.com/office/officeart/2005/8/layout/hierarchy1"/>
    <dgm:cxn modelId="{3FFF9787-E1D4-4468-8CB5-1B629A3224D3}" type="presParOf" srcId="{F21DA54D-81DA-4CE5-BE84-BD77BBD9CE87}" destId="{FA3F860F-E0AC-49F9-9E5D-AD5A91A50628}" srcOrd="0" destOrd="0" presId="urn:microsoft.com/office/officeart/2005/8/layout/hierarchy1"/>
    <dgm:cxn modelId="{B9BF6678-C76D-4798-8A47-02B02B8167C5}" type="presParOf" srcId="{F21DA54D-81DA-4CE5-BE84-BD77BBD9CE87}" destId="{FFD7E313-4855-48C1-A184-58506D8847CF}" srcOrd="1" destOrd="0" presId="urn:microsoft.com/office/officeart/2005/8/layout/hierarchy1"/>
    <dgm:cxn modelId="{E5231D2A-6A71-4B87-AB80-03BA83421B7C}" type="presParOf" srcId="{5B7131D3-35FA-44A5-9031-4203CF576FE9}" destId="{F190F205-040F-4EC1-86DD-079D418B155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B945914-2D64-4013-9D30-29E0EC93E7A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37A2CCE-A965-4C92-8C2E-434DCE582B85}">
      <dgm:prSet/>
      <dgm:spPr/>
      <dgm:t>
        <a:bodyPr/>
        <a:lstStyle/>
        <a:p>
          <a:r>
            <a:rPr lang="en-US"/>
            <a:t>Valor máximo.</a:t>
          </a:r>
        </a:p>
      </dgm:t>
    </dgm:pt>
    <dgm:pt modelId="{CEBFF734-6936-456F-AEE4-5964DB5A1F18}" type="parTrans" cxnId="{398A0683-FDDE-4765-B2E4-A47EF25C2639}">
      <dgm:prSet/>
      <dgm:spPr/>
      <dgm:t>
        <a:bodyPr/>
        <a:lstStyle/>
        <a:p>
          <a:endParaRPr lang="en-US"/>
        </a:p>
      </dgm:t>
    </dgm:pt>
    <dgm:pt modelId="{A955B704-C8C3-4189-86D3-EE8777661021}" type="sibTrans" cxnId="{398A0683-FDDE-4765-B2E4-A47EF25C2639}">
      <dgm:prSet/>
      <dgm:spPr/>
      <dgm:t>
        <a:bodyPr/>
        <a:lstStyle/>
        <a:p>
          <a:endParaRPr lang="en-US"/>
        </a:p>
      </dgm:t>
    </dgm:pt>
    <dgm:pt modelId="{3FF15069-D824-4727-88E7-739FCA472225}">
      <dgm:prSet/>
      <dgm:spPr/>
      <dgm:t>
        <a:bodyPr/>
        <a:lstStyle/>
        <a:p>
          <a:r>
            <a:rPr lang="en-US"/>
            <a:t>SELECT MAX(edad) FROM alumno;</a:t>
          </a:r>
        </a:p>
      </dgm:t>
    </dgm:pt>
    <dgm:pt modelId="{55F7E03B-02BA-4A11-BC17-FD742F6C2A47}" type="parTrans" cxnId="{AA7858FF-0DA6-4164-BC1C-F9C06821C566}">
      <dgm:prSet/>
      <dgm:spPr/>
      <dgm:t>
        <a:bodyPr/>
        <a:lstStyle/>
        <a:p>
          <a:endParaRPr lang="en-US"/>
        </a:p>
      </dgm:t>
    </dgm:pt>
    <dgm:pt modelId="{F7AB5645-BF94-46A2-985E-A909C96265E2}" type="sibTrans" cxnId="{AA7858FF-0DA6-4164-BC1C-F9C06821C566}">
      <dgm:prSet/>
      <dgm:spPr/>
      <dgm:t>
        <a:bodyPr/>
        <a:lstStyle/>
        <a:p>
          <a:endParaRPr lang="en-US"/>
        </a:p>
      </dgm:t>
    </dgm:pt>
    <dgm:pt modelId="{E0E24B2C-C904-4A2F-B117-F963CADA7B8E}" type="pres">
      <dgm:prSet presAssocID="{3B945914-2D64-4013-9D30-29E0EC93E7A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D47FED8-5994-489F-86A3-CC77A3553177}" type="pres">
      <dgm:prSet presAssocID="{A37A2CCE-A965-4C92-8C2E-434DCE582B85}" presName="hierRoot1" presStyleCnt="0"/>
      <dgm:spPr/>
    </dgm:pt>
    <dgm:pt modelId="{4A49C038-93BD-4721-9302-D5872F4D8643}" type="pres">
      <dgm:prSet presAssocID="{A37A2CCE-A965-4C92-8C2E-434DCE582B85}" presName="composite" presStyleCnt="0"/>
      <dgm:spPr/>
    </dgm:pt>
    <dgm:pt modelId="{D94350D6-EDFB-45A5-B95B-587FF0364D89}" type="pres">
      <dgm:prSet presAssocID="{A37A2CCE-A965-4C92-8C2E-434DCE582B85}" presName="background" presStyleLbl="node0" presStyleIdx="0" presStyleCnt="2"/>
      <dgm:spPr/>
    </dgm:pt>
    <dgm:pt modelId="{DE85D2F2-81B4-4306-8305-2672F7BA620D}" type="pres">
      <dgm:prSet presAssocID="{A37A2CCE-A965-4C92-8C2E-434DCE582B85}" presName="text" presStyleLbl="fgAcc0" presStyleIdx="0" presStyleCnt="2">
        <dgm:presLayoutVars>
          <dgm:chPref val="3"/>
        </dgm:presLayoutVars>
      </dgm:prSet>
      <dgm:spPr/>
    </dgm:pt>
    <dgm:pt modelId="{861C4947-D718-45B2-9705-F7BE7FF27312}" type="pres">
      <dgm:prSet presAssocID="{A37A2CCE-A965-4C92-8C2E-434DCE582B85}" presName="hierChild2" presStyleCnt="0"/>
      <dgm:spPr/>
    </dgm:pt>
    <dgm:pt modelId="{9CDDAAB5-BC99-4F87-A323-13BB3C4135BF}" type="pres">
      <dgm:prSet presAssocID="{3FF15069-D824-4727-88E7-739FCA472225}" presName="hierRoot1" presStyleCnt="0"/>
      <dgm:spPr/>
    </dgm:pt>
    <dgm:pt modelId="{F9CCB274-6C25-429E-B7B7-6E56D4928AD8}" type="pres">
      <dgm:prSet presAssocID="{3FF15069-D824-4727-88E7-739FCA472225}" presName="composite" presStyleCnt="0"/>
      <dgm:spPr/>
    </dgm:pt>
    <dgm:pt modelId="{E854EF73-6F03-4885-B029-F9CE14B2AE38}" type="pres">
      <dgm:prSet presAssocID="{3FF15069-D824-4727-88E7-739FCA472225}" presName="background" presStyleLbl="node0" presStyleIdx="1" presStyleCnt="2"/>
      <dgm:spPr/>
    </dgm:pt>
    <dgm:pt modelId="{044BFC0E-FD0A-4B56-A8C4-51DDCA2020E2}" type="pres">
      <dgm:prSet presAssocID="{3FF15069-D824-4727-88E7-739FCA472225}" presName="text" presStyleLbl="fgAcc0" presStyleIdx="1" presStyleCnt="2">
        <dgm:presLayoutVars>
          <dgm:chPref val="3"/>
        </dgm:presLayoutVars>
      </dgm:prSet>
      <dgm:spPr/>
    </dgm:pt>
    <dgm:pt modelId="{5B81401F-9A6D-45B0-A237-3CCE282CDC50}" type="pres">
      <dgm:prSet presAssocID="{3FF15069-D824-4727-88E7-739FCA472225}" presName="hierChild2" presStyleCnt="0"/>
      <dgm:spPr/>
    </dgm:pt>
  </dgm:ptLst>
  <dgm:cxnLst>
    <dgm:cxn modelId="{E9A7CF31-85CD-49F5-AA25-021E808B8464}" type="presOf" srcId="{3B945914-2D64-4013-9D30-29E0EC93E7A2}" destId="{E0E24B2C-C904-4A2F-B117-F963CADA7B8E}" srcOrd="0" destOrd="0" presId="urn:microsoft.com/office/officeart/2005/8/layout/hierarchy1"/>
    <dgm:cxn modelId="{398A0683-FDDE-4765-B2E4-A47EF25C2639}" srcId="{3B945914-2D64-4013-9D30-29E0EC93E7A2}" destId="{A37A2CCE-A965-4C92-8C2E-434DCE582B85}" srcOrd="0" destOrd="0" parTransId="{CEBFF734-6936-456F-AEE4-5964DB5A1F18}" sibTransId="{A955B704-C8C3-4189-86D3-EE8777661021}"/>
    <dgm:cxn modelId="{1179EE83-E0E7-4C25-A82E-12AB67A67131}" type="presOf" srcId="{3FF15069-D824-4727-88E7-739FCA472225}" destId="{044BFC0E-FD0A-4B56-A8C4-51DDCA2020E2}" srcOrd="0" destOrd="0" presId="urn:microsoft.com/office/officeart/2005/8/layout/hierarchy1"/>
    <dgm:cxn modelId="{6DC8F18C-ED9F-42E8-8570-4B7410993C36}" type="presOf" srcId="{A37A2CCE-A965-4C92-8C2E-434DCE582B85}" destId="{DE85D2F2-81B4-4306-8305-2672F7BA620D}" srcOrd="0" destOrd="0" presId="urn:microsoft.com/office/officeart/2005/8/layout/hierarchy1"/>
    <dgm:cxn modelId="{AA7858FF-0DA6-4164-BC1C-F9C06821C566}" srcId="{3B945914-2D64-4013-9D30-29E0EC93E7A2}" destId="{3FF15069-D824-4727-88E7-739FCA472225}" srcOrd="1" destOrd="0" parTransId="{55F7E03B-02BA-4A11-BC17-FD742F6C2A47}" sibTransId="{F7AB5645-BF94-46A2-985E-A909C96265E2}"/>
    <dgm:cxn modelId="{2F1F2301-57EA-42A4-9299-466F1A884595}" type="presParOf" srcId="{E0E24B2C-C904-4A2F-B117-F963CADA7B8E}" destId="{3D47FED8-5994-489F-86A3-CC77A3553177}" srcOrd="0" destOrd="0" presId="urn:microsoft.com/office/officeart/2005/8/layout/hierarchy1"/>
    <dgm:cxn modelId="{CF7830D2-386A-4CE5-96A5-70E096BD2FA6}" type="presParOf" srcId="{3D47FED8-5994-489F-86A3-CC77A3553177}" destId="{4A49C038-93BD-4721-9302-D5872F4D8643}" srcOrd="0" destOrd="0" presId="urn:microsoft.com/office/officeart/2005/8/layout/hierarchy1"/>
    <dgm:cxn modelId="{61BA462C-3827-46C8-B4F5-F6A96497F7CE}" type="presParOf" srcId="{4A49C038-93BD-4721-9302-D5872F4D8643}" destId="{D94350D6-EDFB-45A5-B95B-587FF0364D89}" srcOrd="0" destOrd="0" presId="urn:microsoft.com/office/officeart/2005/8/layout/hierarchy1"/>
    <dgm:cxn modelId="{8DDA3317-C5AD-429F-AF74-155B4FD69736}" type="presParOf" srcId="{4A49C038-93BD-4721-9302-D5872F4D8643}" destId="{DE85D2F2-81B4-4306-8305-2672F7BA620D}" srcOrd="1" destOrd="0" presId="urn:microsoft.com/office/officeart/2005/8/layout/hierarchy1"/>
    <dgm:cxn modelId="{370F278B-AFD1-46F2-B0BD-DEEAF497C1D4}" type="presParOf" srcId="{3D47FED8-5994-489F-86A3-CC77A3553177}" destId="{861C4947-D718-45B2-9705-F7BE7FF27312}" srcOrd="1" destOrd="0" presId="urn:microsoft.com/office/officeart/2005/8/layout/hierarchy1"/>
    <dgm:cxn modelId="{A8F6BC5D-151C-4B33-B509-BCDA5DD72BCD}" type="presParOf" srcId="{E0E24B2C-C904-4A2F-B117-F963CADA7B8E}" destId="{9CDDAAB5-BC99-4F87-A323-13BB3C4135BF}" srcOrd="1" destOrd="0" presId="urn:microsoft.com/office/officeart/2005/8/layout/hierarchy1"/>
    <dgm:cxn modelId="{87941694-04B9-4698-9862-FF145E24D929}" type="presParOf" srcId="{9CDDAAB5-BC99-4F87-A323-13BB3C4135BF}" destId="{F9CCB274-6C25-429E-B7B7-6E56D4928AD8}" srcOrd="0" destOrd="0" presId="urn:microsoft.com/office/officeart/2005/8/layout/hierarchy1"/>
    <dgm:cxn modelId="{25295641-0740-4C0B-9585-90BA82A9DB47}" type="presParOf" srcId="{F9CCB274-6C25-429E-B7B7-6E56D4928AD8}" destId="{E854EF73-6F03-4885-B029-F9CE14B2AE38}" srcOrd="0" destOrd="0" presId="urn:microsoft.com/office/officeart/2005/8/layout/hierarchy1"/>
    <dgm:cxn modelId="{BFA6BF13-2BDF-43C7-9337-7743D9586390}" type="presParOf" srcId="{F9CCB274-6C25-429E-B7B7-6E56D4928AD8}" destId="{044BFC0E-FD0A-4B56-A8C4-51DDCA2020E2}" srcOrd="1" destOrd="0" presId="urn:microsoft.com/office/officeart/2005/8/layout/hierarchy1"/>
    <dgm:cxn modelId="{9F5DC2C5-E56C-4AA9-9CA9-3CD41ACA8B31}" type="presParOf" srcId="{9CDDAAB5-BC99-4F87-A323-13BB3C4135BF}" destId="{5B81401F-9A6D-45B0-A237-3CCE282CDC5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E7349D6F-87E6-49F1-A238-F14E0C61ADC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E74E5F-BB74-4C81-AA0E-888DB6A649D3}">
      <dgm:prSet/>
      <dgm:spPr/>
      <dgm:t>
        <a:bodyPr/>
        <a:lstStyle/>
        <a:p>
          <a:r>
            <a:rPr lang="en-US"/>
            <a:t>Agrupa resultados.</a:t>
          </a:r>
        </a:p>
      </dgm:t>
    </dgm:pt>
    <dgm:pt modelId="{17AB43F8-831B-406D-9DA3-F7FDA4279B5E}" type="parTrans" cxnId="{EE27F323-22DF-4A66-A41D-9AFAC7621E83}">
      <dgm:prSet/>
      <dgm:spPr/>
      <dgm:t>
        <a:bodyPr/>
        <a:lstStyle/>
        <a:p>
          <a:endParaRPr lang="en-US"/>
        </a:p>
      </dgm:t>
    </dgm:pt>
    <dgm:pt modelId="{2DFAD2AA-A919-4E25-8552-40659C57A7FB}" type="sibTrans" cxnId="{EE27F323-22DF-4A66-A41D-9AFAC7621E83}">
      <dgm:prSet/>
      <dgm:spPr/>
      <dgm:t>
        <a:bodyPr/>
        <a:lstStyle/>
        <a:p>
          <a:endParaRPr lang="en-US"/>
        </a:p>
      </dgm:t>
    </dgm:pt>
    <dgm:pt modelId="{A95E5162-08B8-496B-A33E-A9E2EAB119A9}">
      <dgm:prSet/>
      <dgm:spPr/>
      <dgm:t>
        <a:bodyPr/>
        <a:lstStyle/>
        <a:p>
          <a:r>
            <a:rPr lang="en-US"/>
            <a:t>SELECT edad,COUNT(*) FROM alumno GROUP BY edad;</a:t>
          </a:r>
        </a:p>
      </dgm:t>
    </dgm:pt>
    <dgm:pt modelId="{B97DF9B3-A6CE-42E7-890A-E380268B44AF}" type="parTrans" cxnId="{A6887D14-0094-466B-9549-ED2C7DA55F1A}">
      <dgm:prSet/>
      <dgm:spPr/>
      <dgm:t>
        <a:bodyPr/>
        <a:lstStyle/>
        <a:p>
          <a:endParaRPr lang="en-US"/>
        </a:p>
      </dgm:t>
    </dgm:pt>
    <dgm:pt modelId="{8A273CA8-E9AA-4A9F-8926-BFA4A60A0B8B}" type="sibTrans" cxnId="{A6887D14-0094-466B-9549-ED2C7DA55F1A}">
      <dgm:prSet/>
      <dgm:spPr/>
      <dgm:t>
        <a:bodyPr/>
        <a:lstStyle/>
        <a:p>
          <a:endParaRPr lang="en-US"/>
        </a:p>
      </dgm:t>
    </dgm:pt>
    <dgm:pt modelId="{E825277A-45E0-447D-A381-32856E57DE25}" type="pres">
      <dgm:prSet presAssocID="{E7349D6F-87E6-49F1-A238-F14E0C61ADC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A2B2C93-D05B-4B83-BCD8-9125C2070F7D}" type="pres">
      <dgm:prSet presAssocID="{E0E74E5F-BB74-4C81-AA0E-888DB6A649D3}" presName="hierRoot1" presStyleCnt="0"/>
      <dgm:spPr/>
    </dgm:pt>
    <dgm:pt modelId="{79A56E39-6FBE-4BB5-B8F6-177854843560}" type="pres">
      <dgm:prSet presAssocID="{E0E74E5F-BB74-4C81-AA0E-888DB6A649D3}" presName="composite" presStyleCnt="0"/>
      <dgm:spPr/>
    </dgm:pt>
    <dgm:pt modelId="{22B2872A-683F-4865-87D1-01F0CA9E48B7}" type="pres">
      <dgm:prSet presAssocID="{E0E74E5F-BB74-4C81-AA0E-888DB6A649D3}" presName="background" presStyleLbl="node0" presStyleIdx="0" presStyleCnt="2"/>
      <dgm:spPr/>
    </dgm:pt>
    <dgm:pt modelId="{1ED94A3C-1D77-413C-BF0F-B408AC0E7889}" type="pres">
      <dgm:prSet presAssocID="{E0E74E5F-BB74-4C81-AA0E-888DB6A649D3}" presName="text" presStyleLbl="fgAcc0" presStyleIdx="0" presStyleCnt="2">
        <dgm:presLayoutVars>
          <dgm:chPref val="3"/>
        </dgm:presLayoutVars>
      </dgm:prSet>
      <dgm:spPr/>
    </dgm:pt>
    <dgm:pt modelId="{68AE2CCB-3FAE-410D-AFA9-7642CE8F01E5}" type="pres">
      <dgm:prSet presAssocID="{E0E74E5F-BB74-4C81-AA0E-888DB6A649D3}" presName="hierChild2" presStyleCnt="0"/>
      <dgm:spPr/>
    </dgm:pt>
    <dgm:pt modelId="{415F4ECF-B81C-4A3F-8C3C-17266B6D77AE}" type="pres">
      <dgm:prSet presAssocID="{A95E5162-08B8-496B-A33E-A9E2EAB119A9}" presName="hierRoot1" presStyleCnt="0"/>
      <dgm:spPr/>
    </dgm:pt>
    <dgm:pt modelId="{A9EAEBD1-35E5-4D89-828F-C23FB88F4880}" type="pres">
      <dgm:prSet presAssocID="{A95E5162-08B8-496B-A33E-A9E2EAB119A9}" presName="composite" presStyleCnt="0"/>
      <dgm:spPr/>
    </dgm:pt>
    <dgm:pt modelId="{2FDC7E59-A0C0-4852-8102-8661D5A803B4}" type="pres">
      <dgm:prSet presAssocID="{A95E5162-08B8-496B-A33E-A9E2EAB119A9}" presName="background" presStyleLbl="node0" presStyleIdx="1" presStyleCnt="2"/>
      <dgm:spPr/>
    </dgm:pt>
    <dgm:pt modelId="{A2C5ABB5-3AB0-4983-8CBC-231E45FDA379}" type="pres">
      <dgm:prSet presAssocID="{A95E5162-08B8-496B-A33E-A9E2EAB119A9}" presName="text" presStyleLbl="fgAcc0" presStyleIdx="1" presStyleCnt="2">
        <dgm:presLayoutVars>
          <dgm:chPref val="3"/>
        </dgm:presLayoutVars>
      </dgm:prSet>
      <dgm:spPr/>
    </dgm:pt>
    <dgm:pt modelId="{E4E67A34-ECF3-4CE3-A29B-752AEB42F340}" type="pres">
      <dgm:prSet presAssocID="{A95E5162-08B8-496B-A33E-A9E2EAB119A9}" presName="hierChild2" presStyleCnt="0"/>
      <dgm:spPr/>
    </dgm:pt>
  </dgm:ptLst>
  <dgm:cxnLst>
    <dgm:cxn modelId="{A6887D14-0094-466B-9549-ED2C7DA55F1A}" srcId="{E7349D6F-87E6-49F1-A238-F14E0C61ADCE}" destId="{A95E5162-08B8-496B-A33E-A9E2EAB119A9}" srcOrd="1" destOrd="0" parTransId="{B97DF9B3-A6CE-42E7-890A-E380268B44AF}" sibTransId="{8A273CA8-E9AA-4A9F-8926-BFA4A60A0B8B}"/>
    <dgm:cxn modelId="{279F221D-D900-4DF7-A284-246D93E2B400}" type="presOf" srcId="{E7349D6F-87E6-49F1-A238-F14E0C61ADCE}" destId="{E825277A-45E0-447D-A381-32856E57DE25}" srcOrd="0" destOrd="0" presId="urn:microsoft.com/office/officeart/2005/8/layout/hierarchy1"/>
    <dgm:cxn modelId="{EE27F323-22DF-4A66-A41D-9AFAC7621E83}" srcId="{E7349D6F-87E6-49F1-A238-F14E0C61ADCE}" destId="{E0E74E5F-BB74-4C81-AA0E-888DB6A649D3}" srcOrd="0" destOrd="0" parTransId="{17AB43F8-831B-406D-9DA3-F7FDA4279B5E}" sibTransId="{2DFAD2AA-A919-4E25-8552-40659C57A7FB}"/>
    <dgm:cxn modelId="{A4722344-2C1F-41C6-8B15-9B8A29D2455A}" type="presOf" srcId="{A95E5162-08B8-496B-A33E-A9E2EAB119A9}" destId="{A2C5ABB5-3AB0-4983-8CBC-231E45FDA379}" srcOrd="0" destOrd="0" presId="urn:microsoft.com/office/officeart/2005/8/layout/hierarchy1"/>
    <dgm:cxn modelId="{D911A5E1-BEA5-4858-9E1D-F89E40027093}" type="presOf" srcId="{E0E74E5F-BB74-4C81-AA0E-888DB6A649D3}" destId="{1ED94A3C-1D77-413C-BF0F-B408AC0E7889}" srcOrd="0" destOrd="0" presId="urn:microsoft.com/office/officeart/2005/8/layout/hierarchy1"/>
    <dgm:cxn modelId="{E9CFE15A-51A6-4D15-B196-B5D1F052F6A7}" type="presParOf" srcId="{E825277A-45E0-447D-A381-32856E57DE25}" destId="{BA2B2C93-D05B-4B83-BCD8-9125C2070F7D}" srcOrd="0" destOrd="0" presId="urn:microsoft.com/office/officeart/2005/8/layout/hierarchy1"/>
    <dgm:cxn modelId="{76E0B66A-CE7E-413D-B49D-099CE1B0FAAB}" type="presParOf" srcId="{BA2B2C93-D05B-4B83-BCD8-9125C2070F7D}" destId="{79A56E39-6FBE-4BB5-B8F6-177854843560}" srcOrd="0" destOrd="0" presId="urn:microsoft.com/office/officeart/2005/8/layout/hierarchy1"/>
    <dgm:cxn modelId="{052B58F5-EE56-4755-A899-03DF38F365C5}" type="presParOf" srcId="{79A56E39-6FBE-4BB5-B8F6-177854843560}" destId="{22B2872A-683F-4865-87D1-01F0CA9E48B7}" srcOrd="0" destOrd="0" presId="urn:microsoft.com/office/officeart/2005/8/layout/hierarchy1"/>
    <dgm:cxn modelId="{E166A914-F9BD-4F52-AE22-624361F01C58}" type="presParOf" srcId="{79A56E39-6FBE-4BB5-B8F6-177854843560}" destId="{1ED94A3C-1D77-413C-BF0F-B408AC0E7889}" srcOrd="1" destOrd="0" presId="urn:microsoft.com/office/officeart/2005/8/layout/hierarchy1"/>
    <dgm:cxn modelId="{CB3D81F5-C030-48EA-8A74-3FA11A54A402}" type="presParOf" srcId="{BA2B2C93-D05B-4B83-BCD8-9125C2070F7D}" destId="{68AE2CCB-3FAE-410D-AFA9-7642CE8F01E5}" srcOrd="1" destOrd="0" presId="urn:microsoft.com/office/officeart/2005/8/layout/hierarchy1"/>
    <dgm:cxn modelId="{161D1395-15F9-4BE5-A324-2494D94DA93A}" type="presParOf" srcId="{E825277A-45E0-447D-A381-32856E57DE25}" destId="{415F4ECF-B81C-4A3F-8C3C-17266B6D77AE}" srcOrd="1" destOrd="0" presId="urn:microsoft.com/office/officeart/2005/8/layout/hierarchy1"/>
    <dgm:cxn modelId="{71FA22A9-3EE4-4F86-96C8-6191A157099D}" type="presParOf" srcId="{415F4ECF-B81C-4A3F-8C3C-17266B6D77AE}" destId="{A9EAEBD1-35E5-4D89-828F-C23FB88F4880}" srcOrd="0" destOrd="0" presId="urn:microsoft.com/office/officeart/2005/8/layout/hierarchy1"/>
    <dgm:cxn modelId="{E3F1BE29-76AA-4C4E-A24E-66C1D59B90D8}" type="presParOf" srcId="{A9EAEBD1-35E5-4D89-828F-C23FB88F4880}" destId="{2FDC7E59-A0C0-4852-8102-8661D5A803B4}" srcOrd="0" destOrd="0" presId="urn:microsoft.com/office/officeart/2005/8/layout/hierarchy1"/>
    <dgm:cxn modelId="{1332EEAE-DF30-4234-8269-36118E644360}" type="presParOf" srcId="{A9EAEBD1-35E5-4D89-828F-C23FB88F4880}" destId="{A2C5ABB5-3AB0-4983-8CBC-231E45FDA379}" srcOrd="1" destOrd="0" presId="urn:microsoft.com/office/officeart/2005/8/layout/hierarchy1"/>
    <dgm:cxn modelId="{B3D7C6A0-79F8-429B-A678-100E77794D7B}" type="presParOf" srcId="{415F4ECF-B81C-4A3F-8C3C-17266B6D77AE}" destId="{E4E67A34-ECF3-4CE3-A29B-752AEB42F34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59915FD-1F15-4CCB-A994-E7B7DA4C250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58FA77E-176A-4FC5-90CD-EEF787049625}">
      <dgm:prSet/>
      <dgm:spPr/>
      <dgm:t>
        <a:bodyPr/>
        <a:lstStyle/>
        <a:p>
          <a:r>
            <a:rPr lang="en-US"/>
            <a:t>Filtra grupos.</a:t>
          </a:r>
        </a:p>
      </dgm:t>
    </dgm:pt>
    <dgm:pt modelId="{2B2AD1C6-44AC-45E7-A612-4165187C9D7B}" type="parTrans" cxnId="{8C378F75-4051-4866-9C5A-F098EE0241F3}">
      <dgm:prSet/>
      <dgm:spPr/>
      <dgm:t>
        <a:bodyPr/>
        <a:lstStyle/>
        <a:p>
          <a:endParaRPr lang="en-US"/>
        </a:p>
      </dgm:t>
    </dgm:pt>
    <dgm:pt modelId="{D227E59C-1D56-44A8-949A-F781A5A4E168}" type="sibTrans" cxnId="{8C378F75-4051-4866-9C5A-F098EE0241F3}">
      <dgm:prSet/>
      <dgm:spPr/>
      <dgm:t>
        <a:bodyPr/>
        <a:lstStyle/>
        <a:p>
          <a:endParaRPr lang="en-US"/>
        </a:p>
      </dgm:t>
    </dgm:pt>
    <dgm:pt modelId="{DE265798-A3D2-48DA-A0ED-34FFB45E7141}">
      <dgm:prSet/>
      <dgm:spPr/>
      <dgm:t>
        <a:bodyPr/>
        <a:lstStyle/>
        <a:p>
          <a:r>
            <a:rPr lang="en-US"/>
            <a:t>SELECT edad,COUNT(*) FROM alumno GROUP BY edad HAVING COUNT(*)&gt;1;</a:t>
          </a:r>
        </a:p>
      </dgm:t>
    </dgm:pt>
    <dgm:pt modelId="{21378E00-AADC-4367-8182-29997CD0542B}" type="parTrans" cxnId="{4B9BFAB1-E5D5-434F-AC1B-64CBCDBFADAD}">
      <dgm:prSet/>
      <dgm:spPr/>
      <dgm:t>
        <a:bodyPr/>
        <a:lstStyle/>
        <a:p>
          <a:endParaRPr lang="en-US"/>
        </a:p>
      </dgm:t>
    </dgm:pt>
    <dgm:pt modelId="{EF8EFDB5-19DD-4821-84EB-8B0B4D2A7F66}" type="sibTrans" cxnId="{4B9BFAB1-E5D5-434F-AC1B-64CBCDBFADAD}">
      <dgm:prSet/>
      <dgm:spPr/>
      <dgm:t>
        <a:bodyPr/>
        <a:lstStyle/>
        <a:p>
          <a:endParaRPr lang="en-US"/>
        </a:p>
      </dgm:t>
    </dgm:pt>
    <dgm:pt modelId="{3D278A5B-D6B8-4360-B5F6-1F2FA65C9482}" type="pres">
      <dgm:prSet presAssocID="{F59915FD-1F15-4CCB-A994-E7B7DA4C25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C543C6-AD94-4B61-A3B5-ADCBD811E362}" type="pres">
      <dgm:prSet presAssocID="{F58FA77E-176A-4FC5-90CD-EEF787049625}" presName="hierRoot1" presStyleCnt="0"/>
      <dgm:spPr/>
    </dgm:pt>
    <dgm:pt modelId="{CFE2E7B9-A51B-4B4D-B07F-500108BC69D6}" type="pres">
      <dgm:prSet presAssocID="{F58FA77E-176A-4FC5-90CD-EEF787049625}" presName="composite" presStyleCnt="0"/>
      <dgm:spPr/>
    </dgm:pt>
    <dgm:pt modelId="{ED5F07BB-E39F-4439-BB36-2F930418613D}" type="pres">
      <dgm:prSet presAssocID="{F58FA77E-176A-4FC5-90CD-EEF787049625}" presName="background" presStyleLbl="node0" presStyleIdx="0" presStyleCnt="2"/>
      <dgm:spPr/>
    </dgm:pt>
    <dgm:pt modelId="{20EB5FB0-F994-4432-941E-01DF7A48075E}" type="pres">
      <dgm:prSet presAssocID="{F58FA77E-176A-4FC5-90CD-EEF787049625}" presName="text" presStyleLbl="fgAcc0" presStyleIdx="0" presStyleCnt="2">
        <dgm:presLayoutVars>
          <dgm:chPref val="3"/>
        </dgm:presLayoutVars>
      </dgm:prSet>
      <dgm:spPr/>
    </dgm:pt>
    <dgm:pt modelId="{53E58855-9B68-4352-85DC-50ECC628A192}" type="pres">
      <dgm:prSet presAssocID="{F58FA77E-176A-4FC5-90CD-EEF787049625}" presName="hierChild2" presStyleCnt="0"/>
      <dgm:spPr/>
    </dgm:pt>
    <dgm:pt modelId="{09862BDE-2120-4C87-B183-ABF3D5B81F86}" type="pres">
      <dgm:prSet presAssocID="{DE265798-A3D2-48DA-A0ED-34FFB45E7141}" presName="hierRoot1" presStyleCnt="0"/>
      <dgm:spPr/>
    </dgm:pt>
    <dgm:pt modelId="{7059CC1A-C614-4FE5-AB9E-E7CC61506C22}" type="pres">
      <dgm:prSet presAssocID="{DE265798-A3D2-48DA-A0ED-34FFB45E7141}" presName="composite" presStyleCnt="0"/>
      <dgm:spPr/>
    </dgm:pt>
    <dgm:pt modelId="{C25BF284-0CF6-41A2-84F5-0E7DD3C75A9A}" type="pres">
      <dgm:prSet presAssocID="{DE265798-A3D2-48DA-A0ED-34FFB45E7141}" presName="background" presStyleLbl="node0" presStyleIdx="1" presStyleCnt="2"/>
      <dgm:spPr/>
    </dgm:pt>
    <dgm:pt modelId="{9472682D-8804-4B2D-ADD8-F9F7578A1EE6}" type="pres">
      <dgm:prSet presAssocID="{DE265798-A3D2-48DA-A0ED-34FFB45E7141}" presName="text" presStyleLbl="fgAcc0" presStyleIdx="1" presStyleCnt="2">
        <dgm:presLayoutVars>
          <dgm:chPref val="3"/>
        </dgm:presLayoutVars>
      </dgm:prSet>
      <dgm:spPr/>
    </dgm:pt>
    <dgm:pt modelId="{9BADC3D4-8115-447F-9DF1-708D3E0C01B4}" type="pres">
      <dgm:prSet presAssocID="{DE265798-A3D2-48DA-A0ED-34FFB45E7141}" presName="hierChild2" presStyleCnt="0"/>
      <dgm:spPr/>
    </dgm:pt>
  </dgm:ptLst>
  <dgm:cxnLst>
    <dgm:cxn modelId="{9E601C73-2910-4177-BD46-79B418E54776}" type="presOf" srcId="{F58FA77E-176A-4FC5-90CD-EEF787049625}" destId="{20EB5FB0-F994-4432-941E-01DF7A48075E}" srcOrd="0" destOrd="0" presId="urn:microsoft.com/office/officeart/2005/8/layout/hierarchy1"/>
    <dgm:cxn modelId="{8C378F75-4051-4866-9C5A-F098EE0241F3}" srcId="{F59915FD-1F15-4CCB-A994-E7B7DA4C2509}" destId="{F58FA77E-176A-4FC5-90CD-EEF787049625}" srcOrd="0" destOrd="0" parTransId="{2B2AD1C6-44AC-45E7-A612-4165187C9D7B}" sibTransId="{D227E59C-1D56-44A8-949A-F781A5A4E168}"/>
    <dgm:cxn modelId="{4B9BFAB1-E5D5-434F-AC1B-64CBCDBFADAD}" srcId="{F59915FD-1F15-4CCB-A994-E7B7DA4C2509}" destId="{DE265798-A3D2-48DA-A0ED-34FFB45E7141}" srcOrd="1" destOrd="0" parTransId="{21378E00-AADC-4367-8182-29997CD0542B}" sibTransId="{EF8EFDB5-19DD-4821-84EB-8B0B4D2A7F66}"/>
    <dgm:cxn modelId="{1E87A3DA-DBB7-469C-90E7-D32D1922C0D9}" type="presOf" srcId="{F59915FD-1F15-4CCB-A994-E7B7DA4C2509}" destId="{3D278A5B-D6B8-4360-B5F6-1F2FA65C9482}" srcOrd="0" destOrd="0" presId="urn:microsoft.com/office/officeart/2005/8/layout/hierarchy1"/>
    <dgm:cxn modelId="{0ECF37EC-82B8-437C-812C-CB41CD0E4883}" type="presOf" srcId="{DE265798-A3D2-48DA-A0ED-34FFB45E7141}" destId="{9472682D-8804-4B2D-ADD8-F9F7578A1EE6}" srcOrd="0" destOrd="0" presId="urn:microsoft.com/office/officeart/2005/8/layout/hierarchy1"/>
    <dgm:cxn modelId="{9A254418-D084-46A9-869C-36D070C9FA2E}" type="presParOf" srcId="{3D278A5B-D6B8-4360-B5F6-1F2FA65C9482}" destId="{53C543C6-AD94-4B61-A3B5-ADCBD811E362}" srcOrd="0" destOrd="0" presId="urn:microsoft.com/office/officeart/2005/8/layout/hierarchy1"/>
    <dgm:cxn modelId="{6D4A0988-C203-4726-ABBD-31082490C7A7}" type="presParOf" srcId="{53C543C6-AD94-4B61-A3B5-ADCBD811E362}" destId="{CFE2E7B9-A51B-4B4D-B07F-500108BC69D6}" srcOrd="0" destOrd="0" presId="urn:microsoft.com/office/officeart/2005/8/layout/hierarchy1"/>
    <dgm:cxn modelId="{C37FB2A6-3334-4EFF-9EC4-AD69498B092F}" type="presParOf" srcId="{CFE2E7B9-A51B-4B4D-B07F-500108BC69D6}" destId="{ED5F07BB-E39F-4439-BB36-2F930418613D}" srcOrd="0" destOrd="0" presId="urn:microsoft.com/office/officeart/2005/8/layout/hierarchy1"/>
    <dgm:cxn modelId="{73CAABAC-B53C-4749-B34B-0A5FCA4E1271}" type="presParOf" srcId="{CFE2E7B9-A51B-4B4D-B07F-500108BC69D6}" destId="{20EB5FB0-F994-4432-941E-01DF7A48075E}" srcOrd="1" destOrd="0" presId="urn:microsoft.com/office/officeart/2005/8/layout/hierarchy1"/>
    <dgm:cxn modelId="{1E958FA7-3BB4-48D3-B37F-BE2459A2A596}" type="presParOf" srcId="{53C543C6-AD94-4B61-A3B5-ADCBD811E362}" destId="{53E58855-9B68-4352-85DC-50ECC628A192}" srcOrd="1" destOrd="0" presId="urn:microsoft.com/office/officeart/2005/8/layout/hierarchy1"/>
    <dgm:cxn modelId="{C2C3B75F-F27D-48FB-8A86-3631F45B8EAA}" type="presParOf" srcId="{3D278A5B-D6B8-4360-B5F6-1F2FA65C9482}" destId="{09862BDE-2120-4C87-B183-ABF3D5B81F86}" srcOrd="1" destOrd="0" presId="urn:microsoft.com/office/officeart/2005/8/layout/hierarchy1"/>
    <dgm:cxn modelId="{1F585874-81D0-40CD-9CE1-D49F1E32876C}" type="presParOf" srcId="{09862BDE-2120-4C87-B183-ABF3D5B81F86}" destId="{7059CC1A-C614-4FE5-AB9E-E7CC61506C22}" srcOrd="0" destOrd="0" presId="urn:microsoft.com/office/officeart/2005/8/layout/hierarchy1"/>
    <dgm:cxn modelId="{34C28D85-A0F8-4208-AB73-9CDA9D1469AE}" type="presParOf" srcId="{7059CC1A-C614-4FE5-AB9E-E7CC61506C22}" destId="{C25BF284-0CF6-41A2-84F5-0E7DD3C75A9A}" srcOrd="0" destOrd="0" presId="urn:microsoft.com/office/officeart/2005/8/layout/hierarchy1"/>
    <dgm:cxn modelId="{33A9B963-7B78-46A5-807F-47A7CF68DDF5}" type="presParOf" srcId="{7059CC1A-C614-4FE5-AB9E-E7CC61506C22}" destId="{9472682D-8804-4B2D-ADD8-F9F7578A1EE6}" srcOrd="1" destOrd="0" presId="urn:microsoft.com/office/officeart/2005/8/layout/hierarchy1"/>
    <dgm:cxn modelId="{3AA4B99E-64DE-46CA-98E2-1772DD4F360F}" type="presParOf" srcId="{09862BDE-2120-4C87-B183-ABF3D5B81F86}" destId="{9BADC3D4-8115-447F-9DF1-708D3E0C01B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8C35234-5569-4D2B-A1C6-FBAD1C036AB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E80DEC-B1AA-494B-9934-D48498B19EFB}">
      <dgm:prSet/>
      <dgm:spPr/>
      <dgm:t>
        <a:bodyPr/>
        <a:lstStyle/>
        <a:p>
          <a:r>
            <a:rPr lang="en-US"/>
            <a:t>Modifica registros.</a:t>
          </a:r>
        </a:p>
      </dgm:t>
    </dgm:pt>
    <dgm:pt modelId="{F96DC17C-323F-4FC7-8209-CF11970341FB}" type="parTrans" cxnId="{725CE240-4D43-4AC1-9EF7-D986027EE5FE}">
      <dgm:prSet/>
      <dgm:spPr/>
      <dgm:t>
        <a:bodyPr/>
        <a:lstStyle/>
        <a:p>
          <a:endParaRPr lang="en-US"/>
        </a:p>
      </dgm:t>
    </dgm:pt>
    <dgm:pt modelId="{8D60D8BF-6253-46A6-A60F-22DECD9D58A9}" type="sibTrans" cxnId="{725CE240-4D43-4AC1-9EF7-D986027EE5FE}">
      <dgm:prSet/>
      <dgm:spPr/>
      <dgm:t>
        <a:bodyPr/>
        <a:lstStyle/>
        <a:p>
          <a:endParaRPr lang="en-US"/>
        </a:p>
      </dgm:t>
    </dgm:pt>
    <dgm:pt modelId="{906276CD-3C44-4A7F-9739-24222FC89CEF}">
      <dgm:prSet/>
      <dgm:spPr/>
      <dgm:t>
        <a:bodyPr/>
        <a:lstStyle/>
        <a:p>
          <a:r>
            <a:rPr lang="en-US"/>
            <a:t>UPDATE alumno SET edad=21 WHERE id=1;</a:t>
          </a:r>
        </a:p>
      </dgm:t>
    </dgm:pt>
    <dgm:pt modelId="{41CC8B41-24C3-481B-8856-FD83AF7877FF}" type="parTrans" cxnId="{29640484-A5F4-4CA8-9CDA-36632A5AF963}">
      <dgm:prSet/>
      <dgm:spPr/>
      <dgm:t>
        <a:bodyPr/>
        <a:lstStyle/>
        <a:p>
          <a:endParaRPr lang="en-US"/>
        </a:p>
      </dgm:t>
    </dgm:pt>
    <dgm:pt modelId="{CCF223CD-7978-4B03-93E2-5B08139723CE}" type="sibTrans" cxnId="{29640484-A5F4-4CA8-9CDA-36632A5AF963}">
      <dgm:prSet/>
      <dgm:spPr/>
      <dgm:t>
        <a:bodyPr/>
        <a:lstStyle/>
        <a:p>
          <a:endParaRPr lang="en-US"/>
        </a:p>
      </dgm:t>
    </dgm:pt>
    <dgm:pt modelId="{F584892A-38AD-4FC7-919F-AB86B4C06AB2}" type="pres">
      <dgm:prSet presAssocID="{88C35234-5569-4D2B-A1C6-FBAD1C036AB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C1797D2-4D87-443B-871C-331310A71B88}" type="pres">
      <dgm:prSet presAssocID="{63E80DEC-B1AA-494B-9934-D48498B19EFB}" presName="hierRoot1" presStyleCnt="0"/>
      <dgm:spPr/>
    </dgm:pt>
    <dgm:pt modelId="{84691DA9-180B-4159-AF55-7A43B1A41468}" type="pres">
      <dgm:prSet presAssocID="{63E80DEC-B1AA-494B-9934-D48498B19EFB}" presName="composite" presStyleCnt="0"/>
      <dgm:spPr/>
    </dgm:pt>
    <dgm:pt modelId="{EB434D77-26D2-4688-B299-B42BBD4A846F}" type="pres">
      <dgm:prSet presAssocID="{63E80DEC-B1AA-494B-9934-D48498B19EFB}" presName="background" presStyleLbl="node0" presStyleIdx="0" presStyleCnt="2"/>
      <dgm:spPr/>
    </dgm:pt>
    <dgm:pt modelId="{16932464-F3DC-4AF8-B0CE-25D7D825AB3B}" type="pres">
      <dgm:prSet presAssocID="{63E80DEC-B1AA-494B-9934-D48498B19EFB}" presName="text" presStyleLbl="fgAcc0" presStyleIdx="0" presStyleCnt="2">
        <dgm:presLayoutVars>
          <dgm:chPref val="3"/>
        </dgm:presLayoutVars>
      </dgm:prSet>
      <dgm:spPr/>
    </dgm:pt>
    <dgm:pt modelId="{9328FC0F-DE4B-46D6-BCEA-F83DC030238D}" type="pres">
      <dgm:prSet presAssocID="{63E80DEC-B1AA-494B-9934-D48498B19EFB}" presName="hierChild2" presStyleCnt="0"/>
      <dgm:spPr/>
    </dgm:pt>
    <dgm:pt modelId="{A5A85C90-4472-4A1C-944F-092DA52C6937}" type="pres">
      <dgm:prSet presAssocID="{906276CD-3C44-4A7F-9739-24222FC89CEF}" presName="hierRoot1" presStyleCnt="0"/>
      <dgm:spPr/>
    </dgm:pt>
    <dgm:pt modelId="{F9FAC85D-4DFE-4911-BFAA-189CD31305C3}" type="pres">
      <dgm:prSet presAssocID="{906276CD-3C44-4A7F-9739-24222FC89CEF}" presName="composite" presStyleCnt="0"/>
      <dgm:spPr/>
    </dgm:pt>
    <dgm:pt modelId="{1A1615B3-CAF0-4A4E-B50D-451EC03B77FC}" type="pres">
      <dgm:prSet presAssocID="{906276CD-3C44-4A7F-9739-24222FC89CEF}" presName="background" presStyleLbl="node0" presStyleIdx="1" presStyleCnt="2"/>
      <dgm:spPr/>
    </dgm:pt>
    <dgm:pt modelId="{4C235B94-6A31-4863-BEC9-63D07EEABAAE}" type="pres">
      <dgm:prSet presAssocID="{906276CD-3C44-4A7F-9739-24222FC89CEF}" presName="text" presStyleLbl="fgAcc0" presStyleIdx="1" presStyleCnt="2">
        <dgm:presLayoutVars>
          <dgm:chPref val="3"/>
        </dgm:presLayoutVars>
      </dgm:prSet>
      <dgm:spPr/>
    </dgm:pt>
    <dgm:pt modelId="{FE44D301-1E7B-4917-A1C5-6D8077FE52FD}" type="pres">
      <dgm:prSet presAssocID="{906276CD-3C44-4A7F-9739-24222FC89CEF}" presName="hierChild2" presStyleCnt="0"/>
      <dgm:spPr/>
    </dgm:pt>
  </dgm:ptLst>
  <dgm:cxnLst>
    <dgm:cxn modelId="{BB315404-EBC4-474E-A39E-6D7FAF204BF8}" type="presOf" srcId="{88C35234-5569-4D2B-A1C6-FBAD1C036ABA}" destId="{F584892A-38AD-4FC7-919F-AB86B4C06AB2}" srcOrd="0" destOrd="0" presId="urn:microsoft.com/office/officeart/2005/8/layout/hierarchy1"/>
    <dgm:cxn modelId="{2A7CB032-2106-43FA-90CD-BAA6651074F5}" type="presOf" srcId="{906276CD-3C44-4A7F-9739-24222FC89CEF}" destId="{4C235B94-6A31-4863-BEC9-63D07EEABAAE}" srcOrd="0" destOrd="0" presId="urn:microsoft.com/office/officeart/2005/8/layout/hierarchy1"/>
    <dgm:cxn modelId="{725CE240-4D43-4AC1-9EF7-D986027EE5FE}" srcId="{88C35234-5569-4D2B-A1C6-FBAD1C036ABA}" destId="{63E80DEC-B1AA-494B-9934-D48498B19EFB}" srcOrd="0" destOrd="0" parTransId="{F96DC17C-323F-4FC7-8209-CF11970341FB}" sibTransId="{8D60D8BF-6253-46A6-A60F-22DECD9D58A9}"/>
    <dgm:cxn modelId="{29640484-A5F4-4CA8-9CDA-36632A5AF963}" srcId="{88C35234-5569-4D2B-A1C6-FBAD1C036ABA}" destId="{906276CD-3C44-4A7F-9739-24222FC89CEF}" srcOrd="1" destOrd="0" parTransId="{41CC8B41-24C3-481B-8856-FD83AF7877FF}" sibTransId="{CCF223CD-7978-4B03-93E2-5B08139723CE}"/>
    <dgm:cxn modelId="{049DA9A0-479B-4A41-959F-254933111DCE}" type="presOf" srcId="{63E80DEC-B1AA-494B-9934-D48498B19EFB}" destId="{16932464-F3DC-4AF8-B0CE-25D7D825AB3B}" srcOrd="0" destOrd="0" presId="urn:microsoft.com/office/officeart/2005/8/layout/hierarchy1"/>
    <dgm:cxn modelId="{A9E848DF-9124-4233-B97B-273804F3A5D8}" type="presParOf" srcId="{F584892A-38AD-4FC7-919F-AB86B4C06AB2}" destId="{FC1797D2-4D87-443B-871C-331310A71B88}" srcOrd="0" destOrd="0" presId="urn:microsoft.com/office/officeart/2005/8/layout/hierarchy1"/>
    <dgm:cxn modelId="{F117F78A-375B-4F3B-BC97-B12C2645B316}" type="presParOf" srcId="{FC1797D2-4D87-443B-871C-331310A71B88}" destId="{84691DA9-180B-4159-AF55-7A43B1A41468}" srcOrd="0" destOrd="0" presId="urn:microsoft.com/office/officeart/2005/8/layout/hierarchy1"/>
    <dgm:cxn modelId="{34F3BA6A-800E-42D2-A98B-5F84AED09D4D}" type="presParOf" srcId="{84691DA9-180B-4159-AF55-7A43B1A41468}" destId="{EB434D77-26D2-4688-B299-B42BBD4A846F}" srcOrd="0" destOrd="0" presId="urn:microsoft.com/office/officeart/2005/8/layout/hierarchy1"/>
    <dgm:cxn modelId="{0C5D5CB3-04D1-4C33-93BA-2A74C6F11C2C}" type="presParOf" srcId="{84691DA9-180B-4159-AF55-7A43B1A41468}" destId="{16932464-F3DC-4AF8-B0CE-25D7D825AB3B}" srcOrd="1" destOrd="0" presId="urn:microsoft.com/office/officeart/2005/8/layout/hierarchy1"/>
    <dgm:cxn modelId="{5F6E829B-3EC8-4EC5-AFD3-076EEBA898E0}" type="presParOf" srcId="{FC1797D2-4D87-443B-871C-331310A71B88}" destId="{9328FC0F-DE4B-46D6-BCEA-F83DC030238D}" srcOrd="1" destOrd="0" presId="urn:microsoft.com/office/officeart/2005/8/layout/hierarchy1"/>
    <dgm:cxn modelId="{84F2DD63-F2EB-4F1D-8BAF-2C486812A5AC}" type="presParOf" srcId="{F584892A-38AD-4FC7-919F-AB86B4C06AB2}" destId="{A5A85C90-4472-4A1C-944F-092DA52C6937}" srcOrd="1" destOrd="0" presId="urn:microsoft.com/office/officeart/2005/8/layout/hierarchy1"/>
    <dgm:cxn modelId="{C25F76BE-3FE0-43E5-A623-C2B930EF0AA3}" type="presParOf" srcId="{A5A85C90-4472-4A1C-944F-092DA52C6937}" destId="{F9FAC85D-4DFE-4911-BFAA-189CD31305C3}" srcOrd="0" destOrd="0" presId="urn:microsoft.com/office/officeart/2005/8/layout/hierarchy1"/>
    <dgm:cxn modelId="{CF165918-CFE8-4C7E-A900-284614C6ABE0}" type="presParOf" srcId="{F9FAC85D-4DFE-4911-BFAA-189CD31305C3}" destId="{1A1615B3-CAF0-4A4E-B50D-451EC03B77FC}" srcOrd="0" destOrd="0" presId="urn:microsoft.com/office/officeart/2005/8/layout/hierarchy1"/>
    <dgm:cxn modelId="{602E3157-BD39-4CD9-AE1E-4510BA12F9B3}" type="presParOf" srcId="{F9FAC85D-4DFE-4911-BFAA-189CD31305C3}" destId="{4C235B94-6A31-4863-BEC9-63D07EEABAAE}" srcOrd="1" destOrd="0" presId="urn:microsoft.com/office/officeart/2005/8/layout/hierarchy1"/>
    <dgm:cxn modelId="{15DFAD48-A4D3-4B95-9657-310ECCC15508}" type="presParOf" srcId="{A5A85C90-4472-4A1C-944F-092DA52C6937}" destId="{FE44D301-1E7B-4917-A1C5-6D8077FE52F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F91FD2F-BB48-403B-810D-B87E21F41F8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9EA668-0389-4932-8319-E1127A62DC17}">
      <dgm:prSet/>
      <dgm:spPr/>
      <dgm:t>
        <a:bodyPr/>
        <a:lstStyle/>
        <a:p>
          <a:r>
            <a:rPr lang="en-US"/>
            <a:t>Borra registros.</a:t>
          </a:r>
        </a:p>
      </dgm:t>
    </dgm:pt>
    <dgm:pt modelId="{27501303-008E-446D-80DE-BE9FDCED32F5}" type="parTrans" cxnId="{09E485B7-255B-4BCA-98BF-F7178063C17B}">
      <dgm:prSet/>
      <dgm:spPr/>
      <dgm:t>
        <a:bodyPr/>
        <a:lstStyle/>
        <a:p>
          <a:endParaRPr lang="en-US"/>
        </a:p>
      </dgm:t>
    </dgm:pt>
    <dgm:pt modelId="{B75BDC7E-C65E-4B80-A0FD-51CCE37129B9}" type="sibTrans" cxnId="{09E485B7-255B-4BCA-98BF-F7178063C17B}">
      <dgm:prSet/>
      <dgm:spPr/>
      <dgm:t>
        <a:bodyPr/>
        <a:lstStyle/>
        <a:p>
          <a:endParaRPr lang="en-US"/>
        </a:p>
      </dgm:t>
    </dgm:pt>
    <dgm:pt modelId="{11DF9613-C159-49D6-89A2-C50C15C4EB45}">
      <dgm:prSet/>
      <dgm:spPr/>
      <dgm:t>
        <a:bodyPr/>
        <a:lstStyle/>
        <a:p>
          <a:r>
            <a:rPr lang="en-US"/>
            <a:t>DELETE FROM alumno WHERE id=1;</a:t>
          </a:r>
        </a:p>
      </dgm:t>
    </dgm:pt>
    <dgm:pt modelId="{205E3420-5449-456E-BBE9-5D51954357CD}" type="parTrans" cxnId="{F8AD0E5E-AF9A-4656-AAFE-813A228DB4ED}">
      <dgm:prSet/>
      <dgm:spPr/>
      <dgm:t>
        <a:bodyPr/>
        <a:lstStyle/>
        <a:p>
          <a:endParaRPr lang="en-US"/>
        </a:p>
      </dgm:t>
    </dgm:pt>
    <dgm:pt modelId="{7AEB7395-FADF-435B-B81B-2F5A54595236}" type="sibTrans" cxnId="{F8AD0E5E-AF9A-4656-AAFE-813A228DB4ED}">
      <dgm:prSet/>
      <dgm:spPr/>
      <dgm:t>
        <a:bodyPr/>
        <a:lstStyle/>
        <a:p>
          <a:endParaRPr lang="en-US"/>
        </a:p>
      </dgm:t>
    </dgm:pt>
    <dgm:pt modelId="{DD481B1B-DC85-406B-B153-7246451CD2CD}" type="pres">
      <dgm:prSet presAssocID="{1F91FD2F-BB48-403B-810D-B87E21F41F8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F900AF6-0D63-4CA1-8F7C-A9978E07CDB9}" type="pres">
      <dgm:prSet presAssocID="{149EA668-0389-4932-8319-E1127A62DC17}" presName="hierRoot1" presStyleCnt="0"/>
      <dgm:spPr/>
    </dgm:pt>
    <dgm:pt modelId="{24A3EC78-0715-49D7-9A9A-1BFFE849B770}" type="pres">
      <dgm:prSet presAssocID="{149EA668-0389-4932-8319-E1127A62DC17}" presName="composite" presStyleCnt="0"/>
      <dgm:spPr/>
    </dgm:pt>
    <dgm:pt modelId="{E906C3C3-0F76-460B-BB63-06E7B1D672F5}" type="pres">
      <dgm:prSet presAssocID="{149EA668-0389-4932-8319-E1127A62DC17}" presName="background" presStyleLbl="node0" presStyleIdx="0" presStyleCnt="2"/>
      <dgm:spPr/>
    </dgm:pt>
    <dgm:pt modelId="{5073D91D-BB6B-4E21-A6F9-C9E166BEEB44}" type="pres">
      <dgm:prSet presAssocID="{149EA668-0389-4932-8319-E1127A62DC17}" presName="text" presStyleLbl="fgAcc0" presStyleIdx="0" presStyleCnt="2">
        <dgm:presLayoutVars>
          <dgm:chPref val="3"/>
        </dgm:presLayoutVars>
      </dgm:prSet>
      <dgm:spPr/>
    </dgm:pt>
    <dgm:pt modelId="{598CFB93-9B4A-4316-AEFE-556294DBA656}" type="pres">
      <dgm:prSet presAssocID="{149EA668-0389-4932-8319-E1127A62DC17}" presName="hierChild2" presStyleCnt="0"/>
      <dgm:spPr/>
    </dgm:pt>
    <dgm:pt modelId="{36B3D702-DA5E-4575-989C-05EF35A94671}" type="pres">
      <dgm:prSet presAssocID="{11DF9613-C159-49D6-89A2-C50C15C4EB45}" presName="hierRoot1" presStyleCnt="0"/>
      <dgm:spPr/>
    </dgm:pt>
    <dgm:pt modelId="{B9ED8BCF-91E5-461A-A9C5-B07427BE4D79}" type="pres">
      <dgm:prSet presAssocID="{11DF9613-C159-49D6-89A2-C50C15C4EB45}" presName="composite" presStyleCnt="0"/>
      <dgm:spPr/>
    </dgm:pt>
    <dgm:pt modelId="{0D80E2AA-50A8-40B7-8E50-A23C8AD7A3AE}" type="pres">
      <dgm:prSet presAssocID="{11DF9613-C159-49D6-89A2-C50C15C4EB45}" presName="background" presStyleLbl="node0" presStyleIdx="1" presStyleCnt="2"/>
      <dgm:spPr/>
    </dgm:pt>
    <dgm:pt modelId="{2F43C815-061B-4326-8805-76EE795D3175}" type="pres">
      <dgm:prSet presAssocID="{11DF9613-C159-49D6-89A2-C50C15C4EB45}" presName="text" presStyleLbl="fgAcc0" presStyleIdx="1" presStyleCnt="2">
        <dgm:presLayoutVars>
          <dgm:chPref val="3"/>
        </dgm:presLayoutVars>
      </dgm:prSet>
      <dgm:spPr/>
    </dgm:pt>
    <dgm:pt modelId="{578D71D4-1A4C-4404-9304-44FD899E466A}" type="pres">
      <dgm:prSet presAssocID="{11DF9613-C159-49D6-89A2-C50C15C4EB45}" presName="hierChild2" presStyleCnt="0"/>
      <dgm:spPr/>
    </dgm:pt>
  </dgm:ptLst>
  <dgm:cxnLst>
    <dgm:cxn modelId="{CF6DB32E-3DE1-4A12-A7DF-65648156E75C}" type="presOf" srcId="{1F91FD2F-BB48-403B-810D-B87E21F41F80}" destId="{DD481B1B-DC85-406B-B153-7246451CD2CD}" srcOrd="0" destOrd="0" presId="urn:microsoft.com/office/officeart/2005/8/layout/hierarchy1"/>
    <dgm:cxn modelId="{F8AD0E5E-AF9A-4656-AAFE-813A228DB4ED}" srcId="{1F91FD2F-BB48-403B-810D-B87E21F41F80}" destId="{11DF9613-C159-49D6-89A2-C50C15C4EB45}" srcOrd="1" destOrd="0" parTransId="{205E3420-5449-456E-BBE9-5D51954357CD}" sibTransId="{7AEB7395-FADF-435B-B81B-2F5A54595236}"/>
    <dgm:cxn modelId="{09E485B7-255B-4BCA-98BF-F7178063C17B}" srcId="{1F91FD2F-BB48-403B-810D-B87E21F41F80}" destId="{149EA668-0389-4932-8319-E1127A62DC17}" srcOrd="0" destOrd="0" parTransId="{27501303-008E-446D-80DE-BE9FDCED32F5}" sibTransId="{B75BDC7E-C65E-4B80-A0FD-51CCE37129B9}"/>
    <dgm:cxn modelId="{6FA407BF-BBBD-4D00-A144-42CA04926A6C}" type="presOf" srcId="{149EA668-0389-4932-8319-E1127A62DC17}" destId="{5073D91D-BB6B-4E21-A6F9-C9E166BEEB44}" srcOrd="0" destOrd="0" presId="urn:microsoft.com/office/officeart/2005/8/layout/hierarchy1"/>
    <dgm:cxn modelId="{9F3414DF-1314-4487-A410-8A6221512C1D}" type="presOf" srcId="{11DF9613-C159-49D6-89A2-C50C15C4EB45}" destId="{2F43C815-061B-4326-8805-76EE795D3175}" srcOrd="0" destOrd="0" presId="urn:microsoft.com/office/officeart/2005/8/layout/hierarchy1"/>
    <dgm:cxn modelId="{1FB24EF8-FB71-4DB2-AAE7-47B195FBECF3}" type="presParOf" srcId="{DD481B1B-DC85-406B-B153-7246451CD2CD}" destId="{4F900AF6-0D63-4CA1-8F7C-A9978E07CDB9}" srcOrd="0" destOrd="0" presId="urn:microsoft.com/office/officeart/2005/8/layout/hierarchy1"/>
    <dgm:cxn modelId="{37E260ED-6960-4FC7-A9B2-FCD2F43F0606}" type="presParOf" srcId="{4F900AF6-0D63-4CA1-8F7C-A9978E07CDB9}" destId="{24A3EC78-0715-49D7-9A9A-1BFFE849B770}" srcOrd="0" destOrd="0" presId="urn:microsoft.com/office/officeart/2005/8/layout/hierarchy1"/>
    <dgm:cxn modelId="{B3BB1255-6D37-4537-A3B4-51492C4E090A}" type="presParOf" srcId="{24A3EC78-0715-49D7-9A9A-1BFFE849B770}" destId="{E906C3C3-0F76-460B-BB63-06E7B1D672F5}" srcOrd="0" destOrd="0" presId="urn:microsoft.com/office/officeart/2005/8/layout/hierarchy1"/>
    <dgm:cxn modelId="{7800DCC4-E28E-47CA-8CEB-9BC2E9F43E59}" type="presParOf" srcId="{24A3EC78-0715-49D7-9A9A-1BFFE849B770}" destId="{5073D91D-BB6B-4E21-A6F9-C9E166BEEB44}" srcOrd="1" destOrd="0" presId="urn:microsoft.com/office/officeart/2005/8/layout/hierarchy1"/>
    <dgm:cxn modelId="{EF3D9F71-4A95-4745-9D3E-2E7C0687CD51}" type="presParOf" srcId="{4F900AF6-0D63-4CA1-8F7C-A9978E07CDB9}" destId="{598CFB93-9B4A-4316-AEFE-556294DBA656}" srcOrd="1" destOrd="0" presId="urn:microsoft.com/office/officeart/2005/8/layout/hierarchy1"/>
    <dgm:cxn modelId="{EC1148D4-F387-4392-BB21-5632BE658B5E}" type="presParOf" srcId="{DD481B1B-DC85-406B-B153-7246451CD2CD}" destId="{36B3D702-DA5E-4575-989C-05EF35A94671}" srcOrd="1" destOrd="0" presId="urn:microsoft.com/office/officeart/2005/8/layout/hierarchy1"/>
    <dgm:cxn modelId="{E5C8056D-0FA3-4942-A15C-244A43C34903}" type="presParOf" srcId="{36B3D702-DA5E-4575-989C-05EF35A94671}" destId="{B9ED8BCF-91E5-461A-A9C5-B07427BE4D79}" srcOrd="0" destOrd="0" presId="urn:microsoft.com/office/officeart/2005/8/layout/hierarchy1"/>
    <dgm:cxn modelId="{1FC64C8E-A1A8-442D-9F7A-FFE882C9AC94}" type="presParOf" srcId="{B9ED8BCF-91E5-461A-A9C5-B07427BE4D79}" destId="{0D80E2AA-50A8-40B7-8E50-A23C8AD7A3AE}" srcOrd="0" destOrd="0" presId="urn:microsoft.com/office/officeart/2005/8/layout/hierarchy1"/>
    <dgm:cxn modelId="{35E7747F-593D-412A-910A-4CD44654B552}" type="presParOf" srcId="{B9ED8BCF-91E5-461A-A9C5-B07427BE4D79}" destId="{2F43C815-061B-4326-8805-76EE795D3175}" srcOrd="1" destOrd="0" presId="urn:microsoft.com/office/officeart/2005/8/layout/hierarchy1"/>
    <dgm:cxn modelId="{45245EAD-C880-4077-BAEC-AD7B1910F8D0}" type="presParOf" srcId="{36B3D702-DA5E-4575-989C-05EF35A94671}" destId="{578D71D4-1A4C-4404-9304-44FD899E466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B4194968-82F7-40FF-89DC-100D785DF65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7E0AFEE-29D6-4A18-A6D1-AB95D33683C8}">
      <dgm:prSet/>
      <dgm:spPr/>
      <dgm:t>
        <a:bodyPr/>
        <a:lstStyle/>
        <a:p>
          <a:pPr>
            <a:defRPr cap="all"/>
          </a:pPr>
          <a:r>
            <a:rPr lang="en-US"/>
            <a:t>Vacía tabla.</a:t>
          </a:r>
        </a:p>
      </dgm:t>
    </dgm:pt>
    <dgm:pt modelId="{A9B5EBE0-488E-4F0E-A2E0-8B95794168C5}" type="parTrans" cxnId="{681DCEFA-D542-43C5-A77D-7CAC91124C1C}">
      <dgm:prSet/>
      <dgm:spPr/>
      <dgm:t>
        <a:bodyPr/>
        <a:lstStyle/>
        <a:p>
          <a:endParaRPr lang="en-US"/>
        </a:p>
      </dgm:t>
    </dgm:pt>
    <dgm:pt modelId="{FA0377F8-7792-4D75-A24F-2DADF285DCB2}" type="sibTrans" cxnId="{681DCEFA-D542-43C5-A77D-7CAC91124C1C}">
      <dgm:prSet/>
      <dgm:spPr/>
      <dgm:t>
        <a:bodyPr/>
        <a:lstStyle/>
        <a:p>
          <a:endParaRPr lang="en-US"/>
        </a:p>
      </dgm:t>
    </dgm:pt>
    <dgm:pt modelId="{6461EA01-237D-49E3-AA13-481778A15182}">
      <dgm:prSet/>
      <dgm:spPr/>
      <dgm:t>
        <a:bodyPr/>
        <a:lstStyle/>
        <a:p>
          <a:pPr>
            <a:defRPr cap="all"/>
          </a:pPr>
          <a:r>
            <a:rPr lang="en-US"/>
            <a:t>TRUNCATE TABLE alumno;</a:t>
          </a:r>
        </a:p>
      </dgm:t>
    </dgm:pt>
    <dgm:pt modelId="{89C029AB-2536-44BE-8CE2-014B3FB7BF3F}" type="parTrans" cxnId="{A20DB28E-69E8-466B-B1AC-C0D92BD59C7F}">
      <dgm:prSet/>
      <dgm:spPr/>
      <dgm:t>
        <a:bodyPr/>
        <a:lstStyle/>
        <a:p>
          <a:endParaRPr lang="en-US"/>
        </a:p>
      </dgm:t>
    </dgm:pt>
    <dgm:pt modelId="{8FA15DC8-02CD-44B6-BF69-953B0DF8B8B5}" type="sibTrans" cxnId="{A20DB28E-69E8-466B-B1AC-C0D92BD59C7F}">
      <dgm:prSet/>
      <dgm:spPr/>
      <dgm:t>
        <a:bodyPr/>
        <a:lstStyle/>
        <a:p>
          <a:endParaRPr lang="en-US"/>
        </a:p>
      </dgm:t>
    </dgm:pt>
    <dgm:pt modelId="{C571EEEB-4DFA-484D-99E9-74E449E122E2}" type="pres">
      <dgm:prSet presAssocID="{B4194968-82F7-40FF-89DC-100D785DF65F}" presName="root" presStyleCnt="0">
        <dgm:presLayoutVars>
          <dgm:dir/>
          <dgm:resizeHandles val="exact"/>
        </dgm:presLayoutVars>
      </dgm:prSet>
      <dgm:spPr/>
    </dgm:pt>
    <dgm:pt modelId="{CCC57C69-FC5B-4E81-9159-B8E7C1D1586D}" type="pres">
      <dgm:prSet presAssocID="{37E0AFEE-29D6-4A18-A6D1-AB95D33683C8}" presName="compNode" presStyleCnt="0"/>
      <dgm:spPr/>
    </dgm:pt>
    <dgm:pt modelId="{D895B31B-065B-4747-8ED1-57C2BE23A4A1}" type="pres">
      <dgm:prSet presAssocID="{37E0AFEE-29D6-4A18-A6D1-AB95D33683C8}" presName="iconBgRect" presStyleLbl="bgShp" presStyleIdx="0" presStyleCnt="2"/>
      <dgm:spPr/>
    </dgm:pt>
    <dgm:pt modelId="{B2BE3062-131F-4AFE-AA0C-EA81CBF11223}" type="pres">
      <dgm:prSet presAssocID="{37E0AFEE-29D6-4A18-A6D1-AB95D33683C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and chairs"/>
        </a:ext>
      </dgm:extLst>
    </dgm:pt>
    <dgm:pt modelId="{B71017BE-5F4E-409C-8182-04BC691D2D1E}" type="pres">
      <dgm:prSet presAssocID="{37E0AFEE-29D6-4A18-A6D1-AB95D33683C8}" presName="spaceRect" presStyleCnt="0"/>
      <dgm:spPr/>
    </dgm:pt>
    <dgm:pt modelId="{17F34910-316C-4C01-A3C0-BF81255F1FBB}" type="pres">
      <dgm:prSet presAssocID="{37E0AFEE-29D6-4A18-A6D1-AB95D33683C8}" presName="textRect" presStyleLbl="revTx" presStyleIdx="0" presStyleCnt="2">
        <dgm:presLayoutVars>
          <dgm:chMax val="1"/>
          <dgm:chPref val="1"/>
        </dgm:presLayoutVars>
      </dgm:prSet>
      <dgm:spPr/>
    </dgm:pt>
    <dgm:pt modelId="{B76B4149-8583-412C-865E-42FD80BAF6BA}" type="pres">
      <dgm:prSet presAssocID="{FA0377F8-7792-4D75-A24F-2DADF285DCB2}" presName="sibTrans" presStyleCnt="0"/>
      <dgm:spPr/>
    </dgm:pt>
    <dgm:pt modelId="{834D2F49-58B6-4FBB-A498-F8C5ADC64722}" type="pres">
      <dgm:prSet presAssocID="{6461EA01-237D-49E3-AA13-481778A15182}" presName="compNode" presStyleCnt="0"/>
      <dgm:spPr/>
    </dgm:pt>
    <dgm:pt modelId="{D5B8F748-907D-4C55-9E29-F01D5719209A}" type="pres">
      <dgm:prSet presAssocID="{6461EA01-237D-49E3-AA13-481778A15182}" presName="iconBgRect" presStyleLbl="bgShp" presStyleIdx="1" presStyleCnt="2"/>
      <dgm:spPr/>
    </dgm:pt>
    <dgm:pt modelId="{EAFD8AB7-1EAF-44DE-89F9-58C5DA7B2826}" type="pres">
      <dgm:prSet presAssocID="{6461EA01-237D-49E3-AA13-481778A1518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91048D5E-10D8-454B-A964-2E1AA97EDC9C}" type="pres">
      <dgm:prSet presAssocID="{6461EA01-237D-49E3-AA13-481778A15182}" presName="spaceRect" presStyleCnt="0"/>
      <dgm:spPr/>
    </dgm:pt>
    <dgm:pt modelId="{4BFCC73B-57F2-4D74-AAAC-13670005ED94}" type="pres">
      <dgm:prSet presAssocID="{6461EA01-237D-49E3-AA13-481778A1518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4DD3750-E817-46D9-9BA8-7DFB3B84DDA9}" type="presOf" srcId="{6461EA01-237D-49E3-AA13-481778A15182}" destId="{4BFCC73B-57F2-4D74-AAAC-13670005ED94}" srcOrd="0" destOrd="0" presId="urn:microsoft.com/office/officeart/2018/5/layout/IconCircleLabelList"/>
    <dgm:cxn modelId="{63C03175-9A34-41BD-8D36-91E20578E2EE}" type="presOf" srcId="{37E0AFEE-29D6-4A18-A6D1-AB95D33683C8}" destId="{17F34910-316C-4C01-A3C0-BF81255F1FBB}" srcOrd="0" destOrd="0" presId="urn:microsoft.com/office/officeart/2018/5/layout/IconCircleLabelList"/>
    <dgm:cxn modelId="{200C7879-349C-4935-A264-820E63EB8D54}" type="presOf" srcId="{B4194968-82F7-40FF-89DC-100D785DF65F}" destId="{C571EEEB-4DFA-484D-99E9-74E449E122E2}" srcOrd="0" destOrd="0" presId="urn:microsoft.com/office/officeart/2018/5/layout/IconCircleLabelList"/>
    <dgm:cxn modelId="{A20DB28E-69E8-466B-B1AC-C0D92BD59C7F}" srcId="{B4194968-82F7-40FF-89DC-100D785DF65F}" destId="{6461EA01-237D-49E3-AA13-481778A15182}" srcOrd="1" destOrd="0" parTransId="{89C029AB-2536-44BE-8CE2-014B3FB7BF3F}" sibTransId="{8FA15DC8-02CD-44B6-BF69-953B0DF8B8B5}"/>
    <dgm:cxn modelId="{681DCEFA-D542-43C5-A77D-7CAC91124C1C}" srcId="{B4194968-82F7-40FF-89DC-100D785DF65F}" destId="{37E0AFEE-29D6-4A18-A6D1-AB95D33683C8}" srcOrd="0" destOrd="0" parTransId="{A9B5EBE0-488E-4F0E-A2E0-8B95794168C5}" sibTransId="{FA0377F8-7792-4D75-A24F-2DADF285DCB2}"/>
    <dgm:cxn modelId="{ADA07C41-645E-4E79-ABB6-F21319436652}" type="presParOf" srcId="{C571EEEB-4DFA-484D-99E9-74E449E122E2}" destId="{CCC57C69-FC5B-4E81-9159-B8E7C1D1586D}" srcOrd="0" destOrd="0" presId="urn:microsoft.com/office/officeart/2018/5/layout/IconCircleLabelList"/>
    <dgm:cxn modelId="{75AFE8C8-CBCD-4F5E-9FE0-E06040D6B2CC}" type="presParOf" srcId="{CCC57C69-FC5B-4E81-9159-B8E7C1D1586D}" destId="{D895B31B-065B-4747-8ED1-57C2BE23A4A1}" srcOrd="0" destOrd="0" presId="urn:microsoft.com/office/officeart/2018/5/layout/IconCircleLabelList"/>
    <dgm:cxn modelId="{4695706B-839F-46FB-BCDF-33FA7D59E722}" type="presParOf" srcId="{CCC57C69-FC5B-4E81-9159-B8E7C1D1586D}" destId="{B2BE3062-131F-4AFE-AA0C-EA81CBF11223}" srcOrd="1" destOrd="0" presId="urn:microsoft.com/office/officeart/2018/5/layout/IconCircleLabelList"/>
    <dgm:cxn modelId="{CFF39528-DFAB-470D-93C3-244F5405C172}" type="presParOf" srcId="{CCC57C69-FC5B-4E81-9159-B8E7C1D1586D}" destId="{B71017BE-5F4E-409C-8182-04BC691D2D1E}" srcOrd="2" destOrd="0" presId="urn:microsoft.com/office/officeart/2018/5/layout/IconCircleLabelList"/>
    <dgm:cxn modelId="{187AEB04-537A-4A9F-87D9-ACC66D93961C}" type="presParOf" srcId="{CCC57C69-FC5B-4E81-9159-B8E7C1D1586D}" destId="{17F34910-316C-4C01-A3C0-BF81255F1FBB}" srcOrd="3" destOrd="0" presId="urn:microsoft.com/office/officeart/2018/5/layout/IconCircleLabelList"/>
    <dgm:cxn modelId="{BDC95F12-4B81-4014-9FE2-33277874801D}" type="presParOf" srcId="{C571EEEB-4DFA-484D-99E9-74E449E122E2}" destId="{B76B4149-8583-412C-865E-42FD80BAF6BA}" srcOrd="1" destOrd="0" presId="urn:microsoft.com/office/officeart/2018/5/layout/IconCircleLabelList"/>
    <dgm:cxn modelId="{702C5893-4E22-4BB1-8905-3F048E0D2E09}" type="presParOf" srcId="{C571EEEB-4DFA-484D-99E9-74E449E122E2}" destId="{834D2F49-58B6-4FBB-A498-F8C5ADC64722}" srcOrd="2" destOrd="0" presId="urn:microsoft.com/office/officeart/2018/5/layout/IconCircleLabelList"/>
    <dgm:cxn modelId="{F67B6C97-8063-4AB6-B141-446C7D4D07A1}" type="presParOf" srcId="{834D2F49-58B6-4FBB-A498-F8C5ADC64722}" destId="{D5B8F748-907D-4C55-9E29-F01D5719209A}" srcOrd="0" destOrd="0" presId="urn:microsoft.com/office/officeart/2018/5/layout/IconCircleLabelList"/>
    <dgm:cxn modelId="{DB96BA7A-931B-4F38-A4BF-99E7AB6B73A6}" type="presParOf" srcId="{834D2F49-58B6-4FBB-A498-F8C5ADC64722}" destId="{EAFD8AB7-1EAF-44DE-89F9-58C5DA7B2826}" srcOrd="1" destOrd="0" presId="urn:microsoft.com/office/officeart/2018/5/layout/IconCircleLabelList"/>
    <dgm:cxn modelId="{28029330-92CF-4791-9BC4-13868B73EBFD}" type="presParOf" srcId="{834D2F49-58B6-4FBB-A498-F8C5ADC64722}" destId="{91048D5E-10D8-454B-A964-2E1AA97EDC9C}" srcOrd="2" destOrd="0" presId="urn:microsoft.com/office/officeart/2018/5/layout/IconCircleLabelList"/>
    <dgm:cxn modelId="{339293D3-07B4-40E4-AC75-8BE78FC94E35}" type="presParOf" srcId="{834D2F49-58B6-4FBB-A498-F8C5ADC64722}" destId="{4BFCC73B-57F2-4D74-AAAC-13670005ED9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F345A9E5-E323-4045-AFB7-66B1BB051C6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09F8E7-277E-4527-8A48-5C541809EA91}">
      <dgm:prSet/>
      <dgm:spPr/>
      <dgm:t>
        <a:bodyPr/>
        <a:lstStyle/>
        <a:p>
          <a:r>
            <a:rPr lang="en-US"/>
            <a:t>Clave primaria.</a:t>
          </a:r>
        </a:p>
      </dgm:t>
    </dgm:pt>
    <dgm:pt modelId="{926DED21-A20F-4A04-BE18-A553C88080A9}" type="parTrans" cxnId="{2154D2A6-BC15-4B6D-A2E4-C9FF369644B2}">
      <dgm:prSet/>
      <dgm:spPr/>
      <dgm:t>
        <a:bodyPr/>
        <a:lstStyle/>
        <a:p>
          <a:endParaRPr lang="en-US"/>
        </a:p>
      </dgm:t>
    </dgm:pt>
    <dgm:pt modelId="{2FA985AB-03A3-4662-961A-510766266A74}" type="sibTrans" cxnId="{2154D2A6-BC15-4B6D-A2E4-C9FF369644B2}">
      <dgm:prSet/>
      <dgm:spPr/>
      <dgm:t>
        <a:bodyPr/>
        <a:lstStyle/>
        <a:p>
          <a:endParaRPr lang="en-US"/>
        </a:p>
      </dgm:t>
    </dgm:pt>
    <dgm:pt modelId="{13A6AE39-B40D-4576-BBB2-3FBB0B68BB5D}">
      <dgm:prSet/>
      <dgm:spPr/>
      <dgm:t>
        <a:bodyPr/>
        <a:lstStyle/>
        <a:p>
          <a:r>
            <a:rPr lang="en-US"/>
            <a:t>id INT PRIMARY KEY</a:t>
          </a:r>
        </a:p>
      </dgm:t>
    </dgm:pt>
    <dgm:pt modelId="{757385D3-956D-4DD6-9949-36154D1B89BA}" type="parTrans" cxnId="{E641FB0E-4F35-4E49-81A0-38FF65B23DC5}">
      <dgm:prSet/>
      <dgm:spPr/>
      <dgm:t>
        <a:bodyPr/>
        <a:lstStyle/>
        <a:p>
          <a:endParaRPr lang="en-US"/>
        </a:p>
      </dgm:t>
    </dgm:pt>
    <dgm:pt modelId="{FFACB64E-323C-412A-9941-387CE6BA1B21}" type="sibTrans" cxnId="{E641FB0E-4F35-4E49-81A0-38FF65B23DC5}">
      <dgm:prSet/>
      <dgm:spPr/>
      <dgm:t>
        <a:bodyPr/>
        <a:lstStyle/>
        <a:p>
          <a:endParaRPr lang="en-US"/>
        </a:p>
      </dgm:t>
    </dgm:pt>
    <dgm:pt modelId="{B93E879A-855A-434F-ACE2-C48A19519422}" type="pres">
      <dgm:prSet presAssocID="{F345A9E5-E323-4045-AFB7-66B1BB051C6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D7290C-BD96-46B8-B8A7-0FEB881EF281}" type="pres">
      <dgm:prSet presAssocID="{6009F8E7-277E-4527-8A48-5C541809EA91}" presName="hierRoot1" presStyleCnt="0"/>
      <dgm:spPr/>
    </dgm:pt>
    <dgm:pt modelId="{623DD4B4-01FA-4C18-B8E1-E1F65882DBBC}" type="pres">
      <dgm:prSet presAssocID="{6009F8E7-277E-4527-8A48-5C541809EA91}" presName="composite" presStyleCnt="0"/>
      <dgm:spPr/>
    </dgm:pt>
    <dgm:pt modelId="{A5DBF0F3-D3BE-4F21-9B12-BFDD15CA8A91}" type="pres">
      <dgm:prSet presAssocID="{6009F8E7-277E-4527-8A48-5C541809EA91}" presName="background" presStyleLbl="node0" presStyleIdx="0" presStyleCnt="2"/>
      <dgm:spPr/>
    </dgm:pt>
    <dgm:pt modelId="{E454B515-38F7-4A17-903A-D36CA7C51EBC}" type="pres">
      <dgm:prSet presAssocID="{6009F8E7-277E-4527-8A48-5C541809EA91}" presName="text" presStyleLbl="fgAcc0" presStyleIdx="0" presStyleCnt="2">
        <dgm:presLayoutVars>
          <dgm:chPref val="3"/>
        </dgm:presLayoutVars>
      </dgm:prSet>
      <dgm:spPr/>
    </dgm:pt>
    <dgm:pt modelId="{E62ABEFB-FD57-4778-A7AB-AD6D927E83E2}" type="pres">
      <dgm:prSet presAssocID="{6009F8E7-277E-4527-8A48-5C541809EA91}" presName="hierChild2" presStyleCnt="0"/>
      <dgm:spPr/>
    </dgm:pt>
    <dgm:pt modelId="{9E8A6D80-5A08-45E2-9AA8-88D42BC1CF35}" type="pres">
      <dgm:prSet presAssocID="{13A6AE39-B40D-4576-BBB2-3FBB0B68BB5D}" presName="hierRoot1" presStyleCnt="0"/>
      <dgm:spPr/>
    </dgm:pt>
    <dgm:pt modelId="{CD5CDB9A-5DE5-482B-B846-B88C8BE6BEBC}" type="pres">
      <dgm:prSet presAssocID="{13A6AE39-B40D-4576-BBB2-3FBB0B68BB5D}" presName="composite" presStyleCnt="0"/>
      <dgm:spPr/>
    </dgm:pt>
    <dgm:pt modelId="{0EE5BF61-B9F9-4ED7-9BFB-CDEE6723F468}" type="pres">
      <dgm:prSet presAssocID="{13A6AE39-B40D-4576-BBB2-3FBB0B68BB5D}" presName="background" presStyleLbl="node0" presStyleIdx="1" presStyleCnt="2"/>
      <dgm:spPr/>
    </dgm:pt>
    <dgm:pt modelId="{4C35CD29-D5F8-4055-890B-3E27589E057B}" type="pres">
      <dgm:prSet presAssocID="{13A6AE39-B40D-4576-BBB2-3FBB0B68BB5D}" presName="text" presStyleLbl="fgAcc0" presStyleIdx="1" presStyleCnt="2">
        <dgm:presLayoutVars>
          <dgm:chPref val="3"/>
        </dgm:presLayoutVars>
      </dgm:prSet>
      <dgm:spPr/>
    </dgm:pt>
    <dgm:pt modelId="{5BA8BDF7-1CFF-42D8-A5C7-7A18042E993C}" type="pres">
      <dgm:prSet presAssocID="{13A6AE39-B40D-4576-BBB2-3FBB0B68BB5D}" presName="hierChild2" presStyleCnt="0"/>
      <dgm:spPr/>
    </dgm:pt>
  </dgm:ptLst>
  <dgm:cxnLst>
    <dgm:cxn modelId="{E641FB0E-4F35-4E49-81A0-38FF65B23DC5}" srcId="{F345A9E5-E323-4045-AFB7-66B1BB051C66}" destId="{13A6AE39-B40D-4576-BBB2-3FBB0B68BB5D}" srcOrd="1" destOrd="0" parTransId="{757385D3-956D-4DD6-9949-36154D1B89BA}" sibTransId="{FFACB64E-323C-412A-9941-387CE6BA1B21}"/>
    <dgm:cxn modelId="{CA9F1765-97CE-4305-827A-0F4C99E2F13C}" type="presOf" srcId="{F345A9E5-E323-4045-AFB7-66B1BB051C66}" destId="{B93E879A-855A-434F-ACE2-C48A19519422}" srcOrd="0" destOrd="0" presId="urn:microsoft.com/office/officeart/2005/8/layout/hierarchy1"/>
    <dgm:cxn modelId="{2154D2A6-BC15-4B6D-A2E4-C9FF369644B2}" srcId="{F345A9E5-E323-4045-AFB7-66B1BB051C66}" destId="{6009F8E7-277E-4527-8A48-5C541809EA91}" srcOrd="0" destOrd="0" parTransId="{926DED21-A20F-4A04-BE18-A553C88080A9}" sibTransId="{2FA985AB-03A3-4662-961A-510766266A74}"/>
    <dgm:cxn modelId="{EC5429A9-F4E2-4354-8164-7AED90B50C9C}" type="presOf" srcId="{13A6AE39-B40D-4576-BBB2-3FBB0B68BB5D}" destId="{4C35CD29-D5F8-4055-890B-3E27589E057B}" srcOrd="0" destOrd="0" presId="urn:microsoft.com/office/officeart/2005/8/layout/hierarchy1"/>
    <dgm:cxn modelId="{8AF099C6-3877-40E0-A8D7-9A1FC9E73B9C}" type="presOf" srcId="{6009F8E7-277E-4527-8A48-5C541809EA91}" destId="{E454B515-38F7-4A17-903A-D36CA7C51EBC}" srcOrd="0" destOrd="0" presId="urn:microsoft.com/office/officeart/2005/8/layout/hierarchy1"/>
    <dgm:cxn modelId="{06BD3D6D-F2C9-405A-B718-5719005FC1B1}" type="presParOf" srcId="{B93E879A-855A-434F-ACE2-C48A19519422}" destId="{D6D7290C-BD96-46B8-B8A7-0FEB881EF281}" srcOrd="0" destOrd="0" presId="urn:microsoft.com/office/officeart/2005/8/layout/hierarchy1"/>
    <dgm:cxn modelId="{BE76333D-74D9-452A-B97B-34DA619F7B4B}" type="presParOf" srcId="{D6D7290C-BD96-46B8-B8A7-0FEB881EF281}" destId="{623DD4B4-01FA-4C18-B8E1-E1F65882DBBC}" srcOrd="0" destOrd="0" presId="urn:microsoft.com/office/officeart/2005/8/layout/hierarchy1"/>
    <dgm:cxn modelId="{7840CC5E-19EC-4881-9B18-6F1F688D45AD}" type="presParOf" srcId="{623DD4B4-01FA-4C18-B8E1-E1F65882DBBC}" destId="{A5DBF0F3-D3BE-4F21-9B12-BFDD15CA8A91}" srcOrd="0" destOrd="0" presId="urn:microsoft.com/office/officeart/2005/8/layout/hierarchy1"/>
    <dgm:cxn modelId="{A67ECEF2-C96D-4E85-A5E5-8387419E2F2B}" type="presParOf" srcId="{623DD4B4-01FA-4C18-B8E1-E1F65882DBBC}" destId="{E454B515-38F7-4A17-903A-D36CA7C51EBC}" srcOrd="1" destOrd="0" presId="urn:microsoft.com/office/officeart/2005/8/layout/hierarchy1"/>
    <dgm:cxn modelId="{3F71EC22-4938-401A-8A7E-40DCEF39604B}" type="presParOf" srcId="{D6D7290C-BD96-46B8-B8A7-0FEB881EF281}" destId="{E62ABEFB-FD57-4778-A7AB-AD6D927E83E2}" srcOrd="1" destOrd="0" presId="urn:microsoft.com/office/officeart/2005/8/layout/hierarchy1"/>
    <dgm:cxn modelId="{8FC96CE5-768F-4A8A-879B-F3F15699267C}" type="presParOf" srcId="{B93E879A-855A-434F-ACE2-C48A19519422}" destId="{9E8A6D80-5A08-45E2-9AA8-88D42BC1CF35}" srcOrd="1" destOrd="0" presId="urn:microsoft.com/office/officeart/2005/8/layout/hierarchy1"/>
    <dgm:cxn modelId="{95C04A33-B9E4-4DF2-8CF9-34A82FEF8487}" type="presParOf" srcId="{9E8A6D80-5A08-45E2-9AA8-88D42BC1CF35}" destId="{CD5CDB9A-5DE5-482B-B846-B88C8BE6BEBC}" srcOrd="0" destOrd="0" presId="urn:microsoft.com/office/officeart/2005/8/layout/hierarchy1"/>
    <dgm:cxn modelId="{6A09E283-60EE-4887-BF63-94FA6B8E4268}" type="presParOf" srcId="{CD5CDB9A-5DE5-482B-B846-B88C8BE6BEBC}" destId="{0EE5BF61-B9F9-4ED7-9BFB-CDEE6723F468}" srcOrd="0" destOrd="0" presId="urn:microsoft.com/office/officeart/2005/8/layout/hierarchy1"/>
    <dgm:cxn modelId="{D8E0B3B4-882A-452A-926D-6604017677BC}" type="presParOf" srcId="{CD5CDB9A-5DE5-482B-B846-B88C8BE6BEBC}" destId="{4C35CD29-D5F8-4055-890B-3E27589E057B}" srcOrd="1" destOrd="0" presId="urn:microsoft.com/office/officeart/2005/8/layout/hierarchy1"/>
    <dgm:cxn modelId="{0B6E7BA3-BA7C-4A78-ABB7-E56FD608B8AC}" type="presParOf" srcId="{9E8A6D80-5A08-45E2-9AA8-88D42BC1CF35}" destId="{5BA8BDF7-1CFF-42D8-A5C7-7A18042E99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DE8011CE-59A5-4367-B9F3-4C2738EC81A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DF6AE6-FB43-4F67-8B27-54E67E06CA2B}">
      <dgm:prSet/>
      <dgm:spPr/>
      <dgm:t>
        <a:bodyPr/>
        <a:lstStyle/>
        <a:p>
          <a:r>
            <a:rPr lang="en-US"/>
            <a:t>Clave foránea.</a:t>
          </a:r>
        </a:p>
      </dgm:t>
    </dgm:pt>
    <dgm:pt modelId="{5DD45DB4-E1CA-4871-9F02-5E9CF8528417}" type="parTrans" cxnId="{DA011C56-8DE0-4B35-ABD0-1E18C84F2391}">
      <dgm:prSet/>
      <dgm:spPr/>
      <dgm:t>
        <a:bodyPr/>
        <a:lstStyle/>
        <a:p>
          <a:endParaRPr lang="en-US"/>
        </a:p>
      </dgm:t>
    </dgm:pt>
    <dgm:pt modelId="{2E6C9D50-8BBA-47B5-AC38-FF37C31A1B1B}" type="sibTrans" cxnId="{DA011C56-8DE0-4B35-ABD0-1E18C84F2391}">
      <dgm:prSet/>
      <dgm:spPr/>
      <dgm:t>
        <a:bodyPr/>
        <a:lstStyle/>
        <a:p>
          <a:endParaRPr lang="en-US"/>
        </a:p>
      </dgm:t>
    </dgm:pt>
    <dgm:pt modelId="{4450A16E-8123-4DD6-A225-0B4678327A26}">
      <dgm:prSet/>
      <dgm:spPr/>
      <dgm:t>
        <a:bodyPr/>
        <a:lstStyle/>
        <a:p>
          <a:r>
            <a:rPr lang="en-US"/>
            <a:t>FOREIGN KEY(id_curso) REFERENCES curso(id);</a:t>
          </a:r>
        </a:p>
      </dgm:t>
    </dgm:pt>
    <dgm:pt modelId="{4544C9D4-ED74-4B1F-92AD-9E707A392A2D}" type="parTrans" cxnId="{2732CDD5-1FF6-4EEA-AD8F-2E8B2500053C}">
      <dgm:prSet/>
      <dgm:spPr/>
      <dgm:t>
        <a:bodyPr/>
        <a:lstStyle/>
        <a:p>
          <a:endParaRPr lang="en-US"/>
        </a:p>
      </dgm:t>
    </dgm:pt>
    <dgm:pt modelId="{DC9D17F8-E999-4B0F-923A-A5F0917EE0BE}" type="sibTrans" cxnId="{2732CDD5-1FF6-4EEA-AD8F-2E8B2500053C}">
      <dgm:prSet/>
      <dgm:spPr/>
      <dgm:t>
        <a:bodyPr/>
        <a:lstStyle/>
        <a:p>
          <a:endParaRPr lang="en-US"/>
        </a:p>
      </dgm:t>
    </dgm:pt>
    <dgm:pt modelId="{BFCBEC67-B596-442A-A133-3085CCF66966}" type="pres">
      <dgm:prSet presAssocID="{DE8011CE-59A5-4367-B9F3-4C2738EC81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0016808-AA44-4276-B3EB-9004F15B4D03}" type="pres">
      <dgm:prSet presAssocID="{E5DF6AE6-FB43-4F67-8B27-54E67E06CA2B}" presName="hierRoot1" presStyleCnt="0"/>
      <dgm:spPr/>
    </dgm:pt>
    <dgm:pt modelId="{7809DEDD-645C-46DA-AD24-1275A17B6783}" type="pres">
      <dgm:prSet presAssocID="{E5DF6AE6-FB43-4F67-8B27-54E67E06CA2B}" presName="composite" presStyleCnt="0"/>
      <dgm:spPr/>
    </dgm:pt>
    <dgm:pt modelId="{79C7043C-9540-43E2-A765-6BCA3C43B507}" type="pres">
      <dgm:prSet presAssocID="{E5DF6AE6-FB43-4F67-8B27-54E67E06CA2B}" presName="background" presStyleLbl="node0" presStyleIdx="0" presStyleCnt="2"/>
      <dgm:spPr/>
    </dgm:pt>
    <dgm:pt modelId="{761D319E-9010-4CCB-95C5-4EF8E8760663}" type="pres">
      <dgm:prSet presAssocID="{E5DF6AE6-FB43-4F67-8B27-54E67E06CA2B}" presName="text" presStyleLbl="fgAcc0" presStyleIdx="0" presStyleCnt="2">
        <dgm:presLayoutVars>
          <dgm:chPref val="3"/>
        </dgm:presLayoutVars>
      </dgm:prSet>
      <dgm:spPr/>
    </dgm:pt>
    <dgm:pt modelId="{D9ADDA44-1550-4CA2-BFDA-1DC4899C5F44}" type="pres">
      <dgm:prSet presAssocID="{E5DF6AE6-FB43-4F67-8B27-54E67E06CA2B}" presName="hierChild2" presStyleCnt="0"/>
      <dgm:spPr/>
    </dgm:pt>
    <dgm:pt modelId="{19B7509C-5DF9-4692-8D65-E2B62C0FF9DB}" type="pres">
      <dgm:prSet presAssocID="{4450A16E-8123-4DD6-A225-0B4678327A26}" presName="hierRoot1" presStyleCnt="0"/>
      <dgm:spPr/>
    </dgm:pt>
    <dgm:pt modelId="{F0E39AA0-52F0-4084-B39F-C5ED0F545E13}" type="pres">
      <dgm:prSet presAssocID="{4450A16E-8123-4DD6-A225-0B4678327A26}" presName="composite" presStyleCnt="0"/>
      <dgm:spPr/>
    </dgm:pt>
    <dgm:pt modelId="{4822ABB2-E6C9-4BB8-9DA6-28ECA2BC28EE}" type="pres">
      <dgm:prSet presAssocID="{4450A16E-8123-4DD6-A225-0B4678327A26}" presName="background" presStyleLbl="node0" presStyleIdx="1" presStyleCnt="2"/>
      <dgm:spPr/>
    </dgm:pt>
    <dgm:pt modelId="{D902E6E0-5F8F-4F0B-9142-F60B9F84B633}" type="pres">
      <dgm:prSet presAssocID="{4450A16E-8123-4DD6-A225-0B4678327A26}" presName="text" presStyleLbl="fgAcc0" presStyleIdx="1" presStyleCnt="2">
        <dgm:presLayoutVars>
          <dgm:chPref val="3"/>
        </dgm:presLayoutVars>
      </dgm:prSet>
      <dgm:spPr/>
    </dgm:pt>
    <dgm:pt modelId="{72E756CB-E703-4E16-BCDA-C2F2AB6269E2}" type="pres">
      <dgm:prSet presAssocID="{4450A16E-8123-4DD6-A225-0B4678327A26}" presName="hierChild2" presStyleCnt="0"/>
      <dgm:spPr/>
    </dgm:pt>
  </dgm:ptLst>
  <dgm:cxnLst>
    <dgm:cxn modelId="{33278321-BE4B-47AD-88BD-63A8B9968DB3}" type="presOf" srcId="{DE8011CE-59A5-4367-B9F3-4C2738EC81A9}" destId="{BFCBEC67-B596-442A-A133-3085CCF66966}" srcOrd="0" destOrd="0" presId="urn:microsoft.com/office/officeart/2005/8/layout/hierarchy1"/>
    <dgm:cxn modelId="{DA011C56-8DE0-4B35-ABD0-1E18C84F2391}" srcId="{DE8011CE-59A5-4367-B9F3-4C2738EC81A9}" destId="{E5DF6AE6-FB43-4F67-8B27-54E67E06CA2B}" srcOrd="0" destOrd="0" parTransId="{5DD45DB4-E1CA-4871-9F02-5E9CF8528417}" sibTransId="{2E6C9D50-8BBA-47B5-AC38-FF37C31A1B1B}"/>
    <dgm:cxn modelId="{13E55BAD-39B6-49F8-AC62-E42F13BDC50F}" type="presOf" srcId="{4450A16E-8123-4DD6-A225-0B4678327A26}" destId="{D902E6E0-5F8F-4F0B-9142-F60B9F84B633}" srcOrd="0" destOrd="0" presId="urn:microsoft.com/office/officeart/2005/8/layout/hierarchy1"/>
    <dgm:cxn modelId="{0A485DC4-FA65-4FF7-9C12-0CE16FAEE7E1}" type="presOf" srcId="{E5DF6AE6-FB43-4F67-8B27-54E67E06CA2B}" destId="{761D319E-9010-4CCB-95C5-4EF8E8760663}" srcOrd="0" destOrd="0" presId="urn:microsoft.com/office/officeart/2005/8/layout/hierarchy1"/>
    <dgm:cxn modelId="{2732CDD5-1FF6-4EEA-AD8F-2E8B2500053C}" srcId="{DE8011CE-59A5-4367-B9F3-4C2738EC81A9}" destId="{4450A16E-8123-4DD6-A225-0B4678327A26}" srcOrd="1" destOrd="0" parTransId="{4544C9D4-ED74-4B1F-92AD-9E707A392A2D}" sibTransId="{DC9D17F8-E999-4B0F-923A-A5F0917EE0BE}"/>
    <dgm:cxn modelId="{23242342-43D5-4282-A210-9D02D1C7DDCE}" type="presParOf" srcId="{BFCBEC67-B596-442A-A133-3085CCF66966}" destId="{20016808-AA44-4276-B3EB-9004F15B4D03}" srcOrd="0" destOrd="0" presId="urn:microsoft.com/office/officeart/2005/8/layout/hierarchy1"/>
    <dgm:cxn modelId="{EDBDAE4A-3514-423F-97E2-10C472C25354}" type="presParOf" srcId="{20016808-AA44-4276-B3EB-9004F15B4D03}" destId="{7809DEDD-645C-46DA-AD24-1275A17B6783}" srcOrd="0" destOrd="0" presId="urn:microsoft.com/office/officeart/2005/8/layout/hierarchy1"/>
    <dgm:cxn modelId="{4A0869A9-8016-475F-951F-67E88E9015FF}" type="presParOf" srcId="{7809DEDD-645C-46DA-AD24-1275A17B6783}" destId="{79C7043C-9540-43E2-A765-6BCA3C43B507}" srcOrd="0" destOrd="0" presId="urn:microsoft.com/office/officeart/2005/8/layout/hierarchy1"/>
    <dgm:cxn modelId="{F152A2D8-BD8E-493A-A3CB-5AD9BDF97392}" type="presParOf" srcId="{7809DEDD-645C-46DA-AD24-1275A17B6783}" destId="{761D319E-9010-4CCB-95C5-4EF8E8760663}" srcOrd="1" destOrd="0" presId="urn:microsoft.com/office/officeart/2005/8/layout/hierarchy1"/>
    <dgm:cxn modelId="{D71D3EF4-5865-4024-A4FD-E78ECD62E2A3}" type="presParOf" srcId="{20016808-AA44-4276-B3EB-9004F15B4D03}" destId="{D9ADDA44-1550-4CA2-BFDA-1DC4899C5F44}" srcOrd="1" destOrd="0" presId="urn:microsoft.com/office/officeart/2005/8/layout/hierarchy1"/>
    <dgm:cxn modelId="{EAD0E6B7-A027-4747-88F0-60AA045FFA7A}" type="presParOf" srcId="{BFCBEC67-B596-442A-A133-3085CCF66966}" destId="{19B7509C-5DF9-4692-8D65-E2B62C0FF9DB}" srcOrd="1" destOrd="0" presId="urn:microsoft.com/office/officeart/2005/8/layout/hierarchy1"/>
    <dgm:cxn modelId="{CA099270-56CE-43B2-B747-DBADC6324750}" type="presParOf" srcId="{19B7509C-5DF9-4692-8D65-E2B62C0FF9DB}" destId="{F0E39AA0-52F0-4084-B39F-C5ED0F545E13}" srcOrd="0" destOrd="0" presId="urn:microsoft.com/office/officeart/2005/8/layout/hierarchy1"/>
    <dgm:cxn modelId="{EE1CCBC5-E420-4BAA-9B0D-B3887FE13B62}" type="presParOf" srcId="{F0E39AA0-52F0-4084-B39F-C5ED0F545E13}" destId="{4822ABB2-E6C9-4BB8-9DA6-28ECA2BC28EE}" srcOrd="0" destOrd="0" presId="urn:microsoft.com/office/officeart/2005/8/layout/hierarchy1"/>
    <dgm:cxn modelId="{9BC4B726-D954-46D1-AFBC-26484A956A3A}" type="presParOf" srcId="{F0E39AA0-52F0-4084-B39F-C5ED0F545E13}" destId="{D902E6E0-5F8F-4F0B-9142-F60B9F84B633}" srcOrd="1" destOrd="0" presId="urn:microsoft.com/office/officeart/2005/8/layout/hierarchy1"/>
    <dgm:cxn modelId="{7F924C8C-182A-4B04-B169-DB86C3121B38}" type="presParOf" srcId="{19B7509C-5DF9-4692-8D65-E2B62C0FF9DB}" destId="{72E756CB-E703-4E16-BCDA-C2F2AB6269E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EAEB9B4-F0B2-46C0-AFD4-C3DA59FCC27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D0AD05-9CA9-422F-B3E7-B2A34D1D2FB7}">
      <dgm:prSet/>
      <dgm:spPr/>
      <dgm:t>
        <a:bodyPr/>
        <a:lstStyle/>
        <a:p>
          <a:r>
            <a:rPr lang="en-US"/>
            <a:t>Une tablas.</a:t>
          </a:r>
        </a:p>
      </dgm:t>
    </dgm:pt>
    <dgm:pt modelId="{8FBB7067-9865-4743-AAD4-18A76A282679}" type="parTrans" cxnId="{86EAA7EB-B181-4EFB-955E-C92F5CAF09CA}">
      <dgm:prSet/>
      <dgm:spPr/>
      <dgm:t>
        <a:bodyPr/>
        <a:lstStyle/>
        <a:p>
          <a:endParaRPr lang="en-US"/>
        </a:p>
      </dgm:t>
    </dgm:pt>
    <dgm:pt modelId="{24A375A2-F49D-4E19-B4ED-4770D27DDD27}" type="sibTrans" cxnId="{86EAA7EB-B181-4EFB-955E-C92F5CAF09CA}">
      <dgm:prSet/>
      <dgm:spPr/>
      <dgm:t>
        <a:bodyPr/>
        <a:lstStyle/>
        <a:p>
          <a:endParaRPr lang="en-US"/>
        </a:p>
      </dgm:t>
    </dgm:pt>
    <dgm:pt modelId="{4EA5E313-CD20-48DB-9385-FCE33F4208A8}">
      <dgm:prSet/>
      <dgm:spPr/>
      <dgm:t>
        <a:bodyPr/>
        <a:lstStyle/>
        <a:p>
          <a:r>
            <a:rPr lang="en-US"/>
            <a:t>SELECT a.nombre,c.nombre FROM alumno a JOIN curso c ON a.id=c.id_alumno;</a:t>
          </a:r>
        </a:p>
      </dgm:t>
    </dgm:pt>
    <dgm:pt modelId="{E7E0B6BD-30B9-4E3F-8863-6528910A9AD7}" type="parTrans" cxnId="{A3C6D922-67F7-4D45-BED6-BF11CF744443}">
      <dgm:prSet/>
      <dgm:spPr/>
      <dgm:t>
        <a:bodyPr/>
        <a:lstStyle/>
        <a:p>
          <a:endParaRPr lang="en-US"/>
        </a:p>
      </dgm:t>
    </dgm:pt>
    <dgm:pt modelId="{EB9A75E2-B15E-4691-8C98-EFE7E46D3D74}" type="sibTrans" cxnId="{A3C6D922-67F7-4D45-BED6-BF11CF744443}">
      <dgm:prSet/>
      <dgm:spPr/>
      <dgm:t>
        <a:bodyPr/>
        <a:lstStyle/>
        <a:p>
          <a:endParaRPr lang="en-US"/>
        </a:p>
      </dgm:t>
    </dgm:pt>
    <dgm:pt modelId="{FE1CBBE3-BF7B-4E2B-8476-25E0805E2518}" type="pres">
      <dgm:prSet presAssocID="{3EAEB9B4-F0B2-46C0-AFD4-C3DA59FCC27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3C7108C-4CF7-4549-9A5C-DD11746B70C3}" type="pres">
      <dgm:prSet presAssocID="{05D0AD05-9CA9-422F-B3E7-B2A34D1D2FB7}" presName="hierRoot1" presStyleCnt="0"/>
      <dgm:spPr/>
    </dgm:pt>
    <dgm:pt modelId="{D918E81E-3A9B-473A-ADCD-7900ABCE0B81}" type="pres">
      <dgm:prSet presAssocID="{05D0AD05-9CA9-422F-B3E7-B2A34D1D2FB7}" presName="composite" presStyleCnt="0"/>
      <dgm:spPr/>
    </dgm:pt>
    <dgm:pt modelId="{20811943-26E1-4F5E-A6D8-F57C8E3FF8C2}" type="pres">
      <dgm:prSet presAssocID="{05D0AD05-9CA9-422F-B3E7-B2A34D1D2FB7}" presName="background" presStyleLbl="node0" presStyleIdx="0" presStyleCnt="2"/>
      <dgm:spPr/>
    </dgm:pt>
    <dgm:pt modelId="{87FDFB43-5D0A-43C8-BD98-23AE66CF694E}" type="pres">
      <dgm:prSet presAssocID="{05D0AD05-9CA9-422F-B3E7-B2A34D1D2FB7}" presName="text" presStyleLbl="fgAcc0" presStyleIdx="0" presStyleCnt="2">
        <dgm:presLayoutVars>
          <dgm:chPref val="3"/>
        </dgm:presLayoutVars>
      </dgm:prSet>
      <dgm:spPr/>
    </dgm:pt>
    <dgm:pt modelId="{3E8FE9ED-90D9-435B-9D0D-DD6A3A2A33B1}" type="pres">
      <dgm:prSet presAssocID="{05D0AD05-9CA9-422F-B3E7-B2A34D1D2FB7}" presName="hierChild2" presStyleCnt="0"/>
      <dgm:spPr/>
    </dgm:pt>
    <dgm:pt modelId="{F91F7C9D-BCBE-4604-BAE6-21820DAE72CC}" type="pres">
      <dgm:prSet presAssocID="{4EA5E313-CD20-48DB-9385-FCE33F4208A8}" presName="hierRoot1" presStyleCnt="0"/>
      <dgm:spPr/>
    </dgm:pt>
    <dgm:pt modelId="{EDA00D57-349E-498E-9BE7-63D3951ED584}" type="pres">
      <dgm:prSet presAssocID="{4EA5E313-CD20-48DB-9385-FCE33F4208A8}" presName="composite" presStyleCnt="0"/>
      <dgm:spPr/>
    </dgm:pt>
    <dgm:pt modelId="{208BAA7E-119C-413E-B5B8-E35EE1F0B687}" type="pres">
      <dgm:prSet presAssocID="{4EA5E313-CD20-48DB-9385-FCE33F4208A8}" presName="background" presStyleLbl="node0" presStyleIdx="1" presStyleCnt="2"/>
      <dgm:spPr/>
    </dgm:pt>
    <dgm:pt modelId="{AD9AECEB-E80B-4F71-8D25-F00191E969B6}" type="pres">
      <dgm:prSet presAssocID="{4EA5E313-CD20-48DB-9385-FCE33F4208A8}" presName="text" presStyleLbl="fgAcc0" presStyleIdx="1" presStyleCnt="2">
        <dgm:presLayoutVars>
          <dgm:chPref val="3"/>
        </dgm:presLayoutVars>
      </dgm:prSet>
      <dgm:spPr/>
    </dgm:pt>
    <dgm:pt modelId="{233C9241-6F60-43A9-BD20-7E5D3B948C71}" type="pres">
      <dgm:prSet presAssocID="{4EA5E313-CD20-48DB-9385-FCE33F4208A8}" presName="hierChild2" presStyleCnt="0"/>
      <dgm:spPr/>
    </dgm:pt>
  </dgm:ptLst>
  <dgm:cxnLst>
    <dgm:cxn modelId="{A3C6D922-67F7-4D45-BED6-BF11CF744443}" srcId="{3EAEB9B4-F0B2-46C0-AFD4-C3DA59FCC27B}" destId="{4EA5E313-CD20-48DB-9385-FCE33F4208A8}" srcOrd="1" destOrd="0" parTransId="{E7E0B6BD-30B9-4E3F-8863-6528910A9AD7}" sibTransId="{EB9A75E2-B15E-4691-8C98-EFE7E46D3D74}"/>
    <dgm:cxn modelId="{8EFD2A6E-C2E0-4C00-9DB4-45CCE7B7DE14}" type="presOf" srcId="{4EA5E313-CD20-48DB-9385-FCE33F4208A8}" destId="{AD9AECEB-E80B-4F71-8D25-F00191E969B6}" srcOrd="0" destOrd="0" presId="urn:microsoft.com/office/officeart/2005/8/layout/hierarchy1"/>
    <dgm:cxn modelId="{5B213054-21C3-4EA0-9A42-F128F4FEFDCB}" type="presOf" srcId="{3EAEB9B4-F0B2-46C0-AFD4-C3DA59FCC27B}" destId="{FE1CBBE3-BF7B-4E2B-8476-25E0805E2518}" srcOrd="0" destOrd="0" presId="urn:microsoft.com/office/officeart/2005/8/layout/hierarchy1"/>
    <dgm:cxn modelId="{86EAA7EB-B181-4EFB-955E-C92F5CAF09CA}" srcId="{3EAEB9B4-F0B2-46C0-AFD4-C3DA59FCC27B}" destId="{05D0AD05-9CA9-422F-B3E7-B2A34D1D2FB7}" srcOrd="0" destOrd="0" parTransId="{8FBB7067-9865-4743-AAD4-18A76A282679}" sibTransId="{24A375A2-F49D-4E19-B4ED-4770D27DDD27}"/>
    <dgm:cxn modelId="{3C2962EC-6F94-44FE-A2FA-5FA5321EDF72}" type="presOf" srcId="{05D0AD05-9CA9-422F-B3E7-B2A34D1D2FB7}" destId="{87FDFB43-5D0A-43C8-BD98-23AE66CF694E}" srcOrd="0" destOrd="0" presId="urn:microsoft.com/office/officeart/2005/8/layout/hierarchy1"/>
    <dgm:cxn modelId="{437A6698-98EC-4E4F-8F71-2E034AF4A7C3}" type="presParOf" srcId="{FE1CBBE3-BF7B-4E2B-8476-25E0805E2518}" destId="{13C7108C-4CF7-4549-9A5C-DD11746B70C3}" srcOrd="0" destOrd="0" presId="urn:microsoft.com/office/officeart/2005/8/layout/hierarchy1"/>
    <dgm:cxn modelId="{8CC5EE45-8AB2-4CBF-AC81-4CF666B36D8D}" type="presParOf" srcId="{13C7108C-4CF7-4549-9A5C-DD11746B70C3}" destId="{D918E81E-3A9B-473A-ADCD-7900ABCE0B81}" srcOrd="0" destOrd="0" presId="urn:microsoft.com/office/officeart/2005/8/layout/hierarchy1"/>
    <dgm:cxn modelId="{30C0B7B3-8BDB-47F7-9337-A48974C42D41}" type="presParOf" srcId="{D918E81E-3A9B-473A-ADCD-7900ABCE0B81}" destId="{20811943-26E1-4F5E-A6D8-F57C8E3FF8C2}" srcOrd="0" destOrd="0" presId="urn:microsoft.com/office/officeart/2005/8/layout/hierarchy1"/>
    <dgm:cxn modelId="{13E33F3B-0641-4DFF-8F59-DBFA5DE503D1}" type="presParOf" srcId="{D918E81E-3A9B-473A-ADCD-7900ABCE0B81}" destId="{87FDFB43-5D0A-43C8-BD98-23AE66CF694E}" srcOrd="1" destOrd="0" presId="urn:microsoft.com/office/officeart/2005/8/layout/hierarchy1"/>
    <dgm:cxn modelId="{010F9187-752A-4D8B-B238-9E86FC59F6A8}" type="presParOf" srcId="{13C7108C-4CF7-4549-9A5C-DD11746B70C3}" destId="{3E8FE9ED-90D9-435B-9D0D-DD6A3A2A33B1}" srcOrd="1" destOrd="0" presId="urn:microsoft.com/office/officeart/2005/8/layout/hierarchy1"/>
    <dgm:cxn modelId="{BD89CACC-05EB-4510-935D-5050266930B4}" type="presParOf" srcId="{FE1CBBE3-BF7B-4E2B-8476-25E0805E2518}" destId="{F91F7C9D-BCBE-4604-BAE6-21820DAE72CC}" srcOrd="1" destOrd="0" presId="urn:microsoft.com/office/officeart/2005/8/layout/hierarchy1"/>
    <dgm:cxn modelId="{3EC4E193-4242-4BA7-967D-B1E294CF681C}" type="presParOf" srcId="{F91F7C9D-BCBE-4604-BAE6-21820DAE72CC}" destId="{EDA00D57-349E-498E-9BE7-63D3951ED584}" srcOrd="0" destOrd="0" presId="urn:microsoft.com/office/officeart/2005/8/layout/hierarchy1"/>
    <dgm:cxn modelId="{ADEC8D2C-2BC0-4D90-842C-E5A38A32E54B}" type="presParOf" srcId="{EDA00D57-349E-498E-9BE7-63D3951ED584}" destId="{208BAA7E-119C-413E-B5B8-E35EE1F0B687}" srcOrd="0" destOrd="0" presId="urn:microsoft.com/office/officeart/2005/8/layout/hierarchy1"/>
    <dgm:cxn modelId="{A7800087-2B25-403B-8C48-685A9EF402C0}" type="presParOf" srcId="{EDA00D57-349E-498E-9BE7-63D3951ED584}" destId="{AD9AECEB-E80B-4F71-8D25-F00191E969B6}" srcOrd="1" destOrd="0" presId="urn:microsoft.com/office/officeart/2005/8/layout/hierarchy1"/>
    <dgm:cxn modelId="{80F6CBBC-4BAD-4C1A-9A07-96D9536C10CC}" type="presParOf" srcId="{F91F7C9D-BCBE-4604-BAE6-21820DAE72CC}" destId="{233C9241-6F60-43A9-BD20-7E5D3B948C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848FC01C-D840-48D0-8198-17522ED28E6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8380A2E-5F71-414D-A90D-A49A685F9950}">
      <dgm:prSet/>
      <dgm:spPr/>
      <dgm:t>
        <a:bodyPr/>
        <a:lstStyle/>
        <a:p>
          <a:r>
            <a:rPr lang="en-US"/>
            <a:t>Incluye todos izquierda.</a:t>
          </a:r>
        </a:p>
      </dgm:t>
    </dgm:pt>
    <dgm:pt modelId="{7CC05FC3-9FA8-4E18-B996-3CDE91940832}" type="parTrans" cxnId="{A2793BD4-5994-431E-BADF-FE80ACDB2C90}">
      <dgm:prSet/>
      <dgm:spPr/>
      <dgm:t>
        <a:bodyPr/>
        <a:lstStyle/>
        <a:p>
          <a:endParaRPr lang="en-US"/>
        </a:p>
      </dgm:t>
    </dgm:pt>
    <dgm:pt modelId="{F7B1B22F-92E7-4535-8B3B-9A7E71B23DC7}" type="sibTrans" cxnId="{A2793BD4-5994-431E-BADF-FE80ACDB2C90}">
      <dgm:prSet/>
      <dgm:spPr/>
      <dgm:t>
        <a:bodyPr/>
        <a:lstStyle/>
        <a:p>
          <a:endParaRPr lang="en-US"/>
        </a:p>
      </dgm:t>
    </dgm:pt>
    <dgm:pt modelId="{9A792C11-4011-40B9-9D1F-01CA7D172656}">
      <dgm:prSet/>
      <dgm:spPr/>
      <dgm:t>
        <a:bodyPr/>
        <a:lstStyle/>
        <a:p>
          <a:r>
            <a:rPr lang="en-US"/>
            <a:t>SELECT * FROM alumno a LEFT JOIN curso c ON a.id=c.id_alumno;</a:t>
          </a:r>
        </a:p>
      </dgm:t>
    </dgm:pt>
    <dgm:pt modelId="{447A7B13-813D-4D49-A618-4EB15595690D}" type="parTrans" cxnId="{7F30396B-42C0-44DA-AB9A-9CBF1B25748A}">
      <dgm:prSet/>
      <dgm:spPr/>
      <dgm:t>
        <a:bodyPr/>
        <a:lstStyle/>
        <a:p>
          <a:endParaRPr lang="en-US"/>
        </a:p>
      </dgm:t>
    </dgm:pt>
    <dgm:pt modelId="{D1D6A538-4800-4FA8-8803-6B8C04CC795D}" type="sibTrans" cxnId="{7F30396B-42C0-44DA-AB9A-9CBF1B25748A}">
      <dgm:prSet/>
      <dgm:spPr/>
      <dgm:t>
        <a:bodyPr/>
        <a:lstStyle/>
        <a:p>
          <a:endParaRPr lang="en-US"/>
        </a:p>
      </dgm:t>
    </dgm:pt>
    <dgm:pt modelId="{ACB3706E-90AB-4AB4-B7B1-82084F7B1E71}" type="pres">
      <dgm:prSet presAssocID="{848FC01C-D840-48D0-8198-17522ED28E6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3F0AF7-341D-4380-85F5-3BF67E6EF9E0}" type="pres">
      <dgm:prSet presAssocID="{08380A2E-5F71-414D-A90D-A49A685F9950}" presName="hierRoot1" presStyleCnt="0"/>
      <dgm:spPr/>
    </dgm:pt>
    <dgm:pt modelId="{C5AF5085-D68B-4315-A08E-1F0A3C4070F8}" type="pres">
      <dgm:prSet presAssocID="{08380A2E-5F71-414D-A90D-A49A685F9950}" presName="composite" presStyleCnt="0"/>
      <dgm:spPr/>
    </dgm:pt>
    <dgm:pt modelId="{73999586-89F8-4C6D-A4B9-241291F86D73}" type="pres">
      <dgm:prSet presAssocID="{08380A2E-5F71-414D-A90D-A49A685F9950}" presName="background" presStyleLbl="node0" presStyleIdx="0" presStyleCnt="2"/>
      <dgm:spPr/>
    </dgm:pt>
    <dgm:pt modelId="{82E64030-1918-40FB-BE49-57C1BA17403E}" type="pres">
      <dgm:prSet presAssocID="{08380A2E-5F71-414D-A90D-A49A685F9950}" presName="text" presStyleLbl="fgAcc0" presStyleIdx="0" presStyleCnt="2">
        <dgm:presLayoutVars>
          <dgm:chPref val="3"/>
        </dgm:presLayoutVars>
      </dgm:prSet>
      <dgm:spPr/>
    </dgm:pt>
    <dgm:pt modelId="{A00648BB-0686-4204-923F-8EB4C1AF5F19}" type="pres">
      <dgm:prSet presAssocID="{08380A2E-5F71-414D-A90D-A49A685F9950}" presName="hierChild2" presStyleCnt="0"/>
      <dgm:spPr/>
    </dgm:pt>
    <dgm:pt modelId="{A0289C21-2AAE-4DC6-9140-EB5A76FCA86E}" type="pres">
      <dgm:prSet presAssocID="{9A792C11-4011-40B9-9D1F-01CA7D172656}" presName="hierRoot1" presStyleCnt="0"/>
      <dgm:spPr/>
    </dgm:pt>
    <dgm:pt modelId="{B6C267D4-5146-4FB4-A5DA-EA4BF19AA955}" type="pres">
      <dgm:prSet presAssocID="{9A792C11-4011-40B9-9D1F-01CA7D172656}" presName="composite" presStyleCnt="0"/>
      <dgm:spPr/>
    </dgm:pt>
    <dgm:pt modelId="{F6D02BDF-B333-4F92-9354-4B77393317AC}" type="pres">
      <dgm:prSet presAssocID="{9A792C11-4011-40B9-9D1F-01CA7D172656}" presName="background" presStyleLbl="node0" presStyleIdx="1" presStyleCnt="2"/>
      <dgm:spPr/>
    </dgm:pt>
    <dgm:pt modelId="{4037B088-06BB-4762-BDB1-67820866C7E1}" type="pres">
      <dgm:prSet presAssocID="{9A792C11-4011-40B9-9D1F-01CA7D172656}" presName="text" presStyleLbl="fgAcc0" presStyleIdx="1" presStyleCnt="2">
        <dgm:presLayoutVars>
          <dgm:chPref val="3"/>
        </dgm:presLayoutVars>
      </dgm:prSet>
      <dgm:spPr/>
    </dgm:pt>
    <dgm:pt modelId="{47FA0328-C2CF-4927-A11A-583CB1189F8D}" type="pres">
      <dgm:prSet presAssocID="{9A792C11-4011-40B9-9D1F-01CA7D172656}" presName="hierChild2" presStyleCnt="0"/>
      <dgm:spPr/>
    </dgm:pt>
  </dgm:ptLst>
  <dgm:cxnLst>
    <dgm:cxn modelId="{7F30396B-42C0-44DA-AB9A-9CBF1B25748A}" srcId="{848FC01C-D840-48D0-8198-17522ED28E68}" destId="{9A792C11-4011-40B9-9D1F-01CA7D172656}" srcOrd="1" destOrd="0" parTransId="{447A7B13-813D-4D49-A618-4EB15595690D}" sibTransId="{D1D6A538-4800-4FA8-8803-6B8C04CC795D}"/>
    <dgm:cxn modelId="{379CAFCA-3C42-4BD9-A728-C7AB215C0683}" type="presOf" srcId="{848FC01C-D840-48D0-8198-17522ED28E68}" destId="{ACB3706E-90AB-4AB4-B7B1-82084F7B1E71}" srcOrd="0" destOrd="0" presId="urn:microsoft.com/office/officeart/2005/8/layout/hierarchy1"/>
    <dgm:cxn modelId="{2F1088D1-C03D-4F73-8E7C-72FC5CC12AC6}" type="presOf" srcId="{9A792C11-4011-40B9-9D1F-01CA7D172656}" destId="{4037B088-06BB-4762-BDB1-67820866C7E1}" srcOrd="0" destOrd="0" presId="urn:microsoft.com/office/officeart/2005/8/layout/hierarchy1"/>
    <dgm:cxn modelId="{A2793BD4-5994-431E-BADF-FE80ACDB2C90}" srcId="{848FC01C-D840-48D0-8198-17522ED28E68}" destId="{08380A2E-5F71-414D-A90D-A49A685F9950}" srcOrd="0" destOrd="0" parTransId="{7CC05FC3-9FA8-4E18-B996-3CDE91940832}" sibTransId="{F7B1B22F-92E7-4535-8B3B-9A7E71B23DC7}"/>
    <dgm:cxn modelId="{05061FEB-0711-4481-8DF1-56FCF5FD5534}" type="presOf" srcId="{08380A2E-5F71-414D-A90D-A49A685F9950}" destId="{82E64030-1918-40FB-BE49-57C1BA17403E}" srcOrd="0" destOrd="0" presId="urn:microsoft.com/office/officeart/2005/8/layout/hierarchy1"/>
    <dgm:cxn modelId="{9B28585E-2308-4F8F-A518-346A512641CE}" type="presParOf" srcId="{ACB3706E-90AB-4AB4-B7B1-82084F7B1E71}" destId="{8E3F0AF7-341D-4380-85F5-3BF67E6EF9E0}" srcOrd="0" destOrd="0" presId="urn:microsoft.com/office/officeart/2005/8/layout/hierarchy1"/>
    <dgm:cxn modelId="{2246E6E8-4862-440E-B268-B480672312C5}" type="presParOf" srcId="{8E3F0AF7-341D-4380-85F5-3BF67E6EF9E0}" destId="{C5AF5085-D68B-4315-A08E-1F0A3C4070F8}" srcOrd="0" destOrd="0" presId="urn:microsoft.com/office/officeart/2005/8/layout/hierarchy1"/>
    <dgm:cxn modelId="{B999D76B-CF4D-411B-BE48-D0C65ECA6656}" type="presParOf" srcId="{C5AF5085-D68B-4315-A08E-1F0A3C4070F8}" destId="{73999586-89F8-4C6D-A4B9-241291F86D73}" srcOrd="0" destOrd="0" presId="urn:microsoft.com/office/officeart/2005/8/layout/hierarchy1"/>
    <dgm:cxn modelId="{D8FC67A1-FA24-4CE5-BDBA-7644E45DEC08}" type="presParOf" srcId="{C5AF5085-D68B-4315-A08E-1F0A3C4070F8}" destId="{82E64030-1918-40FB-BE49-57C1BA17403E}" srcOrd="1" destOrd="0" presId="urn:microsoft.com/office/officeart/2005/8/layout/hierarchy1"/>
    <dgm:cxn modelId="{98615E1A-1187-42C3-AAEF-7393454C28AA}" type="presParOf" srcId="{8E3F0AF7-341D-4380-85F5-3BF67E6EF9E0}" destId="{A00648BB-0686-4204-923F-8EB4C1AF5F19}" srcOrd="1" destOrd="0" presId="urn:microsoft.com/office/officeart/2005/8/layout/hierarchy1"/>
    <dgm:cxn modelId="{4F3E6F03-CE44-4550-A5CB-B03DE8E26D01}" type="presParOf" srcId="{ACB3706E-90AB-4AB4-B7B1-82084F7B1E71}" destId="{A0289C21-2AAE-4DC6-9140-EB5A76FCA86E}" srcOrd="1" destOrd="0" presId="urn:microsoft.com/office/officeart/2005/8/layout/hierarchy1"/>
    <dgm:cxn modelId="{10C3A68B-6FC9-4452-BC79-EC87F81C5DCB}" type="presParOf" srcId="{A0289C21-2AAE-4DC6-9140-EB5A76FCA86E}" destId="{B6C267D4-5146-4FB4-A5DA-EA4BF19AA955}" srcOrd="0" destOrd="0" presId="urn:microsoft.com/office/officeart/2005/8/layout/hierarchy1"/>
    <dgm:cxn modelId="{1A5E557B-626F-44E7-8CAE-004292D13AD2}" type="presParOf" srcId="{B6C267D4-5146-4FB4-A5DA-EA4BF19AA955}" destId="{F6D02BDF-B333-4F92-9354-4B77393317AC}" srcOrd="0" destOrd="0" presId="urn:microsoft.com/office/officeart/2005/8/layout/hierarchy1"/>
    <dgm:cxn modelId="{E66FC2F0-F2D3-4BB3-9A2C-237AD89679AE}" type="presParOf" srcId="{B6C267D4-5146-4FB4-A5DA-EA4BF19AA955}" destId="{4037B088-06BB-4762-BDB1-67820866C7E1}" srcOrd="1" destOrd="0" presId="urn:microsoft.com/office/officeart/2005/8/layout/hierarchy1"/>
    <dgm:cxn modelId="{8D99DE14-10AB-4894-B774-E37FC23AAE63}" type="presParOf" srcId="{A0289C21-2AAE-4DC6-9140-EB5A76FCA86E}" destId="{47FA0328-C2CF-4927-A11A-583CB1189F8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5E1B5FCD-0C3C-4BA1-9E02-0D320EF2AC6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296861-D918-41D8-BA81-27CF4FBED2A9}">
      <dgm:prSet/>
      <dgm:spPr/>
      <dgm:t>
        <a:bodyPr/>
        <a:lstStyle/>
        <a:p>
          <a:r>
            <a:rPr lang="en-US"/>
            <a:t>Incluye todos derecha.</a:t>
          </a:r>
        </a:p>
      </dgm:t>
    </dgm:pt>
    <dgm:pt modelId="{6F437A9F-5E3D-405D-A0B5-E6DE58436BFC}" type="parTrans" cxnId="{51F7B903-668B-4FDC-B49B-663E72A78770}">
      <dgm:prSet/>
      <dgm:spPr/>
      <dgm:t>
        <a:bodyPr/>
        <a:lstStyle/>
        <a:p>
          <a:endParaRPr lang="en-US"/>
        </a:p>
      </dgm:t>
    </dgm:pt>
    <dgm:pt modelId="{67345E9D-6F71-43CD-866A-5925C80D74F1}" type="sibTrans" cxnId="{51F7B903-668B-4FDC-B49B-663E72A78770}">
      <dgm:prSet/>
      <dgm:spPr/>
      <dgm:t>
        <a:bodyPr/>
        <a:lstStyle/>
        <a:p>
          <a:endParaRPr lang="en-US"/>
        </a:p>
      </dgm:t>
    </dgm:pt>
    <dgm:pt modelId="{F2FA4CA9-D4F6-4C66-B58E-D37C11205B6C}">
      <dgm:prSet/>
      <dgm:spPr/>
      <dgm:t>
        <a:bodyPr/>
        <a:lstStyle/>
        <a:p>
          <a:r>
            <a:rPr lang="en-US"/>
            <a:t>SELECT * FROM alumno a RIGHT JOIN curso c ON a.id=c.id_alumno;</a:t>
          </a:r>
        </a:p>
      </dgm:t>
    </dgm:pt>
    <dgm:pt modelId="{CC878AD7-0D5C-4DF1-A37B-7B7DAD53CA4F}" type="parTrans" cxnId="{5766A899-6272-46B5-92CF-648D196EF9F1}">
      <dgm:prSet/>
      <dgm:spPr/>
      <dgm:t>
        <a:bodyPr/>
        <a:lstStyle/>
        <a:p>
          <a:endParaRPr lang="en-US"/>
        </a:p>
      </dgm:t>
    </dgm:pt>
    <dgm:pt modelId="{01048032-08C6-42C2-AE3F-A3F4D4828A47}" type="sibTrans" cxnId="{5766A899-6272-46B5-92CF-648D196EF9F1}">
      <dgm:prSet/>
      <dgm:spPr/>
      <dgm:t>
        <a:bodyPr/>
        <a:lstStyle/>
        <a:p>
          <a:endParaRPr lang="en-US"/>
        </a:p>
      </dgm:t>
    </dgm:pt>
    <dgm:pt modelId="{3C660881-8D68-4E36-8525-07BD0E0F9AA7}" type="pres">
      <dgm:prSet presAssocID="{5E1B5FCD-0C3C-4BA1-9E02-0D320EF2AC6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3E1582A-5300-48B0-87DD-2ED32D1AF297}" type="pres">
      <dgm:prSet presAssocID="{BD296861-D918-41D8-BA81-27CF4FBED2A9}" presName="hierRoot1" presStyleCnt="0"/>
      <dgm:spPr/>
    </dgm:pt>
    <dgm:pt modelId="{58AF0498-251A-4C34-9A65-BE8021B51E6D}" type="pres">
      <dgm:prSet presAssocID="{BD296861-D918-41D8-BA81-27CF4FBED2A9}" presName="composite" presStyleCnt="0"/>
      <dgm:spPr/>
    </dgm:pt>
    <dgm:pt modelId="{3E3D8D6C-9EC2-42A7-A24B-95BA30FEAB94}" type="pres">
      <dgm:prSet presAssocID="{BD296861-D918-41D8-BA81-27CF4FBED2A9}" presName="background" presStyleLbl="node0" presStyleIdx="0" presStyleCnt="2"/>
      <dgm:spPr/>
    </dgm:pt>
    <dgm:pt modelId="{94C3A884-DC2C-4D00-A948-14B371A1CDFE}" type="pres">
      <dgm:prSet presAssocID="{BD296861-D918-41D8-BA81-27CF4FBED2A9}" presName="text" presStyleLbl="fgAcc0" presStyleIdx="0" presStyleCnt="2">
        <dgm:presLayoutVars>
          <dgm:chPref val="3"/>
        </dgm:presLayoutVars>
      </dgm:prSet>
      <dgm:spPr/>
    </dgm:pt>
    <dgm:pt modelId="{0C2181FE-A861-463E-8C00-A360F4037153}" type="pres">
      <dgm:prSet presAssocID="{BD296861-D918-41D8-BA81-27CF4FBED2A9}" presName="hierChild2" presStyleCnt="0"/>
      <dgm:spPr/>
    </dgm:pt>
    <dgm:pt modelId="{A294EDFB-6B6E-4268-84A9-BDA773316B36}" type="pres">
      <dgm:prSet presAssocID="{F2FA4CA9-D4F6-4C66-B58E-D37C11205B6C}" presName="hierRoot1" presStyleCnt="0"/>
      <dgm:spPr/>
    </dgm:pt>
    <dgm:pt modelId="{63CF34B2-206F-4363-ADA2-E9E4DE1CD7C8}" type="pres">
      <dgm:prSet presAssocID="{F2FA4CA9-D4F6-4C66-B58E-D37C11205B6C}" presName="composite" presStyleCnt="0"/>
      <dgm:spPr/>
    </dgm:pt>
    <dgm:pt modelId="{BCA3B51E-AFC4-4201-8FCF-9CF83EAD3776}" type="pres">
      <dgm:prSet presAssocID="{F2FA4CA9-D4F6-4C66-B58E-D37C11205B6C}" presName="background" presStyleLbl="node0" presStyleIdx="1" presStyleCnt="2"/>
      <dgm:spPr/>
    </dgm:pt>
    <dgm:pt modelId="{9961A0C0-6280-4EE1-AAB7-D3E183754F87}" type="pres">
      <dgm:prSet presAssocID="{F2FA4CA9-D4F6-4C66-B58E-D37C11205B6C}" presName="text" presStyleLbl="fgAcc0" presStyleIdx="1" presStyleCnt="2">
        <dgm:presLayoutVars>
          <dgm:chPref val="3"/>
        </dgm:presLayoutVars>
      </dgm:prSet>
      <dgm:spPr/>
    </dgm:pt>
    <dgm:pt modelId="{875206DC-37A3-4FAE-9C67-0538D85AA679}" type="pres">
      <dgm:prSet presAssocID="{F2FA4CA9-D4F6-4C66-B58E-D37C11205B6C}" presName="hierChild2" presStyleCnt="0"/>
      <dgm:spPr/>
    </dgm:pt>
  </dgm:ptLst>
  <dgm:cxnLst>
    <dgm:cxn modelId="{51F7B903-668B-4FDC-B49B-663E72A78770}" srcId="{5E1B5FCD-0C3C-4BA1-9E02-0D320EF2AC62}" destId="{BD296861-D918-41D8-BA81-27CF4FBED2A9}" srcOrd="0" destOrd="0" parTransId="{6F437A9F-5E3D-405D-A0B5-E6DE58436BFC}" sibTransId="{67345E9D-6F71-43CD-866A-5925C80D74F1}"/>
    <dgm:cxn modelId="{3CB4EF1D-AA78-41B3-9E3A-41D3E422BFDB}" type="presOf" srcId="{BD296861-D918-41D8-BA81-27CF4FBED2A9}" destId="{94C3A884-DC2C-4D00-A948-14B371A1CDFE}" srcOrd="0" destOrd="0" presId="urn:microsoft.com/office/officeart/2005/8/layout/hierarchy1"/>
    <dgm:cxn modelId="{C8E53F34-CD34-4532-9833-471EACB9182A}" type="presOf" srcId="{F2FA4CA9-D4F6-4C66-B58E-D37C11205B6C}" destId="{9961A0C0-6280-4EE1-AAB7-D3E183754F87}" srcOrd="0" destOrd="0" presId="urn:microsoft.com/office/officeart/2005/8/layout/hierarchy1"/>
    <dgm:cxn modelId="{20EEF87D-57A0-4A59-8ED2-EA1D354BFC9C}" type="presOf" srcId="{5E1B5FCD-0C3C-4BA1-9E02-0D320EF2AC62}" destId="{3C660881-8D68-4E36-8525-07BD0E0F9AA7}" srcOrd="0" destOrd="0" presId="urn:microsoft.com/office/officeart/2005/8/layout/hierarchy1"/>
    <dgm:cxn modelId="{5766A899-6272-46B5-92CF-648D196EF9F1}" srcId="{5E1B5FCD-0C3C-4BA1-9E02-0D320EF2AC62}" destId="{F2FA4CA9-D4F6-4C66-B58E-D37C11205B6C}" srcOrd="1" destOrd="0" parTransId="{CC878AD7-0D5C-4DF1-A37B-7B7DAD53CA4F}" sibTransId="{01048032-08C6-42C2-AE3F-A3F4D4828A47}"/>
    <dgm:cxn modelId="{875F8BF5-CF81-457C-BE96-42BD47F8ADCB}" type="presParOf" srcId="{3C660881-8D68-4E36-8525-07BD0E0F9AA7}" destId="{43E1582A-5300-48B0-87DD-2ED32D1AF297}" srcOrd="0" destOrd="0" presId="urn:microsoft.com/office/officeart/2005/8/layout/hierarchy1"/>
    <dgm:cxn modelId="{536E513F-DBF2-4B64-BB85-5D8C01CA9262}" type="presParOf" srcId="{43E1582A-5300-48B0-87DD-2ED32D1AF297}" destId="{58AF0498-251A-4C34-9A65-BE8021B51E6D}" srcOrd="0" destOrd="0" presId="urn:microsoft.com/office/officeart/2005/8/layout/hierarchy1"/>
    <dgm:cxn modelId="{4D7155C7-3356-470E-82C0-5162BF237FA1}" type="presParOf" srcId="{58AF0498-251A-4C34-9A65-BE8021B51E6D}" destId="{3E3D8D6C-9EC2-42A7-A24B-95BA30FEAB94}" srcOrd="0" destOrd="0" presId="urn:microsoft.com/office/officeart/2005/8/layout/hierarchy1"/>
    <dgm:cxn modelId="{B1A2B78F-C30E-4E62-8948-CB7F9F2C6BC6}" type="presParOf" srcId="{58AF0498-251A-4C34-9A65-BE8021B51E6D}" destId="{94C3A884-DC2C-4D00-A948-14B371A1CDFE}" srcOrd="1" destOrd="0" presId="urn:microsoft.com/office/officeart/2005/8/layout/hierarchy1"/>
    <dgm:cxn modelId="{DB2EDD13-5E87-4E3E-81AC-0BF5A2CA7891}" type="presParOf" srcId="{43E1582A-5300-48B0-87DD-2ED32D1AF297}" destId="{0C2181FE-A861-463E-8C00-A360F4037153}" srcOrd="1" destOrd="0" presId="urn:microsoft.com/office/officeart/2005/8/layout/hierarchy1"/>
    <dgm:cxn modelId="{197BB764-147B-4CD4-BD45-E5F34275BE2B}" type="presParOf" srcId="{3C660881-8D68-4E36-8525-07BD0E0F9AA7}" destId="{A294EDFB-6B6E-4268-84A9-BDA773316B36}" srcOrd="1" destOrd="0" presId="urn:microsoft.com/office/officeart/2005/8/layout/hierarchy1"/>
    <dgm:cxn modelId="{53818151-C963-41F2-8A54-1A666CB1DD41}" type="presParOf" srcId="{A294EDFB-6B6E-4268-84A9-BDA773316B36}" destId="{63CF34B2-206F-4363-ADA2-E9E4DE1CD7C8}" srcOrd="0" destOrd="0" presId="urn:microsoft.com/office/officeart/2005/8/layout/hierarchy1"/>
    <dgm:cxn modelId="{321C04B2-C7BF-4C23-9215-44E39E9AFCE0}" type="presParOf" srcId="{63CF34B2-206F-4363-ADA2-E9E4DE1CD7C8}" destId="{BCA3B51E-AFC4-4201-8FCF-9CF83EAD3776}" srcOrd="0" destOrd="0" presId="urn:microsoft.com/office/officeart/2005/8/layout/hierarchy1"/>
    <dgm:cxn modelId="{D298BC6F-76F3-4151-A637-521368689471}" type="presParOf" srcId="{63CF34B2-206F-4363-ADA2-E9E4DE1CD7C8}" destId="{9961A0C0-6280-4EE1-AAB7-D3E183754F87}" srcOrd="1" destOrd="0" presId="urn:microsoft.com/office/officeart/2005/8/layout/hierarchy1"/>
    <dgm:cxn modelId="{C0F972BB-2249-4BD8-B30E-707DFAFF65F1}" type="presParOf" srcId="{A294EDFB-6B6E-4268-84A9-BDA773316B36}" destId="{875206DC-37A3-4FAE-9C67-0538D85AA67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10E311FF-8ACD-49A3-A95C-AF291F1C0EF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DF36CE-7155-405D-8B40-CC2DEEFEC5C5}">
      <dgm:prSet/>
      <dgm:spPr/>
      <dgm:t>
        <a:bodyPr/>
        <a:lstStyle/>
        <a:p>
          <a:r>
            <a:rPr lang="en-US"/>
            <a:t>Consulta dentro de otra.</a:t>
          </a:r>
        </a:p>
      </dgm:t>
    </dgm:pt>
    <dgm:pt modelId="{9A907291-8B97-4C02-A910-D2D9AEFAE1B7}" type="parTrans" cxnId="{673D04CF-1311-4491-8643-BAC02FF9A5CC}">
      <dgm:prSet/>
      <dgm:spPr/>
      <dgm:t>
        <a:bodyPr/>
        <a:lstStyle/>
        <a:p>
          <a:endParaRPr lang="en-US"/>
        </a:p>
      </dgm:t>
    </dgm:pt>
    <dgm:pt modelId="{A380C1F6-5E01-41F1-ACFB-EF7D4169EC32}" type="sibTrans" cxnId="{673D04CF-1311-4491-8643-BAC02FF9A5CC}">
      <dgm:prSet/>
      <dgm:spPr/>
      <dgm:t>
        <a:bodyPr/>
        <a:lstStyle/>
        <a:p>
          <a:endParaRPr lang="en-US"/>
        </a:p>
      </dgm:t>
    </dgm:pt>
    <dgm:pt modelId="{28A6B2F7-9A95-4A3D-BAE9-2FDF06ACFE17}">
      <dgm:prSet/>
      <dgm:spPr/>
      <dgm:t>
        <a:bodyPr/>
        <a:lstStyle/>
        <a:p>
          <a:r>
            <a:rPr lang="en-US"/>
            <a:t>SELECT * FROM alumno WHERE id IN (SELECT id_alumno FROM curso);</a:t>
          </a:r>
        </a:p>
      </dgm:t>
    </dgm:pt>
    <dgm:pt modelId="{1DF484CF-A384-4705-A8E1-6461922804FE}" type="parTrans" cxnId="{2C87CFC4-D173-4D84-A232-3B608E5380C2}">
      <dgm:prSet/>
      <dgm:spPr/>
      <dgm:t>
        <a:bodyPr/>
        <a:lstStyle/>
        <a:p>
          <a:endParaRPr lang="en-US"/>
        </a:p>
      </dgm:t>
    </dgm:pt>
    <dgm:pt modelId="{4F084320-2038-4D91-A637-EA3CCBA5C768}" type="sibTrans" cxnId="{2C87CFC4-D173-4D84-A232-3B608E5380C2}">
      <dgm:prSet/>
      <dgm:spPr/>
      <dgm:t>
        <a:bodyPr/>
        <a:lstStyle/>
        <a:p>
          <a:endParaRPr lang="en-US"/>
        </a:p>
      </dgm:t>
    </dgm:pt>
    <dgm:pt modelId="{71B43AE7-D913-49B7-900D-54E16C3566B6}" type="pres">
      <dgm:prSet presAssocID="{10E311FF-8ACD-49A3-A95C-AF291F1C0EF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BA36B8-ABAA-4D4D-8161-D46CB1DEF5AF}" type="pres">
      <dgm:prSet presAssocID="{FEDF36CE-7155-405D-8B40-CC2DEEFEC5C5}" presName="hierRoot1" presStyleCnt="0"/>
      <dgm:spPr/>
    </dgm:pt>
    <dgm:pt modelId="{DAB7075B-7A6A-4479-85CA-75B5B15C3079}" type="pres">
      <dgm:prSet presAssocID="{FEDF36CE-7155-405D-8B40-CC2DEEFEC5C5}" presName="composite" presStyleCnt="0"/>
      <dgm:spPr/>
    </dgm:pt>
    <dgm:pt modelId="{7231B701-DD70-40CE-AC11-CCF8DD5D7C56}" type="pres">
      <dgm:prSet presAssocID="{FEDF36CE-7155-405D-8B40-CC2DEEFEC5C5}" presName="background" presStyleLbl="node0" presStyleIdx="0" presStyleCnt="2"/>
      <dgm:spPr/>
    </dgm:pt>
    <dgm:pt modelId="{406C98E7-AEDE-484E-A724-E3D1B641DB7D}" type="pres">
      <dgm:prSet presAssocID="{FEDF36CE-7155-405D-8B40-CC2DEEFEC5C5}" presName="text" presStyleLbl="fgAcc0" presStyleIdx="0" presStyleCnt="2">
        <dgm:presLayoutVars>
          <dgm:chPref val="3"/>
        </dgm:presLayoutVars>
      </dgm:prSet>
      <dgm:spPr/>
    </dgm:pt>
    <dgm:pt modelId="{9AE47B86-6AD9-4BC9-9C07-3F90A9E7732D}" type="pres">
      <dgm:prSet presAssocID="{FEDF36CE-7155-405D-8B40-CC2DEEFEC5C5}" presName="hierChild2" presStyleCnt="0"/>
      <dgm:spPr/>
    </dgm:pt>
    <dgm:pt modelId="{6711E46D-19D3-4B63-97DA-064559295EAE}" type="pres">
      <dgm:prSet presAssocID="{28A6B2F7-9A95-4A3D-BAE9-2FDF06ACFE17}" presName="hierRoot1" presStyleCnt="0"/>
      <dgm:spPr/>
    </dgm:pt>
    <dgm:pt modelId="{47D504F0-20B5-4D18-8C37-DF7A1F417B83}" type="pres">
      <dgm:prSet presAssocID="{28A6B2F7-9A95-4A3D-BAE9-2FDF06ACFE17}" presName="composite" presStyleCnt="0"/>
      <dgm:spPr/>
    </dgm:pt>
    <dgm:pt modelId="{E09BB133-38FA-449B-81CD-E1F5A027A82D}" type="pres">
      <dgm:prSet presAssocID="{28A6B2F7-9A95-4A3D-BAE9-2FDF06ACFE17}" presName="background" presStyleLbl="node0" presStyleIdx="1" presStyleCnt="2"/>
      <dgm:spPr/>
    </dgm:pt>
    <dgm:pt modelId="{F7FF51E0-E33E-431A-B3DE-483B61B26DB1}" type="pres">
      <dgm:prSet presAssocID="{28A6B2F7-9A95-4A3D-BAE9-2FDF06ACFE17}" presName="text" presStyleLbl="fgAcc0" presStyleIdx="1" presStyleCnt="2">
        <dgm:presLayoutVars>
          <dgm:chPref val="3"/>
        </dgm:presLayoutVars>
      </dgm:prSet>
      <dgm:spPr/>
    </dgm:pt>
    <dgm:pt modelId="{AAC992B4-86D2-406A-835D-C10DD2D2BACD}" type="pres">
      <dgm:prSet presAssocID="{28A6B2F7-9A95-4A3D-BAE9-2FDF06ACFE17}" presName="hierChild2" presStyleCnt="0"/>
      <dgm:spPr/>
    </dgm:pt>
  </dgm:ptLst>
  <dgm:cxnLst>
    <dgm:cxn modelId="{AF568619-2F47-4424-A30D-F38616D07E6E}" type="presOf" srcId="{FEDF36CE-7155-405D-8B40-CC2DEEFEC5C5}" destId="{406C98E7-AEDE-484E-A724-E3D1B641DB7D}" srcOrd="0" destOrd="0" presId="urn:microsoft.com/office/officeart/2005/8/layout/hierarchy1"/>
    <dgm:cxn modelId="{F61F33AA-F510-4B1D-9075-7A89E6BA0C04}" type="presOf" srcId="{10E311FF-8ACD-49A3-A95C-AF291F1C0EFD}" destId="{71B43AE7-D913-49B7-900D-54E16C3566B6}" srcOrd="0" destOrd="0" presId="urn:microsoft.com/office/officeart/2005/8/layout/hierarchy1"/>
    <dgm:cxn modelId="{2C87CFC4-D173-4D84-A232-3B608E5380C2}" srcId="{10E311FF-8ACD-49A3-A95C-AF291F1C0EFD}" destId="{28A6B2F7-9A95-4A3D-BAE9-2FDF06ACFE17}" srcOrd="1" destOrd="0" parTransId="{1DF484CF-A384-4705-A8E1-6461922804FE}" sibTransId="{4F084320-2038-4D91-A637-EA3CCBA5C768}"/>
    <dgm:cxn modelId="{673D04CF-1311-4491-8643-BAC02FF9A5CC}" srcId="{10E311FF-8ACD-49A3-A95C-AF291F1C0EFD}" destId="{FEDF36CE-7155-405D-8B40-CC2DEEFEC5C5}" srcOrd="0" destOrd="0" parTransId="{9A907291-8B97-4C02-A910-D2D9AEFAE1B7}" sibTransId="{A380C1F6-5E01-41F1-ACFB-EF7D4169EC32}"/>
    <dgm:cxn modelId="{C6A8F3F3-32A8-4EAC-87A5-3E099E9535C0}" type="presOf" srcId="{28A6B2F7-9A95-4A3D-BAE9-2FDF06ACFE17}" destId="{F7FF51E0-E33E-431A-B3DE-483B61B26DB1}" srcOrd="0" destOrd="0" presId="urn:microsoft.com/office/officeart/2005/8/layout/hierarchy1"/>
    <dgm:cxn modelId="{1AE1F45C-4C8E-4F7C-8792-9F8C6873AFF0}" type="presParOf" srcId="{71B43AE7-D913-49B7-900D-54E16C3566B6}" destId="{93BA36B8-ABAA-4D4D-8161-D46CB1DEF5AF}" srcOrd="0" destOrd="0" presId="urn:microsoft.com/office/officeart/2005/8/layout/hierarchy1"/>
    <dgm:cxn modelId="{F4A7AC8F-E42C-492D-B1E2-13F4C5C15EAC}" type="presParOf" srcId="{93BA36B8-ABAA-4D4D-8161-D46CB1DEF5AF}" destId="{DAB7075B-7A6A-4479-85CA-75B5B15C3079}" srcOrd="0" destOrd="0" presId="urn:microsoft.com/office/officeart/2005/8/layout/hierarchy1"/>
    <dgm:cxn modelId="{A296EB95-10E2-4E47-8F35-017DF0408854}" type="presParOf" srcId="{DAB7075B-7A6A-4479-85CA-75B5B15C3079}" destId="{7231B701-DD70-40CE-AC11-CCF8DD5D7C56}" srcOrd="0" destOrd="0" presId="urn:microsoft.com/office/officeart/2005/8/layout/hierarchy1"/>
    <dgm:cxn modelId="{83348D51-955E-4706-BA2B-8050A46AE0C4}" type="presParOf" srcId="{DAB7075B-7A6A-4479-85CA-75B5B15C3079}" destId="{406C98E7-AEDE-484E-A724-E3D1B641DB7D}" srcOrd="1" destOrd="0" presId="urn:microsoft.com/office/officeart/2005/8/layout/hierarchy1"/>
    <dgm:cxn modelId="{268361E8-799A-44D4-A508-5391D72129BB}" type="presParOf" srcId="{93BA36B8-ABAA-4D4D-8161-D46CB1DEF5AF}" destId="{9AE47B86-6AD9-4BC9-9C07-3F90A9E7732D}" srcOrd="1" destOrd="0" presId="urn:microsoft.com/office/officeart/2005/8/layout/hierarchy1"/>
    <dgm:cxn modelId="{AE872342-2E83-47DD-9E77-422CC5DF4457}" type="presParOf" srcId="{71B43AE7-D913-49B7-900D-54E16C3566B6}" destId="{6711E46D-19D3-4B63-97DA-064559295EAE}" srcOrd="1" destOrd="0" presId="urn:microsoft.com/office/officeart/2005/8/layout/hierarchy1"/>
    <dgm:cxn modelId="{607A947F-F2AD-4267-B503-E8F60EADF9FC}" type="presParOf" srcId="{6711E46D-19D3-4B63-97DA-064559295EAE}" destId="{47D504F0-20B5-4D18-8C37-DF7A1F417B83}" srcOrd="0" destOrd="0" presId="urn:microsoft.com/office/officeart/2005/8/layout/hierarchy1"/>
    <dgm:cxn modelId="{B6006DD3-E323-404F-B3E4-24D45B314120}" type="presParOf" srcId="{47D504F0-20B5-4D18-8C37-DF7A1F417B83}" destId="{E09BB133-38FA-449B-81CD-E1F5A027A82D}" srcOrd="0" destOrd="0" presId="urn:microsoft.com/office/officeart/2005/8/layout/hierarchy1"/>
    <dgm:cxn modelId="{E4059E94-A07D-4BC9-9ACD-031B00C3FEC3}" type="presParOf" srcId="{47D504F0-20B5-4D18-8C37-DF7A1F417B83}" destId="{F7FF51E0-E33E-431A-B3DE-483B61B26DB1}" srcOrd="1" destOrd="0" presId="urn:microsoft.com/office/officeart/2005/8/layout/hierarchy1"/>
    <dgm:cxn modelId="{052990A3-7A0E-4EE6-8E53-14964FA595B2}" type="presParOf" srcId="{6711E46D-19D3-4B63-97DA-064559295EAE}" destId="{AAC992B4-86D2-406A-835D-C10DD2D2BA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B4048E35-F204-44BF-B244-DE787F504B3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103BA86-2D8F-4400-A4CE-948031624F6A}">
      <dgm:prSet/>
      <dgm:spPr/>
      <dgm:t>
        <a:bodyPr/>
        <a:lstStyle/>
        <a:p>
          <a:r>
            <a:rPr lang="en-US"/>
            <a:t>Lista valores.</a:t>
          </a:r>
        </a:p>
      </dgm:t>
    </dgm:pt>
    <dgm:pt modelId="{E3897EFA-3AE4-4DA2-AE4F-7428942AD034}" type="parTrans" cxnId="{D605703C-CFF6-4FDC-A460-5952523FABA3}">
      <dgm:prSet/>
      <dgm:spPr/>
      <dgm:t>
        <a:bodyPr/>
        <a:lstStyle/>
        <a:p>
          <a:endParaRPr lang="en-US"/>
        </a:p>
      </dgm:t>
    </dgm:pt>
    <dgm:pt modelId="{E27FF546-CE24-4B31-866F-016F7C982AFB}" type="sibTrans" cxnId="{D605703C-CFF6-4FDC-A460-5952523FABA3}">
      <dgm:prSet/>
      <dgm:spPr/>
      <dgm:t>
        <a:bodyPr/>
        <a:lstStyle/>
        <a:p>
          <a:endParaRPr lang="en-US"/>
        </a:p>
      </dgm:t>
    </dgm:pt>
    <dgm:pt modelId="{FBFB018A-5D24-4DFA-BB67-A65A9CBC0A81}">
      <dgm:prSet/>
      <dgm:spPr/>
      <dgm:t>
        <a:bodyPr/>
        <a:lstStyle/>
        <a:p>
          <a:r>
            <a:rPr lang="en-US"/>
            <a:t>SELECT * FROM alumno WHERE edad IN (18,20);</a:t>
          </a:r>
        </a:p>
      </dgm:t>
    </dgm:pt>
    <dgm:pt modelId="{F74822EA-FB55-483F-9D1F-2FA329864147}" type="parTrans" cxnId="{B619055C-6687-40B2-B6F5-9EEEA0814DA5}">
      <dgm:prSet/>
      <dgm:spPr/>
      <dgm:t>
        <a:bodyPr/>
        <a:lstStyle/>
        <a:p>
          <a:endParaRPr lang="en-US"/>
        </a:p>
      </dgm:t>
    </dgm:pt>
    <dgm:pt modelId="{4AF2A3C1-0B04-4134-8787-4CC8FCC59299}" type="sibTrans" cxnId="{B619055C-6687-40B2-B6F5-9EEEA0814DA5}">
      <dgm:prSet/>
      <dgm:spPr/>
      <dgm:t>
        <a:bodyPr/>
        <a:lstStyle/>
        <a:p>
          <a:endParaRPr lang="en-US"/>
        </a:p>
      </dgm:t>
    </dgm:pt>
    <dgm:pt modelId="{7216941F-6BB3-4408-BC6C-80A610BBF448}" type="pres">
      <dgm:prSet presAssocID="{B4048E35-F204-44BF-B244-DE787F504B30}" presName="root" presStyleCnt="0">
        <dgm:presLayoutVars>
          <dgm:dir/>
          <dgm:resizeHandles val="exact"/>
        </dgm:presLayoutVars>
      </dgm:prSet>
      <dgm:spPr/>
    </dgm:pt>
    <dgm:pt modelId="{AA403C8E-EB44-4726-B568-48FE741AB0EE}" type="pres">
      <dgm:prSet presAssocID="{D103BA86-2D8F-4400-A4CE-948031624F6A}" presName="compNode" presStyleCnt="0"/>
      <dgm:spPr/>
    </dgm:pt>
    <dgm:pt modelId="{02A0017E-E4DE-46FA-958E-F2C6E49FD841}" type="pres">
      <dgm:prSet presAssocID="{D103BA86-2D8F-4400-A4CE-948031624F6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66A3EA96-1A7E-4FB5-9D9E-55D6243E348A}" type="pres">
      <dgm:prSet presAssocID="{D103BA86-2D8F-4400-A4CE-948031624F6A}" presName="spaceRect" presStyleCnt="0"/>
      <dgm:spPr/>
    </dgm:pt>
    <dgm:pt modelId="{20E570E6-7D3C-4C52-B61A-82E8928C77D7}" type="pres">
      <dgm:prSet presAssocID="{D103BA86-2D8F-4400-A4CE-948031624F6A}" presName="textRect" presStyleLbl="revTx" presStyleIdx="0" presStyleCnt="2">
        <dgm:presLayoutVars>
          <dgm:chMax val="1"/>
          <dgm:chPref val="1"/>
        </dgm:presLayoutVars>
      </dgm:prSet>
      <dgm:spPr/>
    </dgm:pt>
    <dgm:pt modelId="{EE24D3C8-A8F5-4610-8637-D58DA3B9700F}" type="pres">
      <dgm:prSet presAssocID="{E27FF546-CE24-4B31-866F-016F7C982AFB}" presName="sibTrans" presStyleCnt="0"/>
      <dgm:spPr/>
    </dgm:pt>
    <dgm:pt modelId="{A511794D-A13C-4439-920B-9862E230DA8D}" type="pres">
      <dgm:prSet presAssocID="{FBFB018A-5D24-4DFA-BB67-A65A9CBC0A81}" presName="compNode" presStyleCnt="0"/>
      <dgm:spPr/>
    </dgm:pt>
    <dgm:pt modelId="{C0DA8B03-CB8E-45F4-A11C-B80D53BD1041}" type="pres">
      <dgm:prSet presAssocID="{FBFB018A-5D24-4DFA-BB67-A65A9CBC0A8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598302E0-CC68-41B5-9CB6-3A0A1A879BF5}" type="pres">
      <dgm:prSet presAssocID="{FBFB018A-5D24-4DFA-BB67-A65A9CBC0A81}" presName="spaceRect" presStyleCnt="0"/>
      <dgm:spPr/>
    </dgm:pt>
    <dgm:pt modelId="{E60205EE-A5CB-47E0-BBCE-3D60FDFB818A}" type="pres">
      <dgm:prSet presAssocID="{FBFB018A-5D24-4DFA-BB67-A65A9CBC0A8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605703C-CFF6-4FDC-A460-5952523FABA3}" srcId="{B4048E35-F204-44BF-B244-DE787F504B30}" destId="{D103BA86-2D8F-4400-A4CE-948031624F6A}" srcOrd="0" destOrd="0" parTransId="{E3897EFA-3AE4-4DA2-AE4F-7428942AD034}" sibTransId="{E27FF546-CE24-4B31-866F-016F7C982AFB}"/>
    <dgm:cxn modelId="{B619055C-6687-40B2-B6F5-9EEEA0814DA5}" srcId="{B4048E35-F204-44BF-B244-DE787F504B30}" destId="{FBFB018A-5D24-4DFA-BB67-A65A9CBC0A81}" srcOrd="1" destOrd="0" parTransId="{F74822EA-FB55-483F-9D1F-2FA329864147}" sibTransId="{4AF2A3C1-0B04-4134-8787-4CC8FCC59299}"/>
    <dgm:cxn modelId="{6ADCE29C-51AB-4DB6-8503-EEA9BC10AF68}" type="presOf" srcId="{B4048E35-F204-44BF-B244-DE787F504B30}" destId="{7216941F-6BB3-4408-BC6C-80A610BBF448}" srcOrd="0" destOrd="0" presId="urn:microsoft.com/office/officeart/2018/2/layout/IconLabelList"/>
    <dgm:cxn modelId="{D2A369A6-5B7B-4CA8-BBC0-55A3F2A8D288}" type="presOf" srcId="{D103BA86-2D8F-4400-A4CE-948031624F6A}" destId="{20E570E6-7D3C-4C52-B61A-82E8928C77D7}" srcOrd="0" destOrd="0" presId="urn:microsoft.com/office/officeart/2018/2/layout/IconLabelList"/>
    <dgm:cxn modelId="{F55FCEF2-28D0-4727-835C-B0EE95B14A3D}" type="presOf" srcId="{FBFB018A-5D24-4DFA-BB67-A65A9CBC0A81}" destId="{E60205EE-A5CB-47E0-BBCE-3D60FDFB818A}" srcOrd="0" destOrd="0" presId="urn:microsoft.com/office/officeart/2018/2/layout/IconLabelList"/>
    <dgm:cxn modelId="{A2C788F1-DCCA-4326-BD89-5CFB7DD8479A}" type="presParOf" srcId="{7216941F-6BB3-4408-BC6C-80A610BBF448}" destId="{AA403C8E-EB44-4726-B568-48FE741AB0EE}" srcOrd="0" destOrd="0" presId="urn:microsoft.com/office/officeart/2018/2/layout/IconLabelList"/>
    <dgm:cxn modelId="{033E9FB1-F723-428E-88CE-DB15740C93AE}" type="presParOf" srcId="{AA403C8E-EB44-4726-B568-48FE741AB0EE}" destId="{02A0017E-E4DE-46FA-958E-F2C6E49FD841}" srcOrd="0" destOrd="0" presId="urn:microsoft.com/office/officeart/2018/2/layout/IconLabelList"/>
    <dgm:cxn modelId="{B7501951-4332-41FB-B5A3-E4D6DC6DBEE8}" type="presParOf" srcId="{AA403C8E-EB44-4726-B568-48FE741AB0EE}" destId="{66A3EA96-1A7E-4FB5-9D9E-55D6243E348A}" srcOrd="1" destOrd="0" presId="urn:microsoft.com/office/officeart/2018/2/layout/IconLabelList"/>
    <dgm:cxn modelId="{B1087352-20BC-4848-8CB8-0FF1E723B911}" type="presParOf" srcId="{AA403C8E-EB44-4726-B568-48FE741AB0EE}" destId="{20E570E6-7D3C-4C52-B61A-82E8928C77D7}" srcOrd="2" destOrd="0" presId="urn:microsoft.com/office/officeart/2018/2/layout/IconLabelList"/>
    <dgm:cxn modelId="{EDF29288-7409-4117-A08A-162D742AC8F4}" type="presParOf" srcId="{7216941F-6BB3-4408-BC6C-80A610BBF448}" destId="{EE24D3C8-A8F5-4610-8637-D58DA3B9700F}" srcOrd="1" destOrd="0" presId="urn:microsoft.com/office/officeart/2018/2/layout/IconLabelList"/>
    <dgm:cxn modelId="{F988687A-B412-4174-9A32-7D622A71732B}" type="presParOf" srcId="{7216941F-6BB3-4408-BC6C-80A610BBF448}" destId="{A511794D-A13C-4439-920B-9862E230DA8D}" srcOrd="2" destOrd="0" presId="urn:microsoft.com/office/officeart/2018/2/layout/IconLabelList"/>
    <dgm:cxn modelId="{96296AB2-B5EF-4485-9B05-AD8574B2E8DD}" type="presParOf" srcId="{A511794D-A13C-4439-920B-9862E230DA8D}" destId="{C0DA8B03-CB8E-45F4-A11C-B80D53BD1041}" srcOrd="0" destOrd="0" presId="urn:microsoft.com/office/officeart/2018/2/layout/IconLabelList"/>
    <dgm:cxn modelId="{E3712ECA-CE83-49C2-BF87-0554BFCFC26C}" type="presParOf" srcId="{A511794D-A13C-4439-920B-9862E230DA8D}" destId="{598302E0-CC68-41B5-9CB6-3A0A1A879BF5}" srcOrd="1" destOrd="0" presId="urn:microsoft.com/office/officeart/2018/2/layout/IconLabelList"/>
    <dgm:cxn modelId="{B495DB77-7090-453D-995B-41159425AB5F}" type="presParOf" srcId="{A511794D-A13C-4439-920B-9862E230DA8D}" destId="{E60205EE-A5CB-47E0-BBCE-3D60FDFB81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AAAC523A-8537-4342-B164-6317016D101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560837-E079-4B73-B961-BD2DD662C8F3}">
      <dgm:prSet/>
      <dgm:spPr/>
      <dgm:t>
        <a:bodyPr/>
        <a:lstStyle/>
        <a:p>
          <a:r>
            <a:rPr lang="en-US"/>
            <a:t>Excluye valores.</a:t>
          </a:r>
        </a:p>
      </dgm:t>
    </dgm:pt>
    <dgm:pt modelId="{5ABD4EF3-B697-4B81-AFCB-47B7FF6F0ADF}" type="parTrans" cxnId="{45B35F24-B646-4DB2-A3C6-7C9962A6AE07}">
      <dgm:prSet/>
      <dgm:spPr/>
      <dgm:t>
        <a:bodyPr/>
        <a:lstStyle/>
        <a:p>
          <a:endParaRPr lang="en-US"/>
        </a:p>
      </dgm:t>
    </dgm:pt>
    <dgm:pt modelId="{7AC6F151-99F1-458B-A6DB-CEB29DF95A91}" type="sibTrans" cxnId="{45B35F24-B646-4DB2-A3C6-7C9962A6AE07}">
      <dgm:prSet/>
      <dgm:spPr/>
      <dgm:t>
        <a:bodyPr/>
        <a:lstStyle/>
        <a:p>
          <a:endParaRPr lang="en-US"/>
        </a:p>
      </dgm:t>
    </dgm:pt>
    <dgm:pt modelId="{48A69B3D-3D5F-4170-BF53-D36E39F99599}">
      <dgm:prSet/>
      <dgm:spPr/>
      <dgm:t>
        <a:bodyPr/>
        <a:lstStyle/>
        <a:p>
          <a:r>
            <a:rPr lang="en-US"/>
            <a:t>SELECT * FROM alumno WHERE edad NOT IN (18,20);</a:t>
          </a:r>
        </a:p>
      </dgm:t>
    </dgm:pt>
    <dgm:pt modelId="{90945AFB-2D4A-485D-85BD-4033C173B8E3}" type="parTrans" cxnId="{8777EF17-E112-42FB-81EF-AFC936EF0B9F}">
      <dgm:prSet/>
      <dgm:spPr/>
      <dgm:t>
        <a:bodyPr/>
        <a:lstStyle/>
        <a:p>
          <a:endParaRPr lang="en-US"/>
        </a:p>
      </dgm:t>
    </dgm:pt>
    <dgm:pt modelId="{D413B080-74A7-45A4-99CC-1002A883F4A4}" type="sibTrans" cxnId="{8777EF17-E112-42FB-81EF-AFC936EF0B9F}">
      <dgm:prSet/>
      <dgm:spPr/>
      <dgm:t>
        <a:bodyPr/>
        <a:lstStyle/>
        <a:p>
          <a:endParaRPr lang="en-US"/>
        </a:p>
      </dgm:t>
    </dgm:pt>
    <dgm:pt modelId="{69530DD8-5558-45D6-A395-B4465C805AF5}" type="pres">
      <dgm:prSet presAssocID="{AAAC523A-8537-4342-B164-6317016D1017}" presName="linear" presStyleCnt="0">
        <dgm:presLayoutVars>
          <dgm:animLvl val="lvl"/>
          <dgm:resizeHandles val="exact"/>
        </dgm:presLayoutVars>
      </dgm:prSet>
      <dgm:spPr/>
    </dgm:pt>
    <dgm:pt modelId="{259A4EC2-9337-44DF-A2E4-746911DCE56D}" type="pres">
      <dgm:prSet presAssocID="{E0560837-E079-4B73-B961-BD2DD662C8F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2E1959-D4B7-4E09-B838-AD8B3FBD8572}" type="pres">
      <dgm:prSet presAssocID="{7AC6F151-99F1-458B-A6DB-CEB29DF95A91}" presName="spacer" presStyleCnt="0"/>
      <dgm:spPr/>
    </dgm:pt>
    <dgm:pt modelId="{ECDB2599-5406-402B-B20C-86A89887D942}" type="pres">
      <dgm:prSet presAssocID="{48A69B3D-3D5F-4170-BF53-D36E39F9959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777EF17-E112-42FB-81EF-AFC936EF0B9F}" srcId="{AAAC523A-8537-4342-B164-6317016D1017}" destId="{48A69B3D-3D5F-4170-BF53-D36E39F99599}" srcOrd="1" destOrd="0" parTransId="{90945AFB-2D4A-485D-85BD-4033C173B8E3}" sibTransId="{D413B080-74A7-45A4-99CC-1002A883F4A4}"/>
    <dgm:cxn modelId="{45B35F24-B646-4DB2-A3C6-7C9962A6AE07}" srcId="{AAAC523A-8537-4342-B164-6317016D1017}" destId="{E0560837-E079-4B73-B961-BD2DD662C8F3}" srcOrd="0" destOrd="0" parTransId="{5ABD4EF3-B697-4B81-AFCB-47B7FF6F0ADF}" sibTransId="{7AC6F151-99F1-458B-A6DB-CEB29DF95A91}"/>
    <dgm:cxn modelId="{6E0DC942-0DAE-4CD1-AFA5-C39377B82862}" type="presOf" srcId="{AAAC523A-8537-4342-B164-6317016D1017}" destId="{69530DD8-5558-45D6-A395-B4465C805AF5}" srcOrd="0" destOrd="0" presId="urn:microsoft.com/office/officeart/2005/8/layout/vList2"/>
    <dgm:cxn modelId="{4C627692-3DEE-46CB-97DA-97CC3BA311BA}" type="presOf" srcId="{48A69B3D-3D5F-4170-BF53-D36E39F99599}" destId="{ECDB2599-5406-402B-B20C-86A89887D942}" srcOrd="0" destOrd="0" presId="urn:microsoft.com/office/officeart/2005/8/layout/vList2"/>
    <dgm:cxn modelId="{B213EBCF-3A95-4289-9831-99371D2CCF6C}" type="presOf" srcId="{E0560837-E079-4B73-B961-BD2DD662C8F3}" destId="{259A4EC2-9337-44DF-A2E4-746911DCE56D}" srcOrd="0" destOrd="0" presId="urn:microsoft.com/office/officeart/2005/8/layout/vList2"/>
    <dgm:cxn modelId="{839757F5-6ABC-4C57-93E7-EE0C4FC63C9D}" type="presParOf" srcId="{69530DD8-5558-45D6-A395-B4465C805AF5}" destId="{259A4EC2-9337-44DF-A2E4-746911DCE56D}" srcOrd="0" destOrd="0" presId="urn:microsoft.com/office/officeart/2005/8/layout/vList2"/>
    <dgm:cxn modelId="{8642C0C8-7655-4073-AB48-A868D629211B}" type="presParOf" srcId="{69530DD8-5558-45D6-A395-B4465C805AF5}" destId="{032E1959-D4B7-4E09-B838-AD8B3FBD8572}" srcOrd="1" destOrd="0" presId="urn:microsoft.com/office/officeart/2005/8/layout/vList2"/>
    <dgm:cxn modelId="{DC98AABC-52D4-4E38-BF9E-94ED11A0E474}" type="presParOf" srcId="{69530DD8-5558-45D6-A395-B4465C805AF5}" destId="{ECDB2599-5406-402B-B20C-86A89887D94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B8311A77-18F4-450C-AE51-A1041E913AA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D78CFB-5565-45B7-9843-4831F64D7499}">
      <dgm:prSet/>
      <dgm:spPr/>
      <dgm:t>
        <a:bodyPr/>
        <a:lstStyle/>
        <a:p>
          <a:r>
            <a:rPr lang="en-US"/>
            <a:t>Valores nulos.</a:t>
          </a:r>
        </a:p>
      </dgm:t>
    </dgm:pt>
    <dgm:pt modelId="{FA2264EE-C776-4836-83A0-F41C5E9817D1}" type="parTrans" cxnId="{AFEEFE1A-D1DB-4297-AAB0-18258A93B6A3}">
      <dgm:prSet/>
      <dgm:spPr/>
      <dgm:t>
        <a:bodyPr/>
        <a:lstStyle/>
        <a:p>
          <a:endParaRPr lang="en-US"/>
        </a:p>
      </dgm:t>
    </dgm:pt>
    <dgm:pt modelId="{28E0B942-366A-4A05-8116-DEB3B7ACC984}" type="sibTrans" cxnId="{AFEEFE1A-D1DB-4297-AAB0-18258A93B6A3}">
      <dgm:prSet/>
      <dgm:spPr/>
      <dgm:t>
        <a:bodyPr/>
        <a:lstStyle/>
        <a:p>
          <a:endParaRPr lang="en-US"/>
        </a:p>
      </dgm:t>
    </dgm:pt>
    <dgm:pt modelId="{B387A51A-3381-4495-BDA3-851878DE55B3}">
      <dgm:prSet/>
      <dgm:spPr/>
      <dgm:t>
        <a:bodyPr/>
        <a:lstStyle/>
        <a:p>
          <a:r>
            <a:rPr lang="en-US"/>
            <a:t>SELECT * FROM alumno WHERE email IS NULL;</a:t>
          </a:r>
        </a:p>
      </dgm:t>
    </dgm:pt>
    <dgm:pt modelId="{519328F9-6EFB-4052-BEF3-7A0DD248E669}" type="parTrans" cxnId="{AD6AD52A-F210-4A34-AAEA-AB5C356E5E1F}">
      <dgm:prSet/>
      <dgm:spPr/>
      <dgm:t>
        <a:bodyPr/>
        <a:lstStyle/>
        <a:p>
          <a:endParaRPr lang="en-US"/>
        </a:p>
      </dgm:t>
    </dgm:pt>
    <dgm:pt modelId="{2FDE3F94-98E4-4730-804C-D3423EB33C5A}" type="sibTrans" cxnId="{AD6AD52A-F210-4A34-AAEA-AB5C356E5E1F}">
      <dgm:prSet/>
      <dgm:spPr/>
      <dgm:t>
        <a:bodyPr/>
        <a:lstStyle/>
        <a:p>
          <a:endParaRPr lang="en-US"/>
        </a:p>
      </dgm:t>
    </dgm:pt>
    <dgm:pt modelId="{495C5570-CF7B-4D27-9AE0-2E7E91301CD3}" type="pres">
      <dgm:prSet presAssocID="{B8311A77-18F4-450C-AE51-A1041E913AA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6F316EC-3C91-4520-BF76-B5BD71008189}" type="pres">
      <dgm:prSet presAssocID="{11D78CFB-5565-45B7-9843-4831F64D7499}" presName="hierRoot1" presStyleCnt="0"/>
      <dgm:spPr/>
    </dgm:pt>
    <dgm:pt modelId="{81A56C9E-3E53-4E35-A3F3-665D6FBB2BE0}" type="pres">
      <dgm:prSet presAssocID="{11D78CFB-5565-45B7-9843-4831F64D7499}" presName="composite" presStyleCnt="0"/>
      <dgm:spPr/>
    </dgm:pt>
    <dgm:pt modelId="{94B1BC23-B1BF-46C2-80A1-BA01B5388384}" type="pres">
      <dgm:prSet presAssocID="{11D78CFB-5565-45B7-9843-4831F64D7499}" presName="background" presStyleLbl="node0" presStyleIdx="0" presStyleCnt="2"/>
      <dgm:spPr/>
    </dgm:pt>
    <dgm:pt modelId="{2E1D2B9C-9602-45FB-9A52-7C211722BF60}" type="pres">
      <dgm:prSet presAssocID="{11D78CFB-5565-45B7-9843-4831F64D7499}" presName="text" presStyleLbl="fgAcc0" presStyleIdx="0" presStyleCnt="2">
        <dgm:presLayoutVars>
          <dgm:chPref val="3"/>
        </dgm:presLayoutVars>
      </dgm:prSet>
      <dgm:spPr/>
    </dgm:pt>
    <dgm:pt modelId="{FB87969C-F2FC-4EE8-99F8-A1B8E61D2530}" type="pres">
      <dgm:prSet presAssocID="{11D78CFB-5565-45B7-9843-4831F64D7499}" presName="hierChild2" presStyleCnt="0"/>
      <dgm:spPr/>
    </dgm:pt>
    <dgm:pt modelId="{6B6A593B-6A81-49C3-8810-8222529226A3}" type="pres">
      <dgm:prSet presAssocID="{B387A51A-3381-4495-BDA3-851878DE55B3}" presName="hierRoot1" presStyleCnt="0"/>
      <dgm:spPr/>
    </dgm:pt>
    <dgm:pt modelId="{A4FDE566-760B-48D0-9A2B-8E4146C4CFD1}" type="pres">
      <dgm:prSet presAssocID="{B387A51A-3381-4495-BDA3-851878DE55B3}" presName="composite" presStyleCnt="0"/>
      <dgm:spPr/>
    </dgm:pt>
    <dgm:pt modelId="{CE0E1FF7-D2A7-4F9A-A68D-4ACDD674702E}" type="pres">
      <dgm:prSet presAssocID="{B387A51A-3381-4495-BDA3-851878DE55B3}" presName="background" presStyleLbl="node0" presStyleIdx="1" presStyleCnt="2"/>
      <dgm:spPr/>
    </dgm:pt>
    <dgm:pt modelId="{8172EB24-B9EB-4DAC-8371-CD34EF0E2871}" type="pres">
      <dgm:prSet presAssocID="{B387A51A-3381-4495-BDA3-851878DE55B3}" presName="text" presStyleLbl="fgAcc0" presStyleIdx="1" presStyleCnt="2">
        <dgm:presLayoutVars>
          <dgm:chPref val="3"/>
        </dgm:presLayoutVars>
      </dgm:prSet>
      <dgm:spPr/>
    </dgm:pt>
    <dgm:pt modelId="{40E37AC6-310D-4573-B995-94C125B066C3}" type="pres">
      <dgm:prSet presAssocID="{B387A51A-3381-4495-BDA3-851878DE55B3}" presName="hierChild2" presStyleCnt="0"/>
      <dgm:spPr/>
    </dgm:pt>
  </dgm:ptLst>
  <dgm:cxnLst>
    <dgm:cxn modelId="{11EEDA08-9E2E-48C8-8059-6408B14AE2D4}" type="presOf" srcId="{B8311A77-18F4-450C-AE51-A1041E913AAD}" destId="{495C5570-CF7B-4D27-9AE0-2E7E91301CD3}" srcOrd="0" destOrd="0" presId="urn:microsoft.com/office/officeart/2005/8/layout/hierarchy1"/>
    <dgm:cxn modelId="{AFEEFE1A-D1DB-4297-AAB0-18258A93B6A3}" srcId="{B8311A77-18F4-450C-AE51-A1041E913AAD}" destId="{11D78CFB-5565-45B7-9843-4831F64D7499}" srcOrd="0" destOrd="0" parTransId="{FA2264EE-C776-4836-83A0-F41C5E9817D1}" sibTransId="{28E0B942-366A-4A05-8116-DEB3B7ACC984}"/>
    <dgm:cxn modelId="{59796B22-FE08-445D-AF93-2DF2410A1D6A}" type="presOf" srcId="{11D78CFB-5565-45B7-9843-4831F64D7499}" destId="{2E1D2B9C-9602-45FB-9A52-7C211722BF60}" srcOrd="0" destOrd="0" presId="urn:microsoft.com/office/officeart/2005/8/layout/hierarchy1"/>
    <dgm:cxn modelId="{AD6AD52A-F210-4A34-AAEA-AB5C356E5E1F}" srcId="{B8311A77-18F4-450C-AE51-A1041E913AAD}" destId="{B387A51A-3381-4495-BDA3-851878DE55B3}" srcOrd="1" destOrd="0" parTransId="{519328F9-6EFB-4052-BEF3-7A0DD248E669}" sibTransId="{2FDE3F94-98E4-4730-804C-D3423EB33C5A}"/>
    <dgm:cxn modelId="{F7FC7949-BB12-4876-8967-3C5E0B46DDAC}" type="presOf" srcId="{B387A51A-3381-4495-BDA3-851878DE55B3}" destId="{8172EB24-B9EB-4DAC-8371-CD34EF0E2871}" srcOrd="0" destOrd="0" presId="urn:microsoft.com/office/officeart/2005/8/layout/hierarchy1"/>
    <dgm:cxn modelId="{5947BED5-3CD9-4696-8655-E90F0533CA33}" type="presParOf" srcId="{495C5570-CF7B-4D27-9AE0-2E7E91301CD3}" destId="{F6F316EC-3C91-4520-BF76-B5BD71008189}" srcOrd="0" destOrd="0" presId="urn:microsoft.com/office/officeart/2005/8/layout/hierarchy1"/>
    <dgm:cxn modelId="{23FC2B41-8051-43A7-BF16-14EBA461513A}" type="presParOf" srcId="{F6F316EC-3C91-4520-BF76-B5BD71008189}" destId="{81A56C9E-3E53-4E35-A3F3-665D6FBB2BE0}" srcOrd="0" destOrd="0" presId="urn:microsoft.com/office/officeart/2005/8/layout/hierarchy1"/>
    <dgm:cxn modelId="{D137628D-9516-444B-83A0-A32AFF5E502F}" type="presParOf" srcId="{81A56C9E-3E53-4E35-A3F3-665D6FBB2BE0}" destId="{94B1BC23-B1BF-46C2-80A1-BA01B5388384}" srcOrd="0" destOrd="0" presId="urn:microsoft.com/office/officeart/2005/8/layout/hierarchy1"/>
    <dgm:cxn modelId="{BD8E648C-F902-4CB1-903E-8FD6D8FD0193}" type="presParOf" srcId="{81A56C9E-3E53-4E35-A3F3-665D6FBB2BE0}" destId="{2E1D2B9C-9602-45FB-9A52-7C211722BF60}" srcOrd="1" destOrd="0" presId="urn:microsoft.com/office/officeart/2005/8/layout/hierarchy1"/>
    <dgm:cxn modelId="{37BC9489-84B5-4F0A-BE32-1797677EED13}" type="presParOf" srcId="{F6F316EC-3C91-4520-BF76-B5BD71008189}" destId="{FB87969C-F2FC-4EE8-99F8-A1B8E61D2530}" srcOrd="1" destOrd="0" presId="urn:microsoft.com/office/officeart/2005/8/layout/hierarchy1"/>
    <dgm:cxn modelId="{F48721CD-62AA-4031-A5F4-8C05F74D429D}" type="presParOf" srcId="{495C5570-CF7B-4D27-9AE0-2E7E91301CD3}" destId="{6B6A593B-6A81-49C3-8810-8222529226A3}" srcOrd="1" destOrd="0" presId="urn:microsoft.com/office/officeart/2005/8/layout/hierarchy1"/>
    <dgm:cxn modelId="{D731215C-E53F-4F97-A0AF-EE04E6AA0C65}" type="presParOf" srcId="{6B6A593B-6A81-49C3-8810-8222529226A3}" destId="{A4FDE566-760B-48D0-9A2B-8E4146C4CFD1}" srcOrd="0" destOrd="0" presId="urn:microsoft.com/office/officeart/2005/8/layout/hierarchy1"/>
    <dgm:cxn modelId="{F7DD31EB-7EC2-4C57-A818-A168531FCBF1}" type="presParOf" srcId="{A4FDE566-760B-48D0-9A2B-8E4146C4CFD1}" destId="{CE0E1FF7-D2A7-4F9A-A68D-4ACDD674702E}" srcOrd="0" destOrd="0" presId="urn:microsoft.com/office/officeart/2005/8/layout/hierarchy1"/>
    <dgm:cxn modelId="{CAD718D0-1AA0-4A05-A2D3-F83E85756214}" type="presParOf" srcId="{A4FDE566-760B-48D0-9A2B-8E4146C4CFD1}" destId="{8172EB24-B9EB-4DAC-8371-CD34EF0E2871}" srcOrd="1" destOrd="0" presId="urn:microsoft.com/office/officeart/2005/8/layout/hierarchy1"/>
    <dgm:cxn modelId="{92C1C667-C4D0-476F-AF9B-20A1F74CA47B}" type="presParOf" srcId="{6B6A593B-6A81-49C3-8810-8222529226A3}" destId="{40E37AC6-310D-4573-B995-94C125B066C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F1AC38FB-A216-415D-A877-D9E15CECBAD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443FC9D-BBFF-41D6-80CB-396B87269A51}">
      <dgm:prSet/>
      <dgm:spPr/>
      <dgm:t>
        <a:bodyPr/>
        <a:lstStyle/>
        <a:p>
          <a:r>
            <a:rPr lang="en-US"/>
            <a:t>No nulos.</a:t>
          </a:r>
        </a:p>
      </dgm:t>
    </dgm:pt>
    <dgm:pt modelId="{62F93DA9-5555-45F7-BFFE-6B988146288C}" type="parTrans" cxnId="{72A09513-DE2F-40DC-B513-52665804EB08}">
      <dgm:prSet/>
      <dgm:spPr/>
      <dgm:t>
        <a:bodyPr/>
        <a:lstStyle/>
        <a:p>
          <a:endParaRPr lang="en-US"/>
        </a:p>
      </dgm:t>
    </dgm:pt>
    <dgm:pt modelId="{31B00733-F7A2-4284-BB8F-0A45CD81FB66}" type="sibTrans" cxnId="{72A09513-DE2F-40DC-B513-52665804EB08}">
      <dgm:prSet/>
      <dgm:spPr/>
      <dgm:t>
        <a:bodyPr/>
        <a:lstStyle/>
        <a:p>
          <a:endParaRPr lang="en-US"/>
        </a:p>
      </dgm:t>
    </dgm:pt>
    <dgm:pt modelId="{D119B14F-BACC-47A3-9857-637EE4383299}">
      <dgm:prSet/>
      <dgm:spPr/>
      <dgm:t>
        <a:bodyPr/>
        <a:lstStyle/>
        <a:p>
          <a:r>
            <a:rPr lang="en-US"/>
            <a:t>SELECT * FROM alumno WHERE email IS NOT NULL;</a:t>
          </a:r>
        </a:p>
      </dgm:t>
    </dgm:pt>
    <dgm:pt modelId="{3171BB49-5071-4023-A9E8-22937874C0D7}" type="parTrans" cxnId="{87B5C164-E321-4CE6-A643-932C087422A3}">
      <dgm:prSet/>
      <dgm:spPr/>
      <dgm:t>
        <a:bodyPr/>
        <a:lstStyle/>
        <a:p>
          <a:endParaRPr lang="en-US"/>
        </a:p>
      </dgm:t>
    </dgm:pt>
    <dgm:pt modelId="{9E51E983-2B03-4D38-97B1-5A2EAC9D337B}" type="sibTrans" cxnId="{87B5C164-E321-4CE6-A643-932C087422A3}">
      <dgm:prSet/>
      <dgm:spPr/>
      <dgm:t>
        <a:bodyPr/>
        <a:lstStyle/>
        <a:p>
          <a:endParaRPr lang="en-US"/>
        </a:p>
      </dgm:t>
    </dgm:pt>
    <dgm:pt modelId="{91391FA4-3B22-444E-BDDC-FB821F1228CD}" type="pres">
      <dgm:prSet presAssocID="{F1AC38FB-A216-415D-A877-D9E15CECBAD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02F8C7D-8FC8-4903-82F9-9FD2C0872D04}" type="pres">
      <dgm:prSet presAssocID="{4443FC9D-BBFF-41D6-80CB-396B87269A51}" presName="hierRoot1" presStyleCnt="0"/>
      <dgm:spPr/>
    </dgm:pt>
    <dgm:pt modelId="{11C5422A-19A7-45BB-A42A-0A90C8074990}" type="pres">
      <dgm:prSet presAssocID="{4443FC9D-BBFF-41D6-80CB-396B87269A51}" presName="composite" presStyleCnt="0"/>
      <dgm:spPr/>
    </dgm:pt>
    <dgm:pt modelId="{4294E911-31BE-4B72-9889-CDFB8277FF24}" type="pres">
      <dgm:prSet presAssocID="{4443FC9D-BBFF-41D6-80CB-396B87269A51}" presName="background" presStyleLbl="node0" presStyleIdx="0" presStyleCnt="2"/>
      <dgm:spPr/>
    </dgm:pt>
    <dgm:pt modelId="{A109D44B-19FB-4696-858B-B4E3EA505BEC}" type="pres">
      <dgm:prSet presAssocID="{4443FC9D-BBFF-41D6-80CB-396B87269A51}" presName="text" presStyleLbl="fgAcc0" presStyleIdx="0" presStyleCnt="2">
        <dgm:presLayoutVars>
          <dgm:chPref val="3"/>
        </dgm:presLayoutVars>
      </dgm:prSet>
      <dgm:spPr/>
    </dgm:pt>
    <dgm:pt modelId="{0442C0FA-953F-4C45-8F65-013A359C35BC}" type="pres">
      <dgm:prSet presAssocID="{4443FC9D-BBFF-41D6-80CB-396B87269A51}" presName="hierChild2" presStyleCnt="0"/>
      <dgm:spPr/>
    </dgm:pt>
    <dgm:pt modelId="{3166FA78-F3F4-4E9B-A244-FD1632E42E37}" type="pres">
      <dgm:prSet presAssocID="{D119B14F-BACC-47A3-9857-637EE4383299}" presName="hierRoot1" presStyleCnt="0"/>
      <dgm:spPr/>
    </dgm:pt>
    <dgm:pt modelId="{CA1A33C6-2C7C-43A4-91A6-DE985FAE7FCC}" type="pres">
      <dgm:prSet presAssocID="{D119B14F-BACC-47A3-9857-637EE4383299}" presName="composite" presStyleCnt="0"/>
      <dgm:spPr/>
    </dgm:pt>
    <dgm:pt modelId="{AF719BF2-DB57-454C-B3B2-F5F7F179EBFD}" type="pres">
      <dgm:prSet presAssocID="{D119B14F-BACC-47A3-9857-637EE4383299}" presName="background" presStyleLbl="node0" presStyleIdx="1" presStyleCnt="2"/>
      <dgm:spPr/>
    </dgm:pt>
    <dgm:pt modelId="{5781B6AE-954E-4BA6-8D11-86E3DA87E683}" type="pres">
      <dgm:prSet presAssocID="{D119B14F-BACC-47A3-9857-637EE4383299}" presName="text" presStyleLbl="fgAcc0" presStyleIdx="1" presStyleCnt="2">
        <dgm:presLayoutVars>
          <dgm:chPref val="3"/>
        </dgm:presLayoutVars>
      </dgm:prSet>
      <dgm:spPr/>
    </dgm:pt>
    <dgm:pt modelId="{5477CC64-DFFA-4766-B59C-7A180699F94A}" type="pres">
      <dgm:prSet presAssocID="{D119B14F-BACC-47A3-9857-637EE4383299}" presName="hierChild2" presStyleCnt="0"/>
      <dgm:spPr/>
    </dgm:pt>
  </dgm:ptLst>
  <dgm:cxnLst>
    <dgm:cxn modelId="{1CE4660E-4957-49E1-BD1D-3F2C0C6A2511}" type="presOf" srcId="{4443FC9D-BBFF-41D6-80CB-396B87269A51}" destId="{A109D44B-19FB-4696-858B-B4E3EA505BEC}" srcOrd="0" destOrd="0" presId="urn:microsoft.com/office/officeart/2005/8/layout/hierarchy1"/>
    <dgm:cxn modelId="{72A09513-DE2F-40DC-B513-52665804EB08}" srcId="{F1AC38FB-A216-415D-A877-D9E15CECBADC}" destId="{4443FC9D-BBFF-41D6-80CB-396B87269A51}" srcOrd="0" destOrd="0" parTransId="{62F93DA9-5555-45F7-BFFE-6B988146288C}" sibTransId="{31B00733-F7A2-4284-BB8F-0A45CD81FB66}"/>
    <dgm:cxn modelId="{87B5C164-E321-4CE6-A643-932C087422A3}" srcId="{F1AC38FB-A216-415D-A877-D9E15CECBADC}" destId="{D119B14F-BACC-47A3-9857-637EE4383299}" srcOrd="1" destOrd="0" parTransId="{3171BB49-5071-4023-A9E8-22937874C0D7}" sibTransId="{9E51E983-2B03-4D38-97B1-5A2EAC9D337B}"/>
    <dgm:cxn modelId="{E058287F-1EF1-4DD0-9CC8-B9CE5DF31298}" type="presOf" srcId="{F1AC38FB-A216-415D-A877-D9E15CECBADC}" destId="{91391FA4-3B22-444E-BDDC-FB821F1228CD}" srcOrd="0" destOrd="0" presId="urn:microsoft.com/office/officeart/2005/8/layout/hierarchy1"/>
    <dgm:cxn modelId="{C7F357AC-4188-4682-8D60-29D08236A2CD}" type="presOf" srcId="{D119B14F-BACC-47A3-9857-637EE4383299}" destId="{5781B6AE-954E-4BA6-8D11-86E3DA87E683}" srcOrd="0" destOrd="0" presId="urn:microsoft.com/office/officeart/2005/8/layout/hierarchy1"/>
    <dgm:cxn modelId="{390EFD3F-5679-4CB2-AF33-3276C3BE946E}" type="presParOf" srcId="{91391FA4-3B22-444E-BDDC-FB821F1228CD}" destId="{502F8C7D-8FC8-4903-82F9-9FD2C0872D04}" srcOrd="0" destOrd="0" presId="urn:microsoft.com/office/officeart/2005/8/layout/hierarchy1"/>
    <dgm:cxn modelId="{8118E61D-9786-4DE4-982B-41089A43D73F}" type="presParOf" srcId="{502F8C7D-8FC8-4903-82F9-9FD2C0872D04}" destId="{11C5422A-19A7-45BB-A42A-0A90C8074990}" srcOrd="0" destOrd="0" presId="urn:microsoft.com/office/officeart/2005/8/layout/hierarchy1"/>
    <dgm:cxn modelId="{4AFCF0C1-7750-4C75-A0A0-1E876769DAE4}" type="presParOf" srcId="{11C5422A-19A7-45BB-A42A-0A90C8074990}" destId="{4294E911-31BE-4B72-9889-CDFB8277FF24}" srcOrd="0" destOrd="0" presId="urn:microsoft.com/office/officeart/2005/8/layout/hierarchy1"/>
    <dgm:cxn modelId="{1D3ED319-6765-4385-A912-A0D5BD165480}" type="presParOf" srcId="{11C5422A-19A7-45BB-A42A-0A90C8074990}" destId="{A109D44B-19FB-4696-858B-B4E3EA505BEC}" srcOrd="1" destOrd="0" presId="urn:microsoft.com/office/officeart/2005/8/layout/hierarchy1"/>
    <dgm:cxn modelId="{5266CA89-7B5B-4EAF-847D-1B7F0C285B2E}" type="presParOf" srcId="{502F8C7D-8FC8-4903-82F9-9FD2C0872D04}" destId="{0442C0FA-953F-4C45-8F65-013A359C35BC}" srcOrd="1" destOrd="0" presId="urn:microsoft.com/office/officeart/2005/8/layout/hierarchy1"/>
    <dgm:cxn modelId="{A9C822E4-FE56-4A20-B3A9-1B8A9B080F83}" type="presParOf" srcId="{91391FA4-3B22-444E-BDDC-FB821F1228CD}" destId="{3166FA78-F3F4-4E9B-A244-FD1632E42E37}" srcOrd="1" destOrd="0" presId="urn:microsoft.com/office/officeart/2005/8/layout/hierarchy1"/>
    <dgm:cxn modelId="{D20D407A-82B0-41E9-92E6-9817CE00E518}" type="presParOf" srcId="{3166FA78-F3F4-4E9B-A244-FD1632E42E37}" destId="{CA1A33C6-2C7C-43A4-91A6-DE985FAE7FCC}" srcOrd="0" destOrd="0" presId="urn:microsoft.com/office/officeart/2005/8/layout/hierarchy1"/>
    <dgm:cxn modelId="{64D0BB51-900E-44EC-854C-20956D3273CB}" type="presParOf" srcId="{CA1A33C6-2C7C-43A4-91A6-DE985FAE7FCC}" destId="{AF719BF2-DB57-454C-B3B2-F5F7F179EBFD}" srcOrd="0" destOrd="0" presId="urn:microsoft.com/office/officeart/2005/8/layout/hierarchy1"/>
    <dgm:cxn modelId="{8EAC93AF-A3DB-4AF3-8D23-A64925084ADC}" type="presParOf" srcId="{CA1A33C6-2C7C-43A4-91A6-DE985FAE7FCC}" destId="{5781B6AE-954E-4BA6-8D11-86E3DA87E683}" srcOrd="1" destOrd="0" presId="urn:microsoft.com/office/officeart/2005/8/layout/hierarchy1"/>
    <dgm:cxn modelId="{1F2A3A7E-E959-4B20-B1BF-9E74A81CD264}" type="presParOf" srcId="{3166FA78-F3F4-4E9B-A244-FD1632E42E37}" destId="{5477CC64-DFFA-4766-B59C-7A180699F94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6106409F-13FC-4E1B-9088-15B4B4B2B47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B3F7B0-647C-44D9-8EB5-170F7A869C66}">
      <dgm:prSet/>
      <dgm:spPr/>
      <dgm:t>
        <a:bodyPr/>
        <a:lstStyle/>
        <a:p>
          <a:r>
            <a:rPr lang="en-US"/>
            <a:t>Crea índice.</a:t>
          </a:r>
        </a:p>
      </dgm:t>
    </dgm:pt>
    <dgm:pt modelId="{DAFF7254-9497-48C6-B9AF-F15A5A645F0A}" type="parTrans" cxnId="{BAB6AA83-0F13-4F99-A93A-9B57057C9DF6}">
      <dgm:prSet/>
      <dgm:spPr/>
      <dgm:t>
        <a:bodyPr/>
        <a:lstStyle/>
        <a:p>
          <a:endParaRPr lang="en-US"/>
        </a:p>
      </dgm:t>
    </dgm:pt>
    <dgm:pt modelId="{59E9A63F-AEA9-4D39-8695-EB4A41F53381}" type="sibTrans" cxnId="{BAB6AA83-0F13-4F99-A93A-9B57057C9DF6}">
      <dgm:prSet/>
      <dgm:spPr/>
      <dgm:t>
        <a:bodyPr/>
        <a:lstStyle/>
        <a:p>
          <a:endParaRPr lang="en-US"/>
        </a:p>
      </dgm:t>
    </dgm:pt>
    <dgm:pt modelId="{613BC41E-69A5-478E-8858-DAE641A6C236}">
      <dgm:prSet/>
      <dgm:spPr/>
      <dgm:t>
        <a:bodyPr/>
        <a:lstStyle/>
        <a:p>
          <a:r>
            <a:rPr lang="en-US"/>
            <a:t>CREATE INDEX idx_nombre ON alumno(nombre);</a:t>
          </a:r>
        </a:p>
      </dgm:t>
    </dgm:pt>
    <dgm:pt modelId="{E191F8E6-B0A8-4DE2-9399-675C7FA83E2D}" type="parTrans" cxnId="{ECCDFD5A-B38F-4C13-AFD0-351D3463E368}">
      <dgm:prSet/>
      <dgm:spPr/>
      <dgm:t>
        <a:bodyPr/>
        <a:lstStyle/>
        <a:p>
          <a:endParaRPr lang="en-US"/>
        </a:p>
      </dgm:t>
    </dgm:pt>
    <dgm:pt modelId="{5269E3B3-700C-4704-BC53-0B9A41249BED}" type="sibTrans" cxnId="{ECCDFD5A-B38F-4C13-AFD0-351D3463E368}">
      <dgm:prSet/>
      <dgm:spPr/>
      <dgm:t>
        <a:bodyPr/>
        <a:lstStyle/>
        <a:p>
          <a:endParaRPr lang="en-US"/>
        </a:p>
      </dgm:t>
    </dgm:pt>
    <dgm:pt modelId="{50F8FF9F-CDAA-4193-BB2B-CA0BFE48ADE9}" type="pres">
      <dgm:prSet presAssocID="{6106409F-13FC-4E1B-9088-15B4B4B2B47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6FD4DF-CCE6-42CD-BFEB-209B8194E74C}" type="pres">
      <dgm:prSet presAssocID="{79B3F7B0-647C-44D9-8EB5-170F7A869C66}" presName="hierRoot1" presStyleCnt="0"/>
      <dgm:spPr/>
    </dgm:pt>
    <dgm:pt modelId="{0A9D0983-9D27-47F0-B8EA-C66E620820D9}" type="pres">
      <dgm:prSet presAssocID="{79B3F7B0-647C-44D9-8EB5-170F7A869C66}" presName="composite" presStyleCnt="0"/>
      <dgm:spPr/>
    </dgm:pt>
    <dgm:pt modelId="{CED9112D-A3AA-412C-A470-172A566C8D4F}" type="pres">
      <dgm:prSet presAssocID="{79B3F7B0-647C-44D9-8EB5-170F7A869C66}" presName="background" presStyleLbl="node0" presStyleIdx="0" presStyleCnt="2"/>
      <dgm:spPr/>
    </dgm:pt>
    <dgm:pt modelId="{F4E071ED-D44C-4C6D-8FC4-E10311C6D9E4}" type="pres">
      <dgm:prSet presAssocID="{79B3F7B0-647C-44D9-8EB5-170F7A869C66}" presName="text" presStyleLbl="fgAcc0" presStyleIdx="0" presStyleCnt="2">
        <dgm:presLayoutVars>
          <dgm:chPref val="3"/>
        </dgm:presLayoutVars>
      </dgm:prSet>
      <dgm:spPr/>
    </dgm:pt>
    <dgm:pt modelId="{F2FB4C5A-2209-478B-9540-51F13A73FA1D}" type="pres">
      <dgm:prSet presAssocID="{79B3F7B0-647C-44D9-8EB5-170F7A869C66}" presName="hierChild2" presStyleCnt="0"/>
      <dgm:spPr/>
    </dgm:pt>
    <dgm:pt modelId="{E109D6FF-5619-4D40-A45F-CBB4D3CB3E37}" type="pres">
      <dgm:prSet presAssocID="{613BC41E-69A5-478E-8858-DAE641A6C236}" presName="hierRoot1" presStyleCnt="0"/>
      <dgm:spPr/>
    </dgm:pt>
    <dgm:pt modelId="{D9199CBB-89F5-4EF6-95BA-5A6ED04782C4}" type="pres">
      <dgm:prSet presAssocID="{613BC41E-69A5-478E-8858-DAE641A6C236}" presName="composite" presStyleCnt="0"/>
      <dgm:spPr/>
    </dgm:pt>
    <dgm:pt modelId="{05FFF272-D613-4166-B496-693061E42D24}" type="pres">
      <dgm:prSet presAssocID="{613BC41E-69A5-478E-8858-DAE641A6C236}" presName="background" presStyleLbl="node0" presStyleIdx="1" presStyleCnt="2"/>
      <dgm:spPr/>
    </dgm:pt>
    <dgm:pt modelId="{2D192284-6943-4B1F-91E7-C6F9DCE4DE8F}" type="pres">
      <dgm:prSet presAssocID="{613BC41E-69A5-478E-8858-DAE641A6C236}" presName="text" presStyleLbl="fgAcc0" presStyleIdx="1" presStyleCnt="2">
        <dgm:presLayoutVars>
          <dgm:chPref val="3"/>
        </dgm:presLayoutVars>
      </dgm:prSet>
      <dgm:spPr/>
    </dgm:pt>
    <dgm:pt modelId="{C6D379AC-6FBE-4FB6-AEF3-1F74A6D22F57}" type="pres">
      <dgm:prSet presAssocID="{613BC41E-69A5-478E-8858-DAE641A6C236}" presName="hierChild2" presStyleCnt="0"/>
      <dgm:spPr/>
    </dgm:pt>
  </dgm:ptLst>
  <dgm:cxnLst>
    <dgm:cxn modelId="{3D513B63-420C-427F-A882-122BFEF743CB}" type="presOf" srcId="{613BC41E-69A5-478E-8858-DAE641A6C236}" destId="{2D192284-6943-4B1F-91E7-C6F9DCE4DE8F}" srcOrd="0" destOrd="0" presId="urn:microsoft.com/office/officeart/2005/8/layout/hierarchy1"/>
    <dgm:cxn modelId="{20E95B4F-75BB-492E-89E4-7285E166C080}" type="presOf" srcId="{6106409F-13FC-4E1B-9088-15B4B4B2B47E}" destId="{50F8FF9F-CDAA-4193-BB2B-CA0BFE48ADE9}" srcOrd="0" destOrd="0" presId="urn:microsoft.com/office/officeart/2005/8/layout/hierarchy1"/>
    <dgm:cxn modelId="{ECCDFD5A-B38F-4C13-AFD0-351D3463E368}" srcId="{6106409F-13FC-4E1B-9088-15B4B4B2B47E}" destId="{613BC41E-69A5-478E-8858-DAE641A6C236}" srcOrd="1" destOrd="0" parTransId="{E191F8E6-B0A8-4DE2-9399-675C7FA83E2D}" sibTransId="{5269E3B3-700C-4704-BC53-0B9A41249BED}"/>
    <dgm:cxn modelId="{BAB6AA83-0F13-4F99-A93A-9B57057C9DF6}" srcId="{6106409F-13FC-4E1B-9088-15B4B4B2B47E}" destId="{79B3F7B0-647C-44D9-8EB5-170F7A869C66}" srcOrd="0" destOrd="0" parTransId="{DAFF7254-9497-48C6-B9AF-F15A5A645F0A}" sibTransId="{59E9A63F-AEA9-4D39-8695-EB4A41F53381}"/>
    <dgm:cxn modelId="{2480FCDC-C332-42FE-A222-3234AFA3298B}" type="presOf" srcId="{79B3F7B0-647C-44D9-8EB5-170F7A869C66}" destId="{F4E071ED-D44C-4C6D-8FC4-E10311C6D9E4}" srcOrd="0" destOrd="0" presId="urn:microsoft.com/office/officeart/2005/8/layout/hierarchy1"/>
    <dgm:cxn modelId="{A72F39F9-71CD-465B-8AA7-5429A9FB16E7}" type="presParOf" srcId="{50F8FF9F-CDAA-4193-BB2B-CA0BFE48ADE9}" destId="{EF6FD4DF-CCE6-42CD-BFEB-209B8194E74C}" srcOrd="0" destOrd="0" presId="urn:microsoft.com/office/officeart/2005/8/layout/hierarchy1"/>
    <dgm:cxn modelId="{16F4FFA6-F1A2-4354-AF59-A2A41979BD61}" type="presParOf" srcId="{EF6FD4DF-CCE6-42CD-BFEB-209B8194E74C}" destId="{0A9D0983-9D27-47F0-B8EA-C66E620820D9}" srcOrd="0" destOrd="0" presId="urn:microsoft.com/office/officeart/2005/8/layout/hierarchy1"/>
    <dgm:cxn modelId="{C002D764-5CF9-4721-A2DB-7212D789A12C}" type="presParOf" srcId="{0A9D0983-9D27-47F0-B8EA-C66E620820D9}" destId="{CED9112D-A3AA-412C-A470-172A566C8D4F}" srcOrd="0" destOrd="0" presId="urn:microsoft.com/office/officeart/2005/8/layout/hierarchy1"/>
    <dgm:cxn modelId="{04197C4E-C3F1-4175-8444-37D73F9D5C4A}" type="presParOf" srcId="{0A9D0983-9D27-47F0-B8EA-C66E620820D9}" destId="{F4E071ED-D44C-4C6D-8FC4-E10311C6D9E4}" srcOrd="1" destOrd="0" presId="urn:microsoft.com/office/officeart/2005/8/layout/hierarchy1"/>
    <dgm:cxn modelId="{C3BCE146-03B3-46B9-8C55-1FF7556E4B20}" type="presParOf" srcId="{EF6FD4DF-CCE6-42CD-BFEB-209B8194E74C}" destId="{F2FB4C5A-2209-478B-9540-51F13A73FA1D}" srcOrd="1" destOrd="0" presId="urn:microsoft.com/office/officeart/2005/8/layout/hierarchy1"/>
    <dgm:cxn modelId="{464671F8-744B-49B8-9581-4F5B7B1C6CCD}" type="presParOf" srcId="{50F8FF9F-CDAA-4193-BB2B-CA0BFE48ADE9}" destId="{E109D6FF-5619-4D40-A45F-CBB4D3CB3E37}" srcOrd="1" destOrd="0" presId="urn:microsoft.com/office/officeart/2005/8/layout/hierarchy1"/>
    <dgm:cxn modelId="{2C4004AC-767F-4220-8CEC-D08D3E80805F}" type="presParOf" srcId="{E109D6FF-5619-4D40-A45F-CBB4D3CB3E37}" destId="{D9199CBB-89F5-4EF6-95BA-5A6ED04782C4}" srcOrd="0" destOrd="0" presId="urn:microsoft.com/office/officeart/2005/8/layout/hierarchy1"/>
    <dgm:cxn modelId="{C5C78C76-D3DF-4018-9876-C5C6732F8650}" type="presParOf" srcId="{D9199CBB-89F5-4EF6-95BA-5A6ED04782C4}" destId="{05FFF272-D613-4166-B496-693061E42D24}" srcOrd="0" destOrd="0" presId="urn:microsoft.com/office/officeart/2005/8/layout/hierarchy1"/>
    <dgm:cxn modelId="{F2BC1209-1C26-4AA7-A81A-FF56EA4F1424}" type="presParOf" srcId="{D9199CBB-89F5-4EF6-95BA-5A6ED04782C4}" destId="{2D192284-6943-4B1F-91E7-C6F9DCE4DE8F}" srcOrd="1" destOrd="0" presId="urn:microsoft.com/office/officeart/2005/8/layout/hierarchy1"/>
    <dgm:cxn modelId="{3ED6BC74-3937-424E-B854-9217D04C1D4F}" type="presParOf" srcId="{E109D6FF-5619-4D40-A45F-CBB4D3CB3E37}" destId="{C6D379AC-6FBE-4FB6-AEF3-1F74A6D22F5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324AD7CF-5063-4F8C-A5D9-F38042C8D0E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3B7390A-745F-4D3A-AB91-A24DCB0190AB}">
      <dgm:prSet/>
      <dgm:spPr/>
      <dgm:t>
        <a:bodyPr/>
        <a:lstStyle/>
        <a:p>
          <a:pPr>
            <a:defRPr cap="all"/>
          </a:pPr>
          <a:r>
            <a:rPr lang="en-US"/>
            <a:t>Elimina índice.</a:t>
          </a:r>
        </a:p>
      </dgm:t>
    </dgm:pt>
    <dgm:pt modelId="{0CFA465D-949C-48B6-9029-93D1347B4E74}" type="parTrans" cxnId="{DB9A0D8C-F437-4DD4-9221-D9F9011F38FB}">
      <dgm:prSet/>
      <dgm:spPr/>
      <dgm:t>
        <a:bodyPr/>
        <a:lstStyle/>
        <a:p>
          <a:endParaRPr lang="en-US"/>
        </a:p>
      </dgm:t>
    </dgm:pt>
    <dgm:pt modelId="{26246187-FF12-4848-A61D-0E1505954948}" type="sibTrans" cxnId="{DB9A0D8C-F437-4DD4-9221-D9F9011F38FB}">
      <dgm:prSet/>
      <dgm:spPr/>
      <dgm:t>
        <a:bodyPr/>
        <a:lstStyle/>
        <a:p>
          <a:endParaRPr lang="en-US"/>
        </a:p>
      </dgm:t>
    </dgm:pt>
    <dgm:pt modelId="{09552105-FD68-47FF-ADD5-C818B4E2F0C4}">
      <dgm:prSet/>
      <dgm:spPr/>
      <dgm:t>
        <a:bodyPr/>
        <a:lstStyle/>
        <a:p>
          <a:pPr>
            <a:defRPr cap="all"/>
          </a:pPr>
          <a:r>
            <a:rPr lang="en-US"/>
            <a:t>DROP INDEX idx_nombre;</a:t>
          </a:r>
        </a:p>
      </dgm:t>
    </dgm:pt>
    <dgm:pt modelId="{4E5DE403-51EF-4163-9926-A43B830A9C26}" type="parTrans" cxnId="{6BBAD463-FFE9-40DA-B49C-2D8C905B7E25}">
      <dgm:prSet/>
      <dgm:spPr/>
      <dgm:t>
        <a:bodyPr/>
        <a:lstStyle/>
        <a:p>
          <a:endParaRPr lang="en-US"/>
        </a:p>
      </dgm:t>
    </dgm:pt>
    <dgm:pt modelId="{07C2BC06-ED68-4401-8017-F5EF80213DB4}" type="sibTrans" cxnId="{6BBAD463-FFE9-40DA-B49C-2D8C905B7E25}">
      <dgm:prSet/>
      <dgm:spPr/>
      <dgm:t>
        <a:bodyPr/>
        <a:lstStyle/>
        <a:p>
          <a:endParaRPr lang="en-US"/>
        </a:p>
      </dgm:t>
    </dgm:pt>
    <dgm:pt modelId="{4E032102-81BF-4223-8AA4-DE0ADC262736}" type="pres">
      <dgm:prSet presAssocID="{324AD7CF-5063-4F8C-A5D9-F38042C8D0E2}" presName="root" presStyleCnt="0">
        <dgm:presLayoutVars>
          <dgm:dir/>
          <dgm:resizeHandles val="exact"/>
        </dgm:presLayoutVars>
      </dgm:prSet>
      <dgm:spPr/>
    </dgm:pt>
    <dgm:pt modelId="{222186BD-72BC-497B-8F71-7CE8C010780E}" type="pres">
      <dgm:prSet presAssocID="{63B7390A-745F-4D3A-AB91-A24DCB0190AB}" presName="compNode" presStyleCnt="0"/>
      <dgm:spPr/>
    </dgm:pt>
    <dgm:pt modelId="{5E267E88-7E4F-4DB7-8AA3-9ED0037B52DD}" type="pres">
      <dgm:prSet presAssocID="{63B7390A-745F-4D3A-AB91-A24DCB0190AB}" presName="iconBgRect" presStyleLbl="bgShp" presStyleIdx="0" presStyleCnt="2"/>
      <dgm:spPr/>
    </dgm:pt>
    <dgm:pt modelId="{DCDEE145-D2D0-41CC-8C88-A9DD6EF15811}" type="pres">
      <dgm:prSet presAssocID="{63B7390A-745F-4D3A-AB91-A24DCB0190A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rrador"/>
        </a:ext>
      </dgm:extLst>
    </dgm:pt>
    <dgm:pt modelId="{3599A192-436B-4EE3-985D-988307DEAB04}" type="pres">
      <dgm:prSet presAssocID="{63B7390A-745F-4D3A-AB91-A24DCB0190AB}" presName="spaceRect" presStyleCnt="0"/>
      <dgm:spPr/>
    </dgm:pt>
    <dgm:pt modelId="{02B99A98-51E8-4487-A4F6-D3FDF061F611}" type="pres">
      <dgm:prSet presAssocID="{63B7390A-745F-4D3A-AB91-A24DCB0190AB}" presName="textRect" presStyleLbl="revTx" presStyleIdx="0" presStyleCnt="2">
        <dgm:presLayoutVars>
          <dgm:chMax val="1"/>
          <dgm:chPref val="1"/>
        </dgm:presLayoutVars>
      </dgm:prSet>
      <dgm:spPr/>
    </dgm:pt>
    <dgm:pt modelId="{C7B1924E-1B4D-4147-A7C8-DDE07CB1339A}" type="pres">
      <dgm:prSet presAssocID="{26246187-FF12-4848-A61D-0E1505954948}" presName="sibTrans" presStyleCnt="0"/>
      <dgm:spPr/>
    </dgm:pt>
    <dgm:pt modelId="{6B04FF26-5873-4A4B-AB05-C91C0B266BAF}" type="pres">
      <dgm:prSet presAssocID="{09552105-FD68-47FF-ADD5-C818B4E2F0C4}" presName="compNode" presStyleCnt="0"/>
      <dgm:spPr/>
    </dgm:pt>
    <dgm:pt modelId="{0A195D84-35BC-490D-A779-1665873C2EE4}" type="pres">
      <dgm:prSet presAssocID="{09552105-FD68-47FF-ADD5-C818B4E2F0C4}" presName="iconBgRect" presStyleLbl="bgShp" presStyleIdx="1" presStyleCnt="2"/>
      <dgm:spPr/>
    </dgm:pt>
    <dgm:pt modelId="{57C1FFE7-1E14-4FEA-AA81-8BBB8D3E1BD7}" type="pres">
      <dgm:prSet presAssocID="{09552105-FD68-47FF-ADD5-C818B4E2F0C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ua"/>
        </a:ext>
      </dgm:extLst>
    </dgm:pt>
    <dgm:pt modelId="{7E655BB1-91B4-47E4-8A40-AB844F67806B}" type="pres">
      <dgm:prSet presAssocID="{09552105-FD68-47FF-ADD5-C818B4E2F0C4}" presName="spaceRect" presStyleCnt="0"/>
      <dgm:spPr/>
    </dgm:pt>
    <dgm:pt modelId="{962E2AD4-D88F-4484-BAEE-2A108B77ED48}" type="pres">
      <dgm:prSet presAssocID="{09552105-FD68-47FF-ADD5-C818B4E2F0C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BBAD463-FFE9-40DA-B49C-2D8C905B7E25}" srcId="{324AD7CF-5063-4F8C-A5D9-F38042C8D0E2}" destId="{09552105-FD68-47FF-ADD5-C818B4E2F0C4}" srcOrd="1" destOrd="0" parTransId="{4E5DE403-51EF-4163-9926-A43B830A9C26}" sibTransId="{07C2BC06-ED68-4401-8017-F5EF80213DB4}"/>
    <dgm:cxn modelId="{071FE779-110B-438F-8878-5281EEDC4E0D}" type="presOf" srcId="{324AD7CF-5063-4F8C-A5D9-F38042C8D0E2}" destId="{4E032102-81BF-4223-8AA4-DE0ADC262736}" srcOrd="0" destOrd="0" presId="urn:microsoft.com/office/officeart/2018/5/layout/IconCircleLabelList"/>
    <dgm:cxn modelId="{CD8F3C7B-7F51-4A02-A458-CF16A425EED4}" type="presOf" srcId="{63B7390A-745F-4D3A-AB91-A24DCB0190AB}" destId="{02B99A98-51E8-4487-A4F6-D3FDF061F611}" srcOrd="0" destOrd="0" presId="urn:microsoft.com/office/officeart/2018/5/layout/IconCircleLabelList"/>
    <dgm:cxn modelId="{DB9A0D8C-F437-4DD4-9221-D9F9011F38FB}" srcId="{324AD7CF-5063-4F8C-A5D9-F38042C8D0E2}" destId="{63B7390A-745F-4D3A-AB91-A24DCB0190AB}" srcOrd="0" destOrd="0" parTransId="{0CFA465D-949C-48B6-9029-93D1347B4E74}" sibTransId="{26246187-FF12-4848-A61D-0E1505954948}"/>
    <dgm:cxn modelId="{68B1E2D1-7D95-4633-8151-B00135A6EFEA}" type="presOf" srcId="{09552105-FD68-47FF-ADD5-C818B4E2F0C4}" destId="{962E2AD4-D88F-4484-BAEE-2A108B77ED48}" srcOrd="0" destOrd="0" presId="urn:microsoft.com/office/officeart/2018/5/layout/IconCircleLabelList"/>
    <dgm:cxn modelId="{90585BA2-BBE8-421D-A694-2D1EC253CD41}" type="presParOf" srcId="{4E032102-81BF-4223-8AA4-DE0ADC262736}" destId="{222186BD-72BC-497B-8F71-7CE8C010780E}" srcOrd="0" destOrd="0" presId="urn:microsoft.com/office/officeart/2018/5/layout/IconCircleLabelList"/>
    <dgm:cxn modelId="{0DDB3B83-2FF9-48E1-8E8E-FCC9F00D8D52}" type="presParOf" srcId="{222186BD-72BC-497B-8F71-7CE8C010780E}" destId="{5E267E88-7E4F-4DB7-8AA3-9ED0037B52DD}" srcOrd="0" destOrd="0" presId="urn:microsoft.com/office/officeart/2018/5/layout/IconCircleLabelList"/>
    <dgm:cxn modelId="{01C20973-241E-4E26-A9A9-FF6A089E66C3}" type="presParOf" srcId="{222186BD-72BC-497B-8F71-7CE8C010780E}" destId="{DCDEE145-D2D0-41CC-8C88-A9DD6EF15811}" srcOrd="1" destOrd="0" presId="urn:microsoft.com/office/officeart/2018/5/layout/IconCircleLabelList"/>
    <dgm:cxn modelId="{4EBC624D-B201-4B63-8BF8-14CF3B678A3C}" type="presParOf" srcId="{222186BD-72BC-497B-8F71-7CE8C010780E}" destId="{3599A192-436B-4EE3-985D-988307DEAB04}" srcOrd="2" destOrd="0" presId="urn:microsoft.com/office/officeart/2018/5/layout/IconCircleLabelList"/>
    <dgm:cxn modelId="{33933A88-B7AE-473F-A5DE-E337F7BD1CDC}" type="presParOf" srcId="{222186BD-72BC-497B-8F71-7CE8C010780E}" destId="{02B99A98-51E8-4487-A4F6-D3FDF061F611}" srcOrd="3" destOrd="0" presId="urn:microsoft.com/office/officeart/2018/5/layout/IconCircleLabelList"/>
    <dgm:cxn modelId="{E39A4135-9B10-4AF1-B3C0-C2A84BB81968}" type="presParOf" srcId="{4E032102-81BF-4223-8AA4-DE0ADC262736}" destId="{C7B1924E-1B4D-4147-A7C8-DDE07CB1339A}" srcOrd="1" destOrd="0" presId="urn:microsoft.com/office/officeart/2018/5/layout/IconCircleLabelList"/>
    <dgm:cxn modelId="{F3D99898-4083-44D3-8F1A-8046031BC4F6}" type="presParOf" srcId="{4E032102-81BF-4223-8AA4-DE0ADC262736}" destId="{6B04FF26-5873-4A4B-AB05-C91C0B266BAF}" srcOrd="2" destOrd="0" presId="urn:microsoft.com/office/officeart/2018/5/layout/IconCircleLabelList"/>
    <dgm:cxn modelId="{F3E0A01A-C5EA-4708-ABA7-8CA0585B49A1}" type="presParOf" srcId="{6B04FF26-5873-4A4B-AB05-C91C0B266BAF}" destId="{0A195D84-35BC-490D-A779-1665873C2EE4}" srcOrd="0" destOrd="0" presId="urn:microsoft.com/office/officeart/2018/5/layout/IconCircleLabelList"/>
    <dgm:cxn modelId="{DB1D9B4B-B585-4456-9BC9-664F71AEEE9C}" type="presParOf" srcId="{6B04FF26-5873-4A4B-AB05-C91C0B266BAF}" destId="{57C1FFE7-1E14-4FEA-AA81-8BBB8D3E1BD7}" srcOrd="1" destOrd="0" presId="urn:microsoft.com/office/officeart/2018/5/layout/IconCircleLabelList"/>
    <dgm:cxn modelId="{01ABE375-8C78-4537-BDCA-5366A5B7B24B}" type="presParOf" srcId="{6B04FF26-5873-4A4B-AB05-C91C0B266BAF}" destId="{7E655BB1-91B4-47E4-8A40-AB844F67806B}" srcOrd="2" destOrd="0" presId="urn:microsoft.com/office/officeart/2018/5/layout/IconCircleLabelList"/>
    <dgm:cxn modelId="{8C2CDE47-74E5-4B3E-A9F2-CB264DAFFC34}" type="presParOf" srcId="{6B04FF26-5873-4A4B-AB05-C91C0B266BAF}" destId="{962E2AD4-D88F-4484-BAEE-2A108B77ED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7B7EB7D1-E6A6-44FA-8FFA-0C761E0DC60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615CEC9-05C6-459F-9A01-135457296292}">
      <dgm:prSet/>
      <dgm:spPr/>
      <dgm:t>
        <a:bodyPr/>
        <a:lstStyle/>
        <a:p>
          <a:r>
            <a:rPr lang="en-US"/>
            <a:t>Crea vista.</a:t>
          </a:r>
        </a:p>
      </dgm:t>
    </dgm:pt>
    <dgm:pt modelId="{DFA37B52-4230-4AFA-8B2F-FAD13CA97269}" type="parTrans" cxnId="{60FC0B52-0F69-45C5-BB7E-1F83240F41B4}">
      <dgm:prSet/>
      <dgm:spPr/>
      <dgm:t>
        <a:bodyPr/>
        <a:lstStyle/>
        <a:p>
          <a:endParaRPr lang="en-US"/>
        </a:p>
      </dgm:t>
    </dgm:pt>
    <dgm:pt modelId="{811B36B4-E056-45A5-AC42-0A8B7949EB3D}" type="sibTrans" cxnId="{60FC0B52-0F69-45C5-BB7E-1F83240F41B4}">
      <dgm:prSet/>
      <dgm:spPr/>
      <dgm:t>
        <a:bodyPr/>
        <a:lstStyle/>
        <a:p>
          <a:endParaRPr lang="en-US"/>
        </a:p>
      </dgm:t>
    </dgm:pt>
    <dgm:pt modelId="{BC6574DE-2C8B-4927-B605-D0527903CE41}">
      <dgm:prSet/>
      <dgm:spPr/>
      <dgm:t>
        <a:bodyPr/>
        <a:lstStyle/>
        <a:p>
          <a:r>
            <a:rPr lang="en-US"/>
            <a:t>CREATE VIEW vista_alumnos AS SELECT nombre FROM alumno;</a:t>
          </a:r>
        </a:p>
      </dgm:t>
    </dgm:pt>
    <dgm:pt modelId="{5E354C8A-085F-43AC-8F1C-5B8E3B907438}" type="parTrans" cxnId="{3A3905E6-97A1-4344-AE05-8C91A0D2D8CC}">
      <dgm:prSet/>
      <dgm:spPr/>
      <dgm:t>
        <a:bodyPr/>
        <a:lstStyle/>
        <a:p>
          <a:endParaRPr lang="en-US"/>
        </a:p>
      </dgm:t>
    </dgm:pt>
    <dgm:pt modelId="{C1F6AE5D-0034-4314-9D40-873F0E673303}" type="sibTrans" cxnId="{3A3905E6-97A1-4344-AE05-8C91A0D2D8CC}">
      <dgm:prSet/>
      <dgm:spPr/>
      <dgm:t>
        <a:bodyPr/>
        <a:lstStyle/>
        <a:p>
          <a:endParaRPr lang="en-US"/>
        </a:p>
      </dgm:t>
    </dgm:pt>
    <dgm:pt modelId="{6AD0932A-3710-4E6A-A606-0A9545BF4947}" type="pres">
      <dgm:prSet presAssocID="{7B7EB7D1-E6A6-44FA-8FFA-0C761E0DC60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E76B3A-9809-4EE8-86D4-0D1411F06929}" type="pres">
      <dgm:prSet presAssocID="{1615CEC9-05C6-459F-9A01-135457296292}" presName="hierRoot1" presStyleCnt="0"/>
      <dgm:spPr/>
    </dgm:pt>
    <dgm:pt modelId="{CE585041-F70D-4CBA-913B-C72AA6748F48}" type="pres">
      <dgm:prSet presAssocID="{1615CEC9-05C6-459F-9A01-135457296292}" presName="composite" presStyleCnt="0"/>
      <dgm:spPr/>
    </dgm:pt>
    <dgm:pt modelId="{53585B22-54AE-4ED2-800C-A50C21F9EBD2}" type="pres">
      <dgm:prSet presAssocID="{1615CEC9-05C6-459F-9A01-135457296292}" presName="background" presStyleLbl="node0" presStyleIdx="0" presStyleCnt="2"/>
      <dgm:spPr/>
    </dgm:pt>
    <dgm:pt modelId="{CB0A050E-1998-4346-941E-037F61065B83}" type="pres">
      <dgm:prSet presAssocID="{1615CEC9-05C6-459F-9A01-135457296292}" presName="text" presStyleLbl="fgAcc0" presStyleIdx="0" presStyleCnt="2">
        <dgm:presLayoutVars>
          <dgm:chPref val="3"/>
        </dgm:presLayoutVars>
      </dgm:prSet>
      <dgm:spPr/>
    </dgm:pt>
    <dgm:pt modelId="{B5EEFB1F-66D5-4D6C-8949-37FF8CC24C75}" type="pres">
      <dgm:prSet presAssocID="{1615CEC9-05C6-459F-9A01-135457296292}" presName="hierChild2" presStyleCnt="0"/>
      <dgm:spPr/>
    </dgm:pt>
    <dgm:pt modelId="{B773E8D4-9193-4078-B821-A54EC8C988E3}" type="pres">
      <dgm:prSet presAssocID="{BC6574DE-2C8B-4927-B605-D0527903CE41}" presName="hierRoot1" presStyleCnt="0"/>
      <dgm:spPr/>
    </dgm:pt>
    <dgm:pt modelId="{877366E8-BE5D-475B-ACAD-FCF949E9E03C}" type="pres">
      <dgm:prSet presAssocID="{BC6574DE-2C8B-4927-B605-D0527903CE41}" presName="composite" presStyleCnt="0"/>
      <dgm:spPr/>
    </dgm:pt>
    <dgm:pt modelId="{A7CF8043-E368-4BE7-9305-CC8CEFFDE311}" type="pres">
      <dgm:prSet presAssocID="{BC6574DE-2C8B-4927-B605-D0527903CE41}" presName="background" presStyleLbl="node0" presStyleIdx="1" presStyleCnt="2"/>
      <dgm:spPr/>
    </dgm:pt>
    <dgm:pt modelId="{FA6821E9-B189-4769-9029-73785081286C}" type="pres">
      <dgm:prSet presAssocID="{BC6574DE-2C8B-4927-B605-D0527903CE41}" presName="text" presStyleLbl="fgAcc0" presStyleIdx="1" presStyleCnt="2">
        <dgm:presLayoutVars>
          <dgm:chPref val="3"/>
        </dgm:presLayoutVars>
      </dgm:prSet>
      <dgm:spPr/>
    </dgm:pt>
    <dgm:pt modelId="{02107579-6358-48DE-A854-2EC68288C6B8}" type="pres">
      <dgm:prSet presAssocID="{BC6574DE-2C8B-4927-B605-D0527903CE41}" presName="hierChild2" presStyleCnt="0"/>
      <dgm:spPr/>
    </dgm:pt>
  </dgm:ptLst>
  <dgm:cxnLst>
    <dgm:cxn modelId="{60FC0B52-0F69-45C5-BB7E-1F83240F41B4}" srcId="{7B7EB7D1-E6A6-44FA-8FFA-0C761E0DC605}" destId="{1615CEC9-05C6-459F-9A01-135457296292}" srcOrd="0" destOrd="0" parTransId="{DFA37B52-4230-4AFA-8B2F-FAD13CA97269}" sibTransId="{811B36B4-E056-45A5-AC42-0A8B7949EB3D}"/>
    <dgm:cxn modelId="{C2024F59-EE30-4E96-9C8F-E659E4758B79}" type="presOf" srcId="{1615CEC9-05C6-459F-9A01-135457296292}" destId="{CB0A050E-1998-4346-941E-037F61065B83}" srcOrd="0" destOrd="0" presId="urn:microsoft.com/office/officeart/2005/8/layout/hierarchy1"/>
    <dgm:cxn modelId="{3A3905E6-97A1-4344-AE05-8C91A0D2D8CC}" srcId="{7B7EB7D1-E6A6-44FA-8FFA-0C761E0DC605}" destId="{BC6574DE-2C8B-4927-B605-D0527903CE41}" srcOrd="1" destOrd="0" parTransId="{5E354C8A-085F-43AC-8F1C-5B8E3B907438}" sibTransId="{C1F6AE5D-0034-4314-9D40-873F0E673303}"/>
    <dgm:cxn modelId="{C663E9EA-C13B-4FCB-B32C-44D0DAE11455}" type="presOf" srcId="{7B7EB7D1-E6A6-44FA-8FFA-0C761E0DC605}" destId="{6AD0932A-3710-4E6A-A606-0A9545BF4947}" srcOrd="0" destOrd="0" presId="urn:microsoft.com/office/officeart/2005/8/layout/hierarchy1"/>
    <dgm:cxn modelId="{B05390EF-7FCB-4655-A2ED-FECABD287202}" type="presOf" srcId="{BC6574DE-2C8B-4927-B605-D0527903CE41}" destId="{FA6821E9-B189-4769-9029-73785081286C}" srcOrd="0" destOrd="0" presId="urn:microsoft.com/office/officeart/2005/8/layout/hierarchy1"/>
    <dgm:cxn modelId="{9360E2C3-00BE-4AEC-94F7-03BCD9CB02E5}" type="presParOf" srcId="{6AD0932A-3710-4E6A-A606-0A9545BF4947}" destId="{35E76B3A-9809-4EE8-86D4-0D1411F06929}" srcOrd="0" destOrd="0" presId="urn:microsoft.com/office/officeart/2005/8/layout/hierarchy1"/>
    <dgm:cxn modelId="{868E5AD3-16DB-4752-A7DA-5B3201986B8E}" type="presParOf" srcId="{35E76B3A-9809-4EE8-86D4-0D1411F06929}" destId="{CE585041-F70D-4CBA-913B-C72AA6748F48}" srcOrd="0" destOrd="0" presId="urn:microsoft.com/office/officeart/2005/8/layout/hierarchy1"/>
    <dgm:cxn modelId="{DBB7A6CC-0184-41A0-B232-042AFFA91542}" type="presParOf" srcId="{CE585041-F70D-4CBA-913B-C72AA6748F48}" destId="{53585B22-54AE-4ED2-800C-A50C21F9EBD2}" srcOrd="0" destOrd="0" presId="urn:microsoft.com/office/officeart/2005/8/layout/hierarchy1"/>
    <dgm:cxn modelId="{214FF7D6-3722-434C-A944-1A029B800B14}" type="presParOf" srcId="{CE585041-F70D-4CBA-913B-C72AA6748F48}" destId="{CB0A050E-1998-4346-941E-037F61065B83}" srcOrd="1" destOrd="0" presId="urn:microsoft.com/office/officeart/2005/8/layout/hierarchy1"/>
    <dgm:cxn modelId="{28DBBDBE-B90B-4552-BADB-21EEF765DC78}" type="presParOf" srcId="{35E76B3A-9809-4EE8-86D4-0D1411F06929}" destId="{B5EEFB1F-66D5-4D6C-8949-37FF8CC24C75}" srcOrd="1" destOrd="0" presId="urn:microsoft.com/office/officeart/2005/8/layout/hierarchy1"/>
    <dgm:cxn modelId="{066D3704-8F6C-4D3C-A5FD-F06713DAEFFB}" type="presParOf" srcId="{6AD0932A-3710-4E6A-A606-0A9545BF4947}" destId="{B773E8D4-9193-4078-B821-A54EC8C988E3}" srcOrd="1" destOrd="0" presId="urn:microsoft.com/office/officeart/2005/8/layout/hierarchy1"/>
    <dgm:cxn modelId="{8C46A663-EC55-46F3-9759-ED5721B13D73}" type="presParOf" srcId="{B773E8D4-9193-4078-B821-A54EC8C988E3}" destId="{877366E8-BE5D-475B-ACAD-FCF949E9E03C}" srcOrd="0" destOrd="0" presId="urn:microsoft.com/office/officeart/2005/8/layout/hierarchy1"/>
    <dgm:cxn modelId="{D442E56C-BD8B-4542-9F5E-2F5DD1B42864}" type="presParOf" srcId="{877366E8-BE5D-475B-ACAD-FCF949E9E03C}" destId="{A7CF8043-E368-4BE7-9305-CC8CEFFDE311}" srcOrd="0" destOrd="0" presId="urn:microsoft.com/office/officeart/2005/8/layout/hierarchy1"/>
    <dgm:cxn modelId="{E8351666-120A-4B9B-9834-C3051DCBCE02}" type="presParOf" srcId="{877366E8-BE5D-475B-ACAD-FCF949E9E03C}" destId="{FA6821E9-B189-4769-9029-73785081286C}" srcOrd="1" destOrd="0" presId="urn:microsoft.com/office/officeart/2005/8/layout/hierarchy1"/>
    <dgm:cxn modelId="{6015F2D9-7BC1-44F3-AAA2-0537FFD7E6E2}" type="presParOf" srcId="{B773E8D4-9193-4078-B821-A54EC8C988E3}" destId="{02107579-6358-48DE-A854-2EC68288C6B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57BE24AC-EECF-42FA-94FF-0F8598D8755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B8B88A7-356E-474A-A9C4-9A7FD26D0C9D}">
      <dgm:prSet/>
      <dgm:spPr/>
      <dgm:t>
        <a:bodyPr/>
        <a:lstStyle/>
        <a:p>
          <a:pPr>
            <a:defRPr cap="all"/>
          </a:pPr>
          <a:r>
            <a:rPr lang="en-US"/>
            <a:t>Elimina vista.</a:t>
          </a:r>
        </a:p>
      </dgm:t>
    </dgm:pt>
    <dgm:pt modelId="{D1A1DC47-CF21-4541-B22B-3A0049F639B1}" type="parTrans" cxnId="{11B00FA0-49FB-4FBE-8C09-D97E3DE9588B}">
      <dgm:prSet/>
      <dgm:spPr/>
      <dgm:t>
        <a:bodyPr/>
        <a:lstStyle/>
        <a:p>
          <a:endParaRPr lang="en-US"/>
        </a:p>
      </dgm:t>
    </dgm:pt>
    <dgm:pt modelId="{97C08EA1-34E8-4D2E-A3E1-776E565480F3}" type="sibTrans" cxnId="{11B00FA0-49FB-4FBE-8C09-D97E3DE9588B}">
      <dgm:prSet/>
      <dgm:spPr/>
      <dgm:t>
        <a:bodyPr/>
        <a:lstStyle/>
        <a:p>
          <a:endParaRPr lang="en-US"/>
        </a:p>
      </dgm:t>
    </dgm:pt>
    <dgm:pt modelId="{16201E09-3BEF-4D95-8884-8A174016757B}">
      <dgm:prSet/>
      <dgm:spPr/>
      <dgm:t>
        <a:bodyPr/>
        <a:lstStyle/>
        <a:p>
          <a:pPr>
            <a:defRPr cap="all"/>
          </a:pPr>
          <a:r>
            <a:rPr lang="en-US"/>
            <a:t>DROP VIEW vista_alumnos;</a:t>
          </a:r>
        </a:p>
      </dgm:t>
    </dgm:pt>
    <dgm:pt modelId="{20DB5F73-328D-44CD-A7B8-21052096FE2E}" type="parTrans" cxnId="{419CABBC-41FE-4B26-8EEA-3D86EEC1CC10}">
      <dgm:prSet/>
      <dgm:spPr/>
      <dgm:t>
        <a:bodyPr/>
        <a:lstStyle/>
        <a:p>
          <a:endParaRPr lang="en-US"/>
        </a:p>
      </dgm:t>
    </dgm:pt>
    <dgm:pt modelId="{C702C2EF-C4A1-4C2A-B535-2BADE9C25AC3}" type="sibTrans" cxnId="{419CABBC-41FE-4B26-8EEA-3D86EEC1CC10}">
      <dgm:prSet/>
      <dgm:spPr/>
      <dgm:t>
        <a:bodyPr/>
        <a:lstStyle/>
        <a:p>
          <a:endParaRPr lang="en-US"/>
        </a:p>
      </dgm:t>
    </dgm:pt>
    <dgm:pt modelId="{40FA6ED4-B216-40EA-93CA-7C302CD0CC08}" type="pres">
      <dgm:prSet presAssocID="{57BE24AC-EECF-42FA-94FF-0F8598D87550}" presName="root" presStyleCnt="0">
        <dgm:presLayoutVars>
          <dgm:dir/>
          <dgm:resizeHandles val="exact"/>
        </dgm:presLayoutVars>
      </dgm:prSet>
      <dgm:spPr/>
    </dgm:pt>
    <dgm:pt modelId="{A388D0B8-E259-4787-B791-7971EE6353A9}" type="pres">
      <dgm:prSet presAssocID="{1B8B88A7-356E-474A-A9C4-9A7FD26D0C9D}" presName="compNode" presStyleCnt="0"/>
      <dgm:spPr/>
    </dgm:pt>
    <dgm:pt modelId="{6CE4FC0E-16AB-4D33-A977-A308CA19BD20}" type="pres">
      <dgm:prSet presAssocID="{1B8B88A7-356E-474A-A9C4-9A7FD26D0C9D}" presName="iconBgRect" presStyleLbl="bgShp" presStyleIdx="0" presStyleCnt="2"/>
      <dgm:spPr/>
    </dgm:pt>
    <dgm:pt modelId="{78936AE3-D5CD-4109-8E07-24E84DEFA42E}" type="pres">
      <dgm:prSet presAssocID="{1B8B88A7-356E-474A-A9C4-9A7FD26D0C9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5D177F7A-129E-41FC-A214-F22E3D5FDA95}" type="pres">
      <dgm:prSet presAssocID="{1B8B88A7-356E-474A-A9C4-9A7FD26D0C9D}" presName="spaceRect" presStyleCnt="0"/>
      <dgm:spPr/>
    </dgm:pt>
    <dgm:pt modelId="{DA252B36-B599-48F4-A4DF-B62921E6185E}" type="pres">
      <dgm:prSet presAssocID="{1B8B88A7-356E-474A-A9C4-9A7FD26D0C9D}" presName="textRect" presStyleLbl="revTx" presStyleIdx="0" presStyleCnt="2">
        <dgm:presLayoutVars>
          <dgm:chMax val="1"/>
          <dgm:chPref val="1"/>
        </dgm:presLayoutVars>
      </dgm:prSet>
      <dgm:spPr/>
    </dgm:pt>
    <dgm:pt modelId="{8B729FE9-1048-403E-A84A-711FE3D50D75}" type="pres">
      <dgm:prSet presAssocID="{97C08EA1-34E8-4D2E-A3E1-776E565480F3}" presName="sibTrans" presStyleCnt="0"/>
      <dgm:spPr/>
    </dgm:pt>
    <dgm:pt modelId="{10B9D798-B6B2-4C1D-A520-8DB1E1274E58}" type="pres">
      <dgm:prSet presAssocID="{16201E09-3BEF-4D95-8884-8A174016757B}" presName="compNode" presStyleCnt="0"/>
      <dgm:spPr/>
    </dgm:pt>
    <dgm:pt modelId="{F466F786-9AD2-4508-A547-D0B3E130BB81}" type="pres">
      <dgm:prSet presAssocID="{16201E09-3BEF-4D95-8884-8A174016757B}" presName="iconBgRect" presStyleLbl="bgShp" presStyleIdx="1" presStyleCnt="2"/>
      <dgm:spPr/>
    </dgm:pt>
    <dgm:pt modelId="{F81125AF-CD43-4696-9D07-B8537EF8D2BB}" type="pres">
      <dgm:prSet presAssocID="{16201E09-3BEF-4D95-8884-8A174016757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E7E75347-9995-4DD9-882F-9C20040A42A8}" type="pres">
      <dgm:prSet presAssocID="{16201E09-3BEF-4D95-8884-8A174016757B}" presName="spaceRect" presStyleCnt="0"/>
      <dgm:spPr/>
    </dgm:pt>
    <dgm:pt modelId="{CA371D81-54CE-4611-91DD-7A47D8E8EC4C}" type="pres">
      <dgm:prSet presAssocID="{16201E09-3BEF-4D95-8884-8A174016757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6B65268-214F-4FA6-8ECF-29B516D9DCD3}" type="presOf" srcId="{57BE24AC-EECF-42FA-94FF-0F8598D87550}" destId="{40FA6ED4-B216-40EA-93CA-7C302CD0CC08}" srcOrd="0" destOrd="0" presId="urn:microsoft.com/office/officeart/2018/5/layout/IconCircleLabelList"/>
    <dgm:cxn modelId="{B8CE624D-7BFE-4BEE-B6D1-70575ACBD0CA}" type="presOf" srcId="{16201E09-3BEF-4D95-8884-8A174016757B}" destId="{CA371D81-54CE-4611-91DD-7A47D8E8EC4C}" srcOrd="0" destOrd="0" presId="urn:microsoft.com/office/officeart/2018/5/layout/IconCircleLabelList"/>
    <dgm:cxn modelId="{11B00FA0-49FB-4FBE-8C09-D97E3DE9588B}" srcId="{57BE24AC-EECF-42FA-94FF-0F8598D87550}" destId="{1B8B88A7-356E-474A-A9C4-9A7FD26D0C9D}" srcOrd="0" destOrd="0" parTransId="{D1A1DC47-CF21-4541-B22B-3A0049F639B1}" sibTransId="{97C08EA1-34E8-4D2E-A3E1-776E565480F3}"/>
    <dgm:cxn modelId="{5CF7EAB0-2BC0-48F3-B592-B3C47F54528B}" type="presOf" srcId="{1B8B88A7-356E-474A-A9C4-9A7FD26D0C9D}" destId="{DA252B36-B599-48F4-A4DF-B62921E6185E}" srcOrd="0" destOrd="0" presId="urn:microsoft.com/office/officeart/2018/5/layout/IconCircleLabelList"/>
    <dgm:cxn modelId="{419CABBC-41FE-4B26-8EEA-3D86EEC1CC10}" srcId="{57BE24AC-EECF-42FA-94FF-0F8598D87550}" destId="{16201E09-3BEF-4D95-8884-8A174016757B}" srcOrd="1" destOrd="0" parTransId="{20DB5F73-328D-44CD-A7B8-21052096FE2E}" sibTransId="{C702C2EF-C4A1-4C2A-B535-2BADE9C25AC3}"/>
    <dgm:cxn modelId="{9DD2F2E1-5376-48DC-8F6B-2487078B0FC0}" type="presParOf" srcId="{40FA6ED4-B216-40EA-93CA-7C302CD0CC08}" destId="{A388D0B8-E259-4787-B791-7971EE6353A9}" srcOrd="0" destOrd="0" presId="urn:microsoft.com/office/officeart/2018/5/layout/IconCircleLabelList"/>
    <dgm:cxn modelId="{0CDFAF93-EEFF-464C-A932-D0F78F2220B6}" type="presParOf" srcId="{A388D0B8-E259-4787-B791-7971EE6353A9}" destId="{6CE4FC0E-16AB-4D33-A977-A308CA19BD20}" srcOrd="0" destOrd="0" presId="urn:microsoft.com/office/officeart/2018/5/layout/IconCircleLabelList"/>
    <dgm:cxn modelId="{2F5BC8E5-C81F-4A61-85A2-4C1772C37546}" type="presParOf" srcId="{A388D0B8-E259-4787-B791-7971EE6353A9}" destId="{78936AE3-D5CD-4109-8E07-24E84DEFA42E}" srcOrd="1" destOrd="0" presId="urn:microsoft.com/office/officeart/2018/5/layout/IconCircleLabelList"/>
    <dgm:cxn modelId="{4BA74379-56EB-4FAF-B177-40AFCC1B6D3C}" type="presParOf" srcId="{A388D0B8-E259-4787-B791-7971EE6353A9}" destId="{5D177F7A-129E-41FC-A214-F22E3D5FDA95}" srcOrd="2" destOrd="0" presId="urn:microsoft.com/office/officeart/2018/5/layout/IconCircleLabelList"/>
    <dgm:cxn modelId="{BE5BE71E-51F5-4990-A35A-1E4F1C446814}" type="presParOf" srcId="{A388D0B8-E259-4787-B791-7971EE6353A9}" destId="{DA252B36-B599-48F4-A4DF-B62921E6185E}" srcOrd="3" destOrd="0" presId="urn:microsoft.com/office/officeart/2018/5/layout/IconCircleLabelList"/>
    <dgm:cxn modelId="{B760ACC6-B737-44CA-A788-DA2B1A588450}" type="presParOf" srcId="{40FA6ED4-B216-40EA-93CA-7C302CD0CC08}" destId="{8B729FE9-1048-403E-A84A-711FE3D50D75}" srcOrd="1" destOrd="0" presId="urn:microsoft.com/office/officeart/2018/5/layout/IconCircleLabelList"/>
    <dgm:cxn modelId="{EF0789E3-21AA-4BFC-8D85-F5CC0B3BCB46}" type="presParOf" srcId="{40FA6ED4-B216-40EA-93CA-7C302CD0CC08}" destId="{10B9D798-B6B2-4C1D-A520-8DB1E1274E58}" srcOrd="2" destOrd="0" presId="urn:microsoft.com/office/officeart/2018/5/layout/IconCircleLabelList"/>
    <dgm:cxn modelId="{87D30F77-85D1-4578-A56B-7011F0855193}" type="presParOf" srcId="{10B9D798-B6B2-4C1D-A520-8DB1E1274E58}" destId="{F466F786-9AD2-4508-A547-D0B3E130BB81}" srcOrd="0" destOrd="0" presId="urn:microsoft.com/office/officeart/2018/5/layout/IconCircleLabelList"/>
    <dgm:cxn modelId="{C559D0E4-20EA-4238-9A3C-56051BD9AF0C}" type="presParOf" srcId="{10B9D798-B6B2-4C1D-A520-8DB1E1274E58}" destId="{F81125AF-CD43-4696-9D07-B8537EF8D2BB}" srcOrd="1" destOrd="0" presId="urn:microsoft.com/office/officeart/2018/5/layout/IconCircleLabelList"/>
    <dgm:cxn modelId="{02F0E435-94E8-469D-86B9-CDEE990AB479}" type="presParOf" srcId="{10B9D798-B6B2-4C1D-A520-8DB1E1274E58}" destId="{E7E75347-9995-4DD9-882F-9C20040A42A8}" srcOrd="2" destOrd="0" presId="urn:microsoft.com/office/officeart/2018/5/layout/IconCircleLabelList"/>
    <dgm:cxn modelId="{0B65AC52-44F2-4638-BDCC-5A96D09BBD70}" type="presParOf" srcId="{10B9D798-B6B2-4C1D-A520-8DB1E1274E58}" destId="{CA371D81-54CE-4611-91DD-7A47D8E8EC4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A3C5E13B-0652-4B7F-9D34-789E8625ED9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89640EC-57D4-4A32-A365-C4317D2FA2DA}">
      <dgm:prSet/>
      <dgm:spPr/>
      <dgm:t>
        <a:bodyPr/>
        <a:lstStyle/>
        <a:p>
          <a:r>
            <a:rPr lang="en-US"/>
            <a:t>Confirma cambios.</a:t>
          </a:r>
        </a:p>
      </dgm:t>
    </dgm:pt>
    <dgm:pt modelId="{FFE0A35D-D706-419D-87D7-8E1DD624E87D}" type="parTrans" cxnId="{80BCAF82-6EF1-4F49-86A3-78CF7F95B848}">
      <dgm:prSet/>
      <dgm:spPr/>
      <dgm:t>
        <a:bodyPr/>
        <a:lstStyle/>
        <a:p>
          <a:endParaRPr lang="en-US"/>
        </a:p>
      </dgm:t>
    </dgm:pt>
    <dgm:pt modelId="{01218152-F71C-4C1A-83AE-10284CAEACE7}" type="sibTrans" cxnId="{80BCAF82-6EF1-4F49-86A3-78CF7F95B848}">
      <dgm:prSet/>
      <dgm:spPr/>
      <dgm:t>
        <a:bodyPr/>
        <a:lstStyle/>
        <a:p>
          <a:endParaRPr lang="en-US"/>
        </a:p>
      </dgm:t>
    </dgm:pt>
    <dgm:pt modelId="{1062E2FE-7014-49F5-A32D-06C22EBA3415}">
      <dgm:prSet/>
      <dgm:spPr/>
      <dgm:t>
        <a:bodyPr/>
        <a:lstStyle/>
        <a:p>
          <a:r>
            <a:rPr lang="en-US"/>
            <a:t>COMMIT;</a:t>
          </a:r>
        </a:p>
      </dgm:t>
    </dgm:pt>
    <dgm:pt modelId="{D136A65D-2374-4C7D-AA0A-21A8353D0CDD}" type="parTrans" cxnId="{1BF5BB86-F839-4BC2-AC0B-0ED4AD42B54A}">
      <dgm:prSet/>
      <dgm:spPr/>
      <dgm:t>
        <a:bodyPr/>
        <a:lstStyle/>
        <a:p>
          <a:endParaRPr lang="en-US"/>
        </a:p>
      </dgm:t>
    </dgm:pt>
    <dgm:pt modelId="{97CC7675-7043-46AD-9347-3CC517E8BB1D}" type="sibTrans" cxnId="{1BF5BB86-F839-4BC2-AC0B-0ED4AD42B54A}">
      <dgm:prSet/>
      <dgm:spPr/>
      <dgm:t>
        <a:bodyPr/>
        <a:lstStyle/>
        <a:p>
          <a:endParaRPr lang="en-US"/>
        </a:p>
      </dgm:t>
    </dgm:pt>
    <dgm:pt modelId="{34832FEA-E359-42FC-921C-BB79F51100E8}" type="pres">
      <dgm:prSet presAssocID="{A3C5E13B-0652-4B7F-9D34-789E8625ED9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216550-FF04-4E59-8796-F767D4C258C6}" type="pres">
      <dgm:prSet presAssocID="{789640EC-57D4-4A32-A365-C4317D2FA2DA}" presName="hierRoot1" presStyleCnt="0"/>
      <dgm:spPr/>
    </dgm:pt>
    <dgm:pt modelId="{FCE2D770-1A3F-4543-845E-2CF40E08E3C2}" type="pres">
      <dgm:prSet presAssocID="{789640EC-57D4-4A32-A365-C4317D2FA2DA}" presName="composite" presStyleCnt="0"/>
      <dgm:spPr/>
    </dgm:pt>
    <dgm:pt modelId="{992BDC12-C28A-4EB2-A368-CD443E8E58C3}" type="pres">
      <dgm:prSet presAssocID="{789640EC-57D4-4A32-A365-C4317D2FA2DA}" presName="background" presStyleLbl="node0" presStyleIdx="0" presStyleCnt="2"/>
      <dgm:spPr/>
    </dgm:pt>
    <dgm:pt modelId="{2219C264-DA66-48C3-BA93-ABECC740E5B7}" type="pres">
      <dgm:prSet presAssocID="{789640EC-57D4-4A32-A365-C4317D2FA2DA}" presName="text" presStyleLbl="fgAcc0" presStyleIdx="0" presStyleCnt="2">
        <dgm:presLayoutVars>
          <dgm:chPref val="3"/>
        </dgm:presLayoutVars>
      </dgm:prSet>
      <dgm:spPr/>
    </dgm:pt>
    <dgm:pt modelId="{041ACCA3-D57D-495A-BDB4-42B35254B26A}" type="pres">
      <dgm:prSet presAssocID="{789640EC-57D4-4A32-A365-C4317D2FA2DA}" presName="hierChild2" presStyleCnt="0"/>
      <dgm:spPr/>
    </dgm:pt>
    <dgm:pt modelId="{41466E7A-F5ED-45E1-BC92-EDE22C7ADB07}" type="pres">
      <dgm:prSet presAssocID="{1062E2FE-7014-49F5-A32D-06C22EBA3415}" presName="hierRoot1" presStyleCnt="0"/>
      <dgm:spPr/>
    </dgm:pt>
    <dgm:pt modelId="{808BFDCD-0501-4DA6-B82D-D60EA733D689}" type="pres">
      <dgm:prSet presAssocID="{1062E2FE-7014-49F5-A32D-06C22EBA3415}" presName="composite" presStyleCnt="0"/>
      <dgm:spPr/>
    </dgm:pt>
    <dgm:pt modelId="{0C953AB2-A684-4337-9E3C-136E5E5AE15F}" type="pres">
      <dgm:prSet presAssocID="{1062E2FE-7014-49F5-A32D-06C22EBA3415}" presName="background" presStyleLbl="node0" presStyleIdx="1" presStyleCnt="2"/>
      <dgm:spPr/>
    </dgm:pt>
    <dgm:pt modelId="{5CD3E97F-9A75-4093-8C65-71417581B84B}" type="pres">
      <dgm:prSet presAssocID="{1062E2FE-7014-49F5-A32D-06C22EBA3415}" presName="text" presStyleLbl="fgAcc0" presStyleIdx="1" presStyleCnt="2">
        <dgm:presLayoutVars>
          <dgm:chPref val="3"/>
        </dgm:presLayoutVars>
      </dgm:prSet>
      <dgm:spPr/>
    </dgm:pt>
    <dgm:pt modelId="{BCC4E501-A1F8-4469-A148-295E009B71C2}" type="pres">
      <dgm:prSet presAssocID="{1062E2FE-7014-49F5-A32D-06C22EBA3415}" presName="hierChild2" presStyleCnt="0"/>
      <dgm:spPr/>
    </dgm:pt>
  </dgm:ptLst>
  <dgm:cxnLst>
    <dgm:cxn modelId="{562B9B20-AB8A-427C-AD1C-79DC0DE60730}" type="presOf" srcId="{789640EC-57D4-4A32-A365-C4317D2FA2DA}" destId="{2219C264-DA66-48C3-BA93-ABECC740E5B7}" srcOrd="0" destOrd="0" presId="urn:microsoft.com/office/officeart/2005/8/layout/hierarchy1"/>
    <dgm:cxn modelId="{D41B3470-7C64-4989-A18F-B0D3F0A4B469}" type="presOf" srcId="{A3C5E13B-0652-4B7F-9D34-789E8625ED9D}" destId="{34832FEA-E359-42FC-921C-BB79F51100E8}" srcOrd="0" destOrd="0" presId="urn:microsoft.com/office/officeart/2005/8/layout/hierarchy1"/>
    <dgm:cxn modelId="{80BCAF82-6EF1-4F49-86A3-78CF7F95B848}" srcId="{A3C5E13B-0652-4B7F-9D34-789E8625ED9D}" destId="{789640EC-57D4-4A32-A365-C4317D2FA2DA}" srcOrd="0" destOrd="0" parTransId="{FFE0A35D-D706-419D-87D7-8E1DD624E87D}" sibTransId="{01218152-F71C-4C1A-83AE-10284CAEACE7}"/>
    <dgm:cxn modelId="{1BF5BB86-F839-4BC2-AC0B-0ED4AD42B54A}" srcId="{A3C5E13B-0652-4B7F-9D34-789E8625ED9D}" destId="{1062E2FE-7014-49F5-A32D-06C22EBA3415}" srcOrd="1" destOrd="0" parTransId="{D136A65D-2374-4C7D-AA0A-21A8353D0CDD}" sibTransId="{97CC7675-7043-46AD-9347-3CC517E8BB1D}"/>
    <dgm:cxn modelId="{CEC49AB5-AD67-4FE4-A147-9F6BC735FB81}" type="presOf" srcId="{1062E2FE-7014-49F5-A32D-06C22EBA3415}" destId="{5CD3E97F-9A75-4093-8C65-71417581B84B}" srcOrd="0" destOrd="0" presId="urn:microsoft.com/office/officeart/2005/8/layout/hierarchy1"/>
    <dgm:cxn modelId="{7971C213-66EE-4C69-BA29-F892FD2393EA}" type="presParOf" srcId="{34832FEA-E359-42FC-921C-BB79F51100E8}" destId="{57216550-FF04-4E59-8796-F767D4C258C6}" srcOrd="0" destOrd="0" presId="urn:microsoft.com/office/officeart/2005/8/layout/hierarchy1"/>
    <dgm:cxn modelId="{84DB0C9A-2019-43C6-9C3C-EF77B22572ED}" type="presParOf" srcId="{57216550-FF04-4E59-8796-F767D4C258C6}" destId="{FCE2D770-1A3F-4543-845E-2CF40E08E3C2}" srcOrd="0" destOrd="0" presId="urn:microsoft.com/office/officeart/2005/8/layout/hierarchy1"/>
    <dgm:cxn modelId="{58073B59-E87F-4C3F-A16A-F5263507DE01}" type="presParOf" srcId="{FCE2D770-1A3F-4543-845E-2CF40E08E3C2}" destId="{992BDC12-C28A-4EB2-A368-CD443E8E58C3}" srcOrd="0" destOrd="0" presId="urn:microsoft.com/office/officeart/2005/8/layout/hierarchy1"/>
    <dgm:cxn modelId="{AA117F97-1E87-4A4E-9559-9413805E24E1}" type="presParOf" srcId="{FCE2D770-1A3F-4543-845E-2CF40E08E3C2}" destId="{2219C264-DA66-48C3-BA93-ABECC740E5B7}" srcOrd="1" destOrd="0" presId="urn:microsoft.com/office/officeart/2005/8/layout/hierarchy1"/>
    <dgm:cxn modelId="{21299896-2547-4FC3-B40C-6E5267AAE175}" type="presParOf" srcId="{57216550-FF04-4E59-8796-F767D4C258C6}" destId="{041ACCA3-D57D-495A-BDB4-42B35254B26A}" srcOrd="1" destOrd="0" presId="urn:microsoft.com/office/officeart/2005/8/layout/hierarchy1"/>
    <dgm:cxn modelId="{5746EDFF-155A-42D3-8FD8-46D46560C854}" type="presParOf" srcId="{34832FEA-E359-42FC-921C-BB79F51100E8}" destId="{41466E7A-F5ED-45E1-BC92-EDE22C7ADB07}" srcOrd="1" destOrd="0" presId="urn:microsoft.com/office/officeart/2005/8/layout/hierarchy1"/>
    <dgm:cxn modelId="{77FAECFB-62AB-4B65-B048-6F2183DD0C87}" type="presParOf" srcId="{41466E7A-F5ED-45E1-BC92-EDE22C7ADB07}" destId="{808BFDCD-0501-4DA6-B82D-D60EA733D689}" srcOrd="0" destOrd="0" presId="urn:microsoft.com/office/officeart/2005/8/layout/hierarchy1"/>
    <dgm:cxn modelId="{39543A79-E3B1-4330-B525-48D41F2CD50B}" type="presParOf" srcId="{808BFDCD-0501-4DA6-B82D-D60EA733D689}" destId="{0C953AB2-A684-4337-9E3C-136E5E5AE15F}" srcOrd="0" destOrd="0" presId="urn:microsoft.com/office/officeart/2005/8/layout/hierarchy1"/>
    <dgm:cxn modelId="{7A942616-1889-413F-BE5A-911277CABAFC}" type="presParOf" srcId="{808BFDCD-0501-4DA6-B82D-D60EA733D689}" destId="{5CD3E97F-9A75-4093-8C65-71417581B84B}" srcOrd="1" destOrd="0" presId="urn:microsoft.com/office/officeart/2005/8/layout/hierarchy1"/>
    <dgm:cxn modelId="{3523A5F1-B84F-4E28-8FC7-8D334680AA96}" type="presParOf" srcId="{41466E7A-F5ED-45E1-BC92-EDE22C7ADB07}" destId="{BCC4E501-A1F8-4469-A148-295E009B71C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76A79A80-B781-49C8-9506-3EB22316710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5EC2D78-F050-4936-A162-4B33F5975A73}">
      <dgm:prSet/>
      <dgm:spPr/>
      <dgm:t>
        <a:bodyPr/>
        <a:lstStyle/>
        <a:p>
          <a:pPr>
            <a:defRPr cap="all"/>
          </a:pPr>
          <a:r>
            <a:rPr lang="en-US"/>
            <a:t>Revierte cambios.</a:t>
          </a:r>
        </a:p>
      </dgm:t>
    </dgm:pt>
    <dgm:pt modelId="{AA438AFD-DD40-48BC-9955-86B5287DF86C}" type="parTrans" cxnId="{BF60AF97-CADB-4C34-BC16-BD74E0ABAACA}">
      <dgm:prSet/>
      <dgm:spPr/>
      <dgm:t>
        <a:bodyPr/>
        <a:lstStyle/>
        <a:p>
          <a:endParaRPr lang="en-US"/>
        </a:p>
      </dgm:t>
    </dgm:pt>
    <dgm:pt modelId="{5E060344-54CF-4170-9D85-86D9B1D64852}" type="sibTrans" cxnId="{BF60AF97-CADB-4C34-BC16-BD74E0ABAACA}">
      <dgm:prSet/>
      <dgm:spPr/>
      <dgm:t>
        <a:bodyPr/>
        <a:lstStyle/>
        <a:p>
          <a:endParaRPr lang="en-US"/>
        </a:p>
      </dgm:t>
    </dgm:pt>
    <dgm:pt modelId="{2296029C-EA45-42B1-AE0E-6F4904A041AB}">
      <dgm:prSet/>
      <dgm:spPr/>
      <dgm:t>
        <a:bodyPr/>
        <a:lstStyle/>
        <a:p>
          <a:pPr>
            <a:defRPr cap="all"/>
          </a:pPr>
          <a:r>
            <a:rPr lang="en-US"/>
            <a:t>ROLLBACK;</a:t>
          </a:r>
        </a:p>
      </dgm:t>
    </dgm:pt>
    <dgm:pt modelId="{49B569DC-609D-4DFB-9A16-69876A080C40}" type="parTrans" cxnId="{90225129-704B-4892-96C3-1445D4A87883}">
      <dgm:prSet/>
      <dgm:spPr/>
      <dgm:t>
        <a:bodyPr/>
        <a:lstStyle/>
        <a:p>
          <a:endParaRPr lang="en-US"/>
        </a:p>
      </dgm:t>
    </dgm:pt>
    <dgm:pt modelId="{6ABBBCD4-ECBF-453D-84FF-42A3988D2248}" type="sibTrans" cxnId="{90225129-704B-4892-96C3-1445D4A87883}">
      <dgm:prSet/>
      <dgm:spPr/>
      <dgm:t>
        <a:bodyPr/>
        <a:lstStyle/>
        <a:p>
          <a:endParaRPr lang="en-US"/>
        </a:p>
      </dgm:t>
    </dgm:pt>
    <dgm:pt modelId="{510286F2-9361-4D7B-9609-0C8CC1DCBD47}" type="pres">
      <dgm:prSet presAssocID="{76A79A80-B781-49C8-9506-3EB223167101}" presName="root" presStyleCnt="0">
        <dgm:presLayoutVars>
          <dgm:dir/>
          <dgm:resizeHandles val="exact"/>
        </dgm:presLayoutVars>
      </dgm:prSet>
      <dgm:spPr/>
    </dgm:pt>
    <dgm:pt modelId="{4A56E10B-E762-4882-8B24-9BA56F6E8368}" type="pres">
      <dgm:prSet presAssocID="{35EC2D78-F050-4936-A162-4B33F5975A73}" presName="compNode" presStyleCnt="0"/>
      <dgm:spPr/>
    </dgm:pt>
    <dgm:pt modelId="{E63D1566-A3CD-4408-8AE5-2E40CB595AD0}" type="pres">
      <dgm:prSet presAssocID="{35EC2D78-F050-4936-A162-4B33F5975A73}" presName="iconBgRect" presStyleLbl="bgShp" presStyleIdx="0" presStyleCnt="2"/>
      <dgm:spPr/>
    </dgm:pt>
    <dgm:pt modelId="{2E5775E6-0753-43A7-B316-7D2F64F0C104}" type="pres">
      <dgm:prSet presAssocID="{35EC2D78-F050-4936-A162-4B33F5975A7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tir"/>
        </a:ext>
      </dgm:extLst>
    </dgm:pt>
    <dgm:pt modelId="{E9EB7583-4317-4385-8BE2-EF52F8720577}" type="pres">
      <dgm:prSet presAssocID="{35EC2D78-F050-4936-A162-4B33F5975A73}" presName="spaceRect" presStyleCnt="0"/>
      <dgm:spPr/>
    </dgm:pt>
    <dgm:pt modelId="{7F3C7317-929C-4FD0-BE93-74C90D412E1A}" type="pres">
      <dgm:prSet presAssocID="{35EC2D78-F050-4936-A162-4B33F5975A73}" presName="textRect" presStyleLbl="revTx" presStyleIdx="0" presStyleCnt="2">
        <dgm:presLayoutVars>
          <dgm:chMax val="1"/>
          <dgm:chPref val="1"/>
        </dgm:presLayoutVars>
      </dgm:prSet>
      <dgm:spPr/>
    </dgm:pt>
    <dgm:pt modelId="{21A7A353-49D2-4754-AC5A-3E1C132AD3C4}" type="pres">
      <dgm:prSet presAssocID="{5E060344-54CF-4170-9D85-86D9B1D64852}" presName="sibTrans" presStyleCnt="0"/>
      <dgm:spPr/>
    </dgm:pt>
    <dgm:pt modelId="{3A8AD0DE-C0C4-408F-AC41-6CDBBD01A441}" type="pres">
      <dgm:prSet presAssocID="{2296029C-EA45-42B1-AE0E-6F4904A041AB}" presName="compNode" presStyleCnt="0"/>
      <dgm:spPr/>
    </dgm:pt>
    <dgm:pt modelId="{53AAADAA-487A-42B1-A9EA-DEE6B02E4BD1}" type="pres">
      <dgm:prSet presAssocID="{2296029C-EA45-42B1-AE0E-6F4904A041AB}" presName="iconBgRect" presStyleLbl="bgShp" presStyleIdx="1" presStyleCnt="2"/>
      <dgm:spPr/>
    </dgm:pt>
    <dgm:pt modelId="{EEF45439-F82F-4F1B-8262-502C205C4734}" type="pres">
      <dgm:prSet presAssocID="{2296029C-EA45-42B1-AE0E-6F4904A041A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do"/>
        </a:ext>
      </dgm:extLst>
    </dgm:pt>
    <dgm:pt modelId="{43813CB8-81E4-4269-BEB4-6B4BE258FA22}" type="pres">
      <dgm:prSet presAssocID="{2296029C-EA45-42B1-AE0E-6F4904A041AB}" presName="spaceRect" presStyleCnt="0"/>
      <dgm:spPr/>
    </dgm:pt>
    <dgm:pt modelId="{358FF4D5-AA94-456D-98FC-643CD4DAF1E6}" type="pres">
      <dgm:prSet presAssocID="{2296029C-EA45-42B1-AE0E-6F4904A041A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0225129-704B-4892-96C3-1445D4A87883}" srcId="{76A79A80-B781-49C8-9506-3EB223167101}" destId="{2296029C-EA45-42B1-AE0E-6F4904A041AB}" srcOrd="1" destOrd="0" parTransId="{49B569DC-609D-4DFB-9A16-69876A080C40}" sibTransId="{6ABBBCD4-ECBF-453D-84FF-42A3988D2248}"/>
    <dgm:cxn modelId="{A3F35C43-8E86-4344-A4F9-CD9F6FA6838D}" type="presOf" srcId="{76A79A80-B781-49C8-9506-3EB223167101}" destId="{510286F2-9361-4D7B-9609-0C8CC1DCBD47}" srcOrd="0" destOrd="0" presId="urn:microsoft.com/office/officeart/2018/5/layout/IconCircleLabelList"/>
    <dgm:cxn modelId="{BF60AF97-CADB-4C34-BC16-BD74E0ABAACA}" srcId="{76A79A80-B781-49C8-9506-3EB223167101}" destId="{35EC2D78-F050-4936-A162-4B33F5975A73}" srcOrd="0" destOrd="0" parTransId="{AA438AFD-DD40-48BC-9955-86B5287DF86C}" sibTransId="{5E060344-54CF-4170-9D85-86D9B1D64852}"/>
    <dgm:cxn modelId="{5BAD34A6-AC45-4CBD-A3EB-FC60526F34EC}" type="presOf" srcId="{2296029C-EA45-42B1-AE0E-6F4904A041AB}" destId="{358FF4D5-AA94-456D-98FC-643CD4DAF1E6}" srcOrd="0" destOrd="0" presId="urn:microsoft.com/office/officeart/2018/5/layout/IconCircleLabelList"/>
    <dgm:cxn modelId="{3E8CC2E4-0316-4E7D-80EE-0760820ABD1E}" type="presOf" srcId="{35EC2D78-F050-4936-A162-4B33F5975A73}" destId="{7F3C7317-929C-4FD0-BE93-74C90D412E1A}" srcOrd="0" destOrd="0" presId="urn:microsoft.com/office/officeart/2018/5/layout/IconCircleLabelList"/>
    <dgm:cxn modelId="{EC2B517D-83AF-4F86-987D-729865933E88}" type="presParOf" srcId="{510286F2-9361-4D7B-9609-0C8CC1DCBD47}" destId="{4A56E10B-E762-4882-8B24-9BA56F6E8368}" srcOrd="0" destOrd="0" presId="urn:microsoft.com/office/officeart/2018/5/layout/IconCircleLabelList"/>
    <dgm:cxn modelId="{83C2F713-65CC-44F8-83BD-63EA777409AB}" type="presParOf" srcId="{4A56E10B-E762-4882-8B24-9BA56F6E8368}" destId="{E63D1566-A3CD-4408-8AE5-2E40CB595AD0}" srcOrd="0" destOrd="0" presId="urn:microsoft.com/office/officeart/2018/5/layout/IconCircleLabelList"/>
    <dgm:cxn modelId="{FEC27D48-A05F-4400-827F-DA1A29BB52A7}" type="presParOf" srcId="{4A56E10B-E762-4882-8B24-9BA56F6E8368}" destId="{2E5775E6-0753-43A7-B316-7D2F64F0C104}" srcOrd="1" destOrd="0" presId="urn:microsoft.com/office/officeart/2018/5/layout/IconCircleLabelList"/>
    <dgm:cxn modelId="{C5E13BEA-E3A3-4998-9957-705FCA7BE21F}" type="presParOf" srcId="{4A56E10B-E762-4882-8B24-9BA56F6E8368}" destId="{E9EB7583-4317-4385-8BE2-EF52F8720577}" srcOrd="2" destOrd="0" presId="urn:microsoft.com/office/officeart/2018/5/layout/IconCircleLabelList"/>
    <dgm:cxn modelId="{6E6A0C87-D015-4F33-8CEB-11D6774E8306}" type="presParOf" srcId="{4A56E10B-E762-4882-8B24-9BA56F6E8368}" destId="{7F3C7317-929C-4FD0-BE93-74C90D412E1A}" srcOrd="3" destOrd="0" presId="urn:microsoft.com/office/officeart/2018/5/layout/IconCircleLabelList"/>
    <dgm:cxn modelId="{F1080B81-65C3-4BC4-B3CC-22C89F8CDE57}" type="presParOf" srcId="{510286F2-9361-4D7B-9609-0C8CC1DCBD47}" destId="{21A7A353-49D2-4754-AC5A-3E1C132AD3C4}" srcOrd="1" destOrd="0" presId="urn:microsoft.com/office/officeart/2018/5/layout/IconCircleLabelList"/>
    <dgm:cxn modelId="{CA211BA4-D2A3-4060-A3D6-4C3B195AFE6D}" type="presParOf" srcId="{510286F2-9361-4D7B-9609-0C8CC1DCBD47}" destId="{3A8AD0DE-C0C4-408F-AC41-6CDBBD01A441}" srcOrd="2" destOrd="0" presId="urn:microsoft.com/office/officeart/2018/5/layout/IconCircleLabelList"/>
    <dgm:cxn modelId="{F0777F5B-CF14-4CA5-A9CD-8B3A60E1F407}" type="presParOf" srcId="{3A8AD0DE-C0C4-408F-AC41-6CDBBD01A441}" destId="{53AAADAA-487A-42B1-A9EA-DEE6B02E4BD1}" srcOrd="0" destOrd="0" presId="urn:microsoft.com/office/officeart/2018/5/layout/IconCircleLabelList"/>
    <dgm:cxn modelId="{27BECD68-1780-4492-8C4A-D92CA1C95E00}" type="presParOf" srcId="{3A8AD0DE-C0C4-408F-AC41-6CDBBD01A441}" destId="{EEF45439-F82F-4F1B-8262-502C205C4734}" srcOrd="1" destOrd="0" presId="urn:microsoft.com/office/officeart/2018/5/layout/IconCircleLabelList"/>
    <dgm:cxn modelId="{9EB1C126-2C22-4C98-BDEB-A3620C17902C}" type="presParOf" srcId="{3A8AD0DE-C0C4-408F-AC41-6CDBBD01A441}" destId="{43813CB8-81E4-4269-BEB4-6B4BE258FA22}" srcOrd="2" destOrd="0" presId="urn:microsoft.com/office/officeart/2018/5/layout/IconCircleLabelList"/>
    <dgm:cxn modelId="{98ED2064-A3C2-41DF-8C10-552A88444955}" type="presParOf" srcId="{3A8AD0DE-C0C4-408F-AC41-6CDBBD01A441}" destId="{358FF4D5-AA94-456D-98FC-643CD4DAF1E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1737CAFE-52C0-4C5F-A7D2-A730ED6D0F5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22F5A1-D2FD-4ACD-A85B-7EE6D040B03A}">
      <dgm:prSet/>
      <dgm:spPr/>
      <dgm:t>
        <a:bodyPr/>
        <a:lstStyle/>
        <a:p>
          <a:r>
            <a:rPr lang="en-US"/>
            <a:t>Elimina duplicados.</a:t>
          </a:r>
        </a:p>
      </dgm:t>
    </dgm:pt>
    <dgm:pt modelId="{E5126565-FAFC-4905-B844-866122FD00A4}" type="parTrans" cxnId="{D01CFF43-33F4-4003-A10C-31383CA83212}">
      <dgm:prSet/>
      <dgm:spPr/>
      <dgm:t>
        <a:bodyPr/>
        <a:lstStyle/>
        <a:p>
          <a:endParaRPr lang="en-US"/>
        </a:p>
      </dgm:t>
    </dgm:pt>
    <dgm:pt modelId="{AA61611B-86B2-45E6-AF0A-C0984DAB559D}" type="sibTrans" cxnId="{D01CFF43-33F4-4003-A10C-31383CA83212}">
      <dgm:prSet/>
      <dgm:spPr/>
      <dgm:t>
        <a:bodyPr/>
        <a:lstStyle/>
        <a:p>
          <a:endParaRPr lang="en-US"/>
        </a:p>
      </dgm:t>
    </dgm:pt>
    <dgm:pt modelId="{89666CD2-0AA3-47E7-A8D0-BE798FD4A1B8}">
      <dgm:prSet/>
      <dgm:spPr/>
      <dgm:t>
        <a:bodyPr/>
        <a:lstStyle/>
        <a:p>
          <a:r>
            <a:rPr lang="en-US"/>
            <a:t>SELECT DISTINCT edad FROM alumno;</a:t>
          </a:r>
        </a:p>
      </dgm:t>
    </dgm:pt>
    <dgm:pt modelId="{0B12D323-DC23-4FB9-8763-C6894DB2D45E}" type="parTrans" cxnId="{EF2EA7A5-4D5A-4C49-80E6-951F4EC248AA}">
      <dgm:prSet/>
      <dgm:spPr/>
      <dgm:t>
        <a:bodyPr/>
        <a:lstStyle/>
        <a:p>
          <a:endParaRPr lang="en-US"/>
        </a:p>
      </dgm:t>
    </dgm:pt>
    <dgm:pt modelId="{CBB3CB12-DEA8-4489-9D7A-0339D87CF0BB}" type="sibTrans" cxnId="{EF2EA7A5-4D5A-4C49-80E6-951F4EC248AA}">
      <dgm:prSet/>
      <dgm:spPr/>
      <dgm:t>
        <a:bodyPr/>
        <a:lstStyle/>
        <a:p>
          <a:endParaRPr lang="en-US"/>
        </a:p>
      </dgm:t>
    </dgm:pt>
    <dgm:pt modelId="{4386D83D-2D8C-44E2-ADF1-E9A037E08544}" type="pres">
      <dgm:prSet presAssocID="{1737CAFE-52C0-4C5F-A7D2-A730ED6D0F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4ADB94F-4D85-469B-BF34-6B552766901E}" type="pres">
      <dgm:prSet presAssocID="{7E22F5A1-D2FD-4ACD-A85B-7EE6D040B03A}" presName="hierRoot1" presStyleCnt="0"/>
      <dgm:spPr/>
    </dgm:pt>
    <dgm:pt modelId="{EF3442B0-60FF-4E66-8421-949B1B877206}" type="pres">
      <dgm:prSet presAssocID="{7E22F5A1-D2FD-4ACD-A85B-7EE6D040B03A}" presName="composite" presStyleCnt="0"/>
      <dgm:spPr/>
    </dgm:pt>
    <dgm:pt modelId="{001DEBBE-C3E9-4A14-B8E6-A587B48965AC}" type="pres">
      <dgm:prSet presAssocID="{7E22F5A1-D2FD-4ACD-A85B-7EE6D040B03A}" presName="background" presStyleLbl="node0" presStyleIdx="0" presStyleCnt="2"/>
      <dgm:spPr/>
    </dgm:pt>
    <dgm:pt modelId="{FCC2EA61-7CD0-412F-B632-2B5B60B6F622}" type="pres">
      <dgm:prSet presAssocID="{7E22F5A1-D2FD-4ACD-A85B-7EE6D040B03A}" presName="text" presStyleLbl="fgAcc0" presStyleIdx="0" presStyleCnt="2">
        <dgm:presLayoutVars>
          <dgm:chPref val="3"/>
        </dgm:presLayoutVars>
      </dgm:prSet>
      <dgm:spPr/>
    </dgm:pt>
    <dgm:pt modelId="{7471541E-98BF-4F05-ABCE-4AD74E2C168E}" type="pres">
      <dgm:prSet presAssocID="{7E22F5A1-D2FD-4ACD-A85B-7EE6D040B03A}" presName="hierChild2" presStyleCnt="0"/>
      <dgm:spPr/>
    </dgm:pt>
    <dgm:pt modelId="{D6B0D33C-FCD1-406A-8CF0-7E33F9955934}" type="pres">
      <dgm:prSet presAssocID="{89666CD2-0AA3-47E7-A8D0-BE798FD4A1B8}" presName="hierRoot1" presStyleCnt="0"/>
      <dgm:spPr/>
    </dgm:pt>
    <dgm:pt modelId="{BF3F4209-75D7-4592-A2BB-91EF59B7EA15}" type="pres">
      <dgm:prSet presAssocID="{89666CD2-0AA3-47E7-A8D0-BE798FD4A1B8}" presName="composite" presStyleCnt="0"/>
      <dgm:spPr/>
    </dgm:pt>
    <dgm:pt modelId="{D4757D63-3D51-47D2-93C3-60712C7EA551}" type="pres">
      <dgm:prSet presAssocID="{89666CD2-0AA3-47E7-A8D0-BE798FD4A1B8}" presName="background" presStyleLbl="node0" presStyleIdx="1" presStyleCnt="2"/>
      <dgm:spPr/>
    </dgm:pt>
    <dgm:pt modelId="{0D3898D6-A8B4-48E9-926B-0533EBCD0579}" type="pres">
      <dgm:prSet presAssocID="{89666CD2-0AA3-47E7-A8D0-BE798FD4A1B8}" presName="text" presStyleLbl="fgAcc0" presStyleIdx="1" presStyleCnt="2">
        <dgm:presLayoutVars>
          <dgm:chPref val="3"/>
        </dgm:presLayoutVars>
      </dgm:prSet>
      <dgm:spPr/>
    </dgm:pt>
    <dgm:pt modelId="{E512CA06-E963-4566-A806-CE7DF34E273F}" type="pres">
      <dgm:prSet presAssocID="{89666CD2-0AA3-47E7-A8D0-BE798FD4A1B8}" presName="hierChild2" presStyleCnt="0"/>
      <dgm:spPr/>
    </dgm:pt>
  </dgm:ptLst>
  <dgm:cxnLst>
    <dgm:cxn modelId="{AB8C6929-9E28-486D-9F15-20342B13C2ED}" type="presOf" srcId="{1737CAFE-52C0-4C5F-A7D2-A730ED6D0F5A}" destId="{4386D83D-2D8C-44E2-ADF1-E9A037E08544}" srcOrd="0" destOrd="0" presId="urn:microsoft.com/office/officeart/2005/8/layout/hierarchy1"/>
    <dgm:cxn modelId="{D01CFF43-33F4-4003-A10C-31383CA83212}" srcId="{1737CAFE-52C0-4C5F-A7D2-A730ED6D0F5A}" destId="{7E22F5A1-D2FD-4ACD-A85B-7EE6D040B03A}" srcOrd="0" destOrd="0" parTransId="{E5126565-FAFC-4905-B844-866122FD00A4}" sibTransId="{AA61611B-86B2-45E6-AF0A-C0984DAB559D}"/>
    <dgm:cxn modelId="{34AB0283-532B-4E77-B3E5-433273E78C18}" type="presOf" srcId="{89666CD2-0AA3-47E7-A8D0-BE798FD4A1B8}" destId="{0D3898D6-A8B4-48E9-926B-0533EBCD0579}" srcOrd="0" destOrd="0" presId="urn:microsoft.com/office/officeart/2005/8/layout/hierarchy1"/>
    <dgm:cxn modelId="{EF2EA7A5-4D5A-4C49-80E6-951F4EC248AA}" srcId="{1737CAFE-52C0-4C5F-A7D2-A730ED6D0F5A}" destId="{89666CD2-0AA3-47E7-A8D0-BE798FD4A1B8}" srcOrd="1" destOrd="0" parTransId="{0B12D323-DC23-4FB9-8763-C6894DB2D45E}" sibTransId="{CBB3CB12-DEA8-4489-9D7A-0339D87CF0BB}"/>
    <dgm:cxn modelId="{C6AF3EDC-87D5-4043-8C2C-401D13C0CAC9}" type="presOf" srcId="{7E22F5A1-D2FD-4ACD-A85B-7EE6D040B03A}" destId="{FCC2EA61-7CD0-412F-B632-2B5B60B6F622}" srcOrd="0" destOrd="0" presId="urn:microsoft.com/office/officeart/2005/8/layout/hierarchy1"/>
    <dgm:cxn modelId="{24299982-618B-4173-A0E6-A9BEB731E8F8}" type="presParOf" srcId="{4386D83D-2D8C-44E2-ADF1-E9A037E08544}" destId="{54ADB94F-4D85-469B-BF34-6B552766901E}" srcOrd="0" destOrd="0" presId="urn:microsoft.com/office/officeart/2005/8/layout/hierarchy1"/>
    <dgm:cxn modelId="{D644AE89-11BE-4B68-908D-16EAA87DEB8F}" type="presParOf" srcId="{54ADB94F-4D85-469B-BF34-6B552766901E}" destId="{EF3442B0-60FF-4E66-8421-949B1B877206}" srcOrd="0" destOrd="0" presId="urn:microsoft.com/office/officeart/2005/8/layout/hierarchy1"/>
    <dgm:cxn modelId="{85B12BE7-FB8A-4679-A65F-AD263AC7D4BE}" type="presParOf" srcId="{EF3442B0-60FF-4E66-8421-949B1B877206}" destId="{001DEBBE-C3E9-4A14-B8E6-A587B48965AC}" srcOrd="0" destOrd="0" presId="urn:microsoft.com/office/officeart/2005/8/layout/hierarchy1"/>
    <dgm:cxn modelId="{3EBE544B-FED4-471A-82A7-09B383676F64}" type="presParOf" srcId="{EF3442B0-60FF-4E66-8421-949B1B877206}" destId="{FCC2EA61-7CD0-412F-B632-2B5B60B6F622}" srcOrd="1" destOrd="0" presId="urn:microsoft.com/office/officeart/2005/8/layout/hierarchy1"/>
    <dgm:cxn modelId="{38ECDF26-B21B-45D1-96DC-4BA6B794A630}" type="presParOf" srcId="{54ADB94F-4D85-469B-BF34-6B552766901E}" destId="{7471541E-98BF-4F05-ABCE-4AD74E2C168E}" srcOrd="1" destOrd="0" presId="urn:microsoft.com/office/officeart/2005/8/layout/hierarchy1"/>
    <dgm:cxn modelId="{183B613D-279E-443D-8EC9-2EF42F7F7282}" type="presParOf" srcId="{4386D83D-2D8C-44E2-ADF1-E9A037E08544}" destId="{D6B0D33C-FCD1-406A-8CF0-7E33F9955934}" srcOrd="1" destOrd="0" presId="urn:microsoft.com/office/officeart/2005/8/layout/hierarchy1"/>
    <dgm:cxn modelId="{E2FAA180-9567-4D85-9130-627E4B8AB21F}" type="presParOf" srcId="{D6B0D33C-FCD1-406A-8CF0-7E33F9955934}" destId="{BF3F4209-75D7-4592-A2BB-91EF59B7EA15}" srcOrd="0" destOrd="0" presId="urn:microsoft.com/office/officeart/2005/8/layout/hierarchy1"/>
    <dgm:cxn modelId="{9ABFDAE9-1C30-402F-8CDF-F2D165E566DA}" type="presParOf" srcId="{BF3F4209-75D7-4592-A2BB-91EF59B7EA15}" destId="{D4757D63-3D51-47D2-93C3-60712C7EA551}" srcOrd="0" destOrd="0" presId="urn:microsoft.com/office/officeart/2005/8/layout/hierarchy1"/>
    <dgm:cxn modelId="{D2DB5EC5-DA84-4924-B8EF-9A8B92A649D3}" type="presParOf" srcId="{BF3F4209-75D7-4592-A2BB-91EF59B7EA15}" destId="{0D3898D6-A8B4-48E9-926B-0533EBCD0579}" srcOrd="1" destOrd="0" presId="urn:microsoft.com/office/officeart/2005/8/layout/hierarchy1"/>
    <dgm:cxn modelId="{A2024192-C5E0-48B8-8CDB-947161DE15FF}" type="presParOf" srcId="{D6B0D33C-FCD1-406A-8CF0-7E33F9955934}" destId="{E512CA06-E963-4566-A806-CE7DF34E273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EE88B211-8DBC-4883-831C-0CA927E11BD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93A32B-60F3-430E-AFE3-582315AD2C98}">
      <dgm:prSet/>
      <dgm:spPr/>
      <dgm:t>
        <a:bodyPr/>
        <a:lstStyle/>
        <a:p>
          <a:r>
            <a:rPr lang="en-US"/>
            <a:t>Une consultas.</a:t>
          </a:r>
        </a:p>
      </dgm:t>
    </dgm:pt>
    <dgm:pt modelId="{9C551C62-9A18-4A69-AF34-4770AE3B010A}" type="parTrans" cxnId="{310FC9FE-427F-4DD7-A7E2-725FB2A19EFD}">
      <dgm:prSet/>
      <dgm:spPr/>
      <dgm:t>
        <a:bodyPr/>
        <a:lstStyle/>
        <a:p>
          <a:endParaRPr lang="en-US"/>
        </a:p>
      </dgm:t>
    </dgm:pt>
    <dgm:pt modelId="{2D88856A-42AD-4D26-AFEB-8461F3684399}" type="sibTrans" cxnId="{310FC9FE-427F-4DD7-A7E2-725FB2A19EFD}">
      <dgm:prSet/>
      <dgm:spPr/>
      <dgm:t>
        <a:bodyPr/>
        <a:lstStyle/>
        <a:p>
          <a:endParaRPr lang="en-US"/>
        </a:p>
      </dgm:t>
    </dgm:pt>
    <dgm:pt modelId="{3B204203-FA22-4F93-A806-87DF71537FF5}">
      <dgm:prSet/>
      <dgm:spPr/>
      <dgm:t>
        <a:bodyPr/>
        <a:lstStyle/>
        <a:p>
          <a:r>
            <a:rPr lang="en-US"/>
            <a:t>SELECT nombre FROM alumno UNION SELECT nombre FROM profesor;</a:t>
          </a:r>
        </a:p>
      </dgm:t>
    </dgm:pt>
    <dgm:pt modelId="{A8FFCA21-D832-4C84-B397-D6DAA1A3D824}" type="parTrans" cxnId="{38149EB8-FBB6-47E2-866A-0C8D654F093F}">
      <dgm:prSet/>
      <dgm:spPr/>
      <dgm:t>
        <a:bodyPr/>
        <a:lstStyle/>
        <a:p>
          <a:endParaRPr lang="en-US"/>
        </a:p>
      </dgm:t>
    </dgm:pt>
    <dgm:pt modelId="{B4A6577D-F90D-431A-94CD-6C6A85BC9EE4}" type="sibTrans" cxnId="{38149EB8-FBB6-47E2-866A-0C8D654F093F}">
      <dgm:prSet/>
      <dgm:spPr/>
      <dgm:t>
        <a:bodyPr/>
        <a:lstStyle/>
        <a:p>
          <a:endParaRPr lang="en-US"/>
        </a:p>
      </dgm:t>
    </dgm:pt>
    <dgm:pt modelId="{0FA86E58-3C40-44D2-8F62-BBAB0BF756F6}" type="pres">
      <dgm:prSet presAssocID="{EE88B211-8DBC-4883-831C-0CA927E11BD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99F15E3-2C45-4E01-A147-18D9EEBF23C8}" type="pres">
      <dgm:prSet presAssocID="{7D93A32B-60F3-430E-AFE3-582315AD2C98}" presName="hierRoot1" presStyleCnt="0"/>
      <dgm:spPr/>
    </dgm:pt>
    <dgm:pt modelId="{35DC4B2D-5FA6-474C-B14F-464798DCB7D9}" type="pres">
      <dgm:prSet presAssocID="{7D93A32B-60F3-430E-AFE3-582315AD2C98}" presName="composite" presStyleCnt="0"/>
      <dgm:spPr/>
    </dgm:pt>
    <dgm:pt modelId="{3D76D41C-BF77-46AF-9F24-CE916A2CBAA6}" type="pres">
      <dgm:prSet presAssocID="{7D93A32B-60F3-430E-AFE3-582315AD2C98}" presName="background" presStyleLbl="node0" presStyleIdx="0" presStyleCnt="2"/>
      <dgm:spPr/>
    </dgm:pt>
    <dgm:pt modelId="{2CCB00F8-77DB-4653-985D-423E2994C3A4}" type="pres">
      <dgm:prSet presAssocID="{7D93A32B-60F3-430E-AFE3-582315AD2C98}" presName="text" presStyleLbl="fgAcc0" presStyleIdx="0" presStyleCnt="2">
        <dgm:presLayoutVars>
          <dgm:chPref val="3"/>
        </dgm:presLayoutVars>
      </dgm:prSet>
      <dgm:spPr/>
    </dgm:pt>
    <dgm:pt modelId="{30183BDA-5966-4BDF-9158-F20F2EC79595}" type="pres">
      <dgm:prSet presAssocID="{7D93A32B-60F3-430E-AFE3-582315AD2C98}" presName="hierChild2" presStyleCnt="0"/>
      <dgm:spPr/>
    </dgm:pt>
    <dgm:pt modelId="{475EFF42-B2AD-46A7-820B-60F07E00A50B}" type="pres">
      <dgm:prSet presAssocID="{3B204203-FA22-4F93-A806-87DF71537FF5}" presName="hierRoot1" presStyleCnt="0"/>
      <dgm:spPr/>
    </dgm:pt>
    <dgm:pt modelId="{48D1950F-7748-4A4F-AA84-C7F83FE9D61C}" type="pres">
      <dgm:prSet presAssocID="{3B204203-FA22-4F93-A806-87DF71537FF5}" presName="composite" presStyleCnt="0"/>
      <dgm:spPr/>
    </dgm:pt>
    <dgm:pt modelId="{A81D2253-677F-4813-BD48-F979D5CC8EC8}" type="pres">
      <dgm:prSet presAssocID="{3B204203-FA22-4F93-A806-87DF71537FF5}" presName="background" presStyleLbl="node0" presStyleIdx="1" presStyleCnt="2"/>
      <dgm:spPr/>
    </dgm:pt>
    <dgm:pt modelId="{61BDCC0C-FD90-46F5-A3D0-53F50CBEA335}" type="pres">
      <dgm:prSet presAssocID="{3B204203-FA22-4F93-A806-87DF71537FF5}" presName="text" presStyleLbl="fgAcc0" presStyleIdx="1" presStyleCnt="2">
        <dgm:presLayoutVars>
          <dgm:chPref val="3"/>
        </dgm:presLayoutVars>
      </dgm:prSet>
      <dgm:spPr/>
    </dgm:pt>
    <dgm:pt modelId="{0A153AAB-A6F8-4E34-8727-DB5AC94F97F3}" type="pres">
      <dgm:prSet presAssocID="{3B204203-FA22-4F93-A806-87DF71537FF5}" presName="hierChild2" presStyleCnt="0"/>
      <dgm:spPr/>
    </dgm:pt>
  </dgm:ptLst>
  <dgm:cxnLst>
    <dgm:cxn modelId="{9560EC14-DDD9-4079-8648-AEC5E15832BD}" type="presOf" srcId="{7D93A32B-60F3-430E-AFE3-582315AD2C98}" destId="{2CCB00F8-77DB-4653-985D-423E2994C3A4}" srcOrd="0" destOrd="0" presId="urn:microsoft.com/office/officeart/2005/8/layout/hierarchy1"/>
    <dgm:cxn modelId="{4FF9956C-6767-4E48-9EC3-52924B386354}" type="presOf" srcId="{EE88B211-8DBC-4883-831C-0CA927E11BD3}" destId="{0FA86E58-3C40-44D2-8F62-BBAB0BF756F6}" srcOrd="0" destOrd="0" presId="urn:microsoft.com/office/officeart/2005/8/layout/hierarchy1"/>
    <dgm:cxn modelId="{38149EB8-FBB6-47E2-866A-0C8D654F093F}" srcId="{EE88B211-8DBC-4883-831C-0CA927E11BD3}" destId="{3B204203-FA22-4F93-A806-87DF71537FF5}" srcOrd="1" destOrd="0" parTransId="{A8FFCA21-D832-4C84-B397-D6DAA1A3D824}" sibTransId="{B4A6577D-F90D-431A-94CD-6C6A85BC9EE4}"/>
    <dgm:cxn modelId="{8FA255F4-0A7F-42F8-AAD1-A81E4622E98D}" type="presOf" srcId="{3B204203-FA22-4F93-A806-87DF71537FF5}" destId="{61BDCC0C-FD90-46F5-A3D0-53F50CBEA335}" srcOrd="0" destOrd="0" presId="urn:microsoft.com/office/officeart/2005/8/layout/hierarchy1"/>
    <dgm:cxn modelId="{310FC9FE-427F-4DD7-A7E2-725FB2A19EFD}" srcId="{EE88B211-8DBC-4883-831C-0CA927E11BD3}" destId="{7D93A32B-60F3-430E-AFE3-582315AD2C98}" srcOrd="0" destOrd="0" parTransId="{9C551C62-9A18-4A69-AF34-4770AE3B010A}" sibTransId="{2D88856A-42AD-4D26-AFEB-8461F3684399}"/>
    <dgm:cxn modelId="{B199FB8F-740E-4355-A56B-7833DEF76C56}" type="presParOf" srcId="{0FA86E58-3C40-44D2-8F62-BBAB0BF756F6}" destId="{B99F15E3-2C45-4E01-A147-18D9EEBF23C8}" srcOrd="0" destOrd="0" presId="urn:microsoft.com/office/officeart/2005/8/layout/hierarchy1"/>
    <dgm:cxn modelId="{DCC3A8AE-5E89-44E6-B610-3951C6489954}" type="presParOf" srcId="{B99F15E3-2C45-4E01-A147-18D9EEBF23C8}" destId="{35DC4B2D-5FA6-474C-B14F-464798DCB7D9}" srcOrd="0" destOrd="0" presId="urn:microsoft.com/office/officeart/2005/8/layout/hierarchy1"/>
    <dgm:cxn modelId="{CCFF4130-F0CA-4019-8EF2-26FE23166642}" type="presParOf" srcId="{35DC4B2D-5FA6-474C-B14F-464798DCB7D9}" destId="{3D76D41C-BF77-46AF-9F24-CE916A2CBAA6}" srcOrd="0" destOrd="0" presId="urn:microsoft.com/office/officeart/2005/8/layout/hierarchy1"/>
    <dgm:cxn modelId="{A65E8C62-2041-4C26-933F-9062487467D5}" type="presParOf" srcId="{35DC4B2D-5FA6-474C-B14F-464798DCB7D9}" destId="{2CCB00F8-77DB-4653-985D-423E2994C3A4}" srcOrd="1" destOrd="0" presId="urn:microsoft.com/office/officeart/2005/8/layout/hierarchy1"/>
    <dgm:cxn modelId="{884A2014-F3A5-409B-B402-3B2F03111E5E}" type="presParOf" srcId="{B99F15E3-2C45-4E01-A147-18D9EEBF23C8}" destId="{30183BDA-5966-4BDF-9158-F20F2EC79595}" srcOrd="1" destOrd="0" presId="urn:microsoft.com/office/officeart/2005/8/layout/hierarchy1"/>
    <dgm:cxn modelId="{0FF85E40-70DD-4062-A6D2-79BD4B2E5DFA}" type="presParOf" srcId="{0FA86E58-3C40-44D2-8F62-BBAB0BF756F6}" destId="{475EFF42-B2AD-46A7-820B-60F07E00A50B}" srcOrd="1" destOrd="0" presId="urn:microsoft.com/office/officeart/2005/8/layout/hierarchy1"/>
    <dgm:cxn modelId="{64B88E78-3F59-4959-B2F8-A90DFBAFCC71}" type="presParOf" srcId="{475EFF42-B2AD-46A7-820B-60F07E00A50B}" destId="{48D1950F-7748-4A4F-AA84-C7F83FE9D61C}" srcOrd="0" destOrd="0" presId="urn:microsoft.com/office/officeart/2005/8/layout/hierarchy1"/>
    <dgm:cxn modelId="{64FCCAF0-7113-450A-875B-F57A1DA1D3FB}" type="presParOf" srcId="{48D1950F-7748-4A4F-AA84-C7F83FE9D61C}" destId="{A81D2253-677F-4813-BD48-F979D5CC8EC8}" srcOrd="0" destOrd="0" presId="urn:microsoft.com/office/officeart/2005/8/layout/hierarchy1"/>
    <dgm:cxn modelId="{4770537D-89BC-4E15-8A5F-5CC63CCE32B1}" type="presParOf" srcId="{48D1950F-7748-4A4F-AA84-C7F83FE9D61C}" destId="{61BDCC0C-FD90-46F5-A3D0-53F50CBEA335}" srcOrd="1" destOrd="0" presId="urn:microsoft.com/office/officeart/2005/8/layout/hierarchy1"/>
    <dgm:cxn modelId="{D2CA41BA-D5D9-491A-87CD-B31F6F3C20FB}" type="presParOf" srcId="{475EFF42-B2AD-46A7-820B-60F07E00A50B}" destId="{0A153AAB-A6F8-4E34-8727-DB5AC94F97F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671D6A47-52C5-421F-AB00-A6896B9993C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64776E5-FB34-4453-BA10-FF8F9A46C424}">
      <dgm:prSet/>
      <dgm:spPr/>
      <dgm:t>
        <a:bodyPr/>
        <a:lstStyle/>
        <a:p>
          <a:r>
            <a:rPr lang="en-US"/>
            <a:t>Condicional.</a:t>
          </a:r>
        </a:p>
      </dgm:t>
    </dgm:pt>
    <dgm:pt modelId="{8EB210F0-49C3-4B0A-8739-4EB8686CC0AB}" type="parTrans" cxnId="{55D096EC-25EE-4A95-8BF3-C22896A99200}">
      <dgm:prSet/>
      <dgm:spPr/>
      <dgm:t>
        <a:bodyPr/>
        <a:lstStyle/>
        <a:p>
          <a:endParaRPr lang="en-US"/>
        </a:p>
      </dgm:t>
    </dgm:pt>
    <dgm:pt modelId="{B810EE11-BF8E-4314-8EF3-22285F19E54B}" type="sibTrans" cxnId="{55D096EC-25EE-4A95-8BF3-C22896A99200}">
      <dgm:prSet/>
      <dgm:spPr/>
      <dgm:t>
        <a:bodyPr/>
        <a:lstStyle/>
        <a:p>
          <a:endParaRPr lang="en-US"/>
        </a:p>
      </dgm:t>
    </dgm:pt>
    <dgm:pt modelId="{5F775D47-BEFA-4B8F-BD0F-958A15CF6168}">
      <dgm:prSet/>
      <dgm:spPr/>
      <dgm:t>
        <a:bodyPr/>
        <a:lstStyle/>
        <a:p>
          <a:r>
            <a:rPr lang="en-US"/>
            <a:t>SELECT nombre, CASE WHEN edad&gt;=18 THEN 'Mayor' ELSE 'Menor' END FROM alumno;</a:t>
          </a:r>
        </a:p>
      </dgm:t>
    </dgm:pt>
    <dgm:pt modelId="{46A1A191-6E78-4B9A-80C1-AC1E458D5F62}" type="parTrans" cxnId="{A8FA5C49-DB96-4893-8C60-4CFC0A8CF308}">
      <dgm:prSet/>
      <dgm:spPr/>
      <dgm:t>
        <a:bodyPr/>
        <a:lstStyle/>
        <a:p>
          <a:endParaRPr lang="en-US"/>
        </a:p>
      </dgm:t>
    </dgm:pt>
    <dgm:pt modelId="{7D68F108-0F49-4E97-9F7F-827F656E3EB1}" type="sibTrans" cxnId="{A8FA5C49-DB96-4893-8C60-4CFC0A8CF308}">
      <dgm:prSet/>
      <dgm:spPr/>
      <dgm:t>
        <a:bodyPr/>
        <a:lstStyle/>
        <a:p>
          <a:endParaRPr lang="en-US"/>
        </a:p>
      </dgm:t>
    </dgm:pt>
    <dgm:pt modelId="{77E1490E-5398-45CF-BB16-D88E9FB95BE3}" type="pres">
      <dgm:prSet presAssocID="{671D6A47-52C5-421F-AB00-A6896B9993C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E1434DE-7F8D-4AC7-8AC5-DBB72D375513}" type="pres">
      <dgm:prSet presAssocID="{864776E5-FB34-4453-BA10-FF8F9A46C424}" presName="hierRoot1" presStyleCnt="0"/>
      <dgm:spPr/>
    </dgm:pt>
    <dgm:pt modelId="{D864CE90-848E-4F0D-8B8A-AB5502488542}" type="pres">
      <dgm:prSet presAssocID="{864776E5-FB34-4453-BA10-FF8F9A46C424}" presName="composite" presStyleCnt="0"/>
      <dgm:spPr/>
    </dgm:pt>
    <dgm:pt modelId="{8C44526D-13F9-4732-9681-1CA939654C58}" type="pres">
      <dgm:prSet presAssocID="{864776E5-FB34-4453-BA10-FF8F9A46C424}" presName="background" presStyleLbl="node0" presStyleIdx="0" presStyleCnt="2"/>
      <dgm:spPr/>
    </dgm:pt>
    <dgm:pt modelId="{A714BD22-18EC-427C-814B-AE43C1F9C37E}" type="pres">
      <dgm:prSet presAssocID="{864776E5-FB34-4453-BA10-FF8F9A46C424}" presName="text" presStyleLbl="fgAcc0" presStyleIdx="0" presStyleCnt="2">
        <dgm:presLayoutVars>
          <dgm:chPref val="3"/>
        </dgm:presLayoutVars>
      </dgm:prSet>
      <dgm:spPr/>
    </dgm:pt>
    <dgm:pt modelId="{E329D154-F1A4-4F48-8027-CD54082AFAFE}" type="pres">
      <dgm:prSet presAssocID="{864776E5-FB34-4453-BA10-FF8F9A46C424}" presName="hierChild2" presStyleCnt="0"/>
      <dgm:spPr/>
    </dgm:pt>
    <dgm:pt modelId="{93627645-E123-44A0-955A-A02F9012DFB5}" type="pres">
      <dgm:prSet presAssocID="{5F775D47-BEFA-4B8F-BD0F-958A15CF6168}" presName="hierRoot1" presStyleCnt="0"/>
      <dgm:spPr/>
    </dgm:pt>
    <dgm:pt modelId="{C2E6AEE3-7AED-4E3E-9A34-FA8AA9BB7AD9}" type="pres">
      <dgm:prSet presAssocID="{5F775D47-BEFA-4B8F-BD0F-958A15CF6168}" presName="composite" presStyleCnt="0"/>
      <dgm:spPr/>
    </dgm:pt>
    <dgm:pt modelId="{4471F310-A0C2-4805-A445-8237AB6AB37B}" type="pres">
      <dgm:prSet presAssocID="{5F775D47-BEFA-4B8F-BD0F-958A15CF6168}" presName="background" presStyleLbl="node0" presStyleIdx="1" presStyleCnt="2"/>
      <dgm:spPr/>
    </dgm:pt>
    <dgm:pt modelId="{52D0DB2D-B75F-4CBC-B222-78169E132D81}" type="pres">
      <dgm:prSet presAssocID="{5F775D47-BEFA-4B8F-BD0F-958A15CF6168}" presName="text" presStyleLbl="fgAcc0" presStyleIdx="1" presStyleCnt="2">
        <dgm:presLayoutVars>
          <dgm:chPref val="3"/>
        </dgm:presLayoutVars>
      </dgm:prSet>
      <dgm:spPr/>
    </dgm:pt>
    <dgm:pt modelId="{D154CE8F-6280-46A0-B461-6256BD28744B}" type="pres">
      <dgm:prSet presAssocID="{5F775D47-BEFA-4B8F-BD0F-958A15CF6168}" presName="hierChild2" presStyleCnt="0"/>
      <dgm:spPr/>
    </dgm:pt>
  </dgm:ptLst>
  <dgm:cxnLst>
    <dgm:cxn modelId="{6E8DB21C-CEC6-4969-9A50-A59E498367C6}" type="presOf" srcId="{864776E5-FB34-4453-BA10-FF8F9A46C424}" destId="{A714BD22-18EC-427C-814B-AE43C1F9C37E}" srcOrd="0" destOrd="0" presId="urn:microsoft.com/office/officeart/2005/8/layout/hierarchy1"/>
    <dgm:cxn modelId="{F7010729-2EF3-471C-8399-6547641BF253}" type="presOf" srcId="{5F775D47-BEFA-4B8F-BD0F-958A15CF6168}" destId="{52D0DB2D-B75F-4CBC-B222-78169E132D81}" srcOrd="0" destOrd="0" presId="urn:microsoft.com/office/officeart/2005/8/layout/hierarchy1"/>
    <dgm:cxn modelId="{A8FA5C49-DB96-4893-8C60-4CFC0A8CF308}" srcId="{671D6A47-52C5-421F-AB00-A6896B9993C0}" destId="{5F775D47-BEFA-4B8F-BD0F-958A15CF6168}" srcOrd="1" destOrd="0" parTransId="{46A1A191-6E78-4B9A-80C1-AC1E458D5F62}" sibTransId="{7D68F108-0F49-4E97-9F7F-827F656E3EB1}"/>
    <dgm:cxn modelId="{A5166C5A-2124-4C94-9C6A-659923DAEDD3}" type="presOf" srcId="{671D6A47-52C5-421F-AB00-A6896B9993C0}" destId="{77E1490E-5398-45CF-BB16-D88E9FB95BE3}" srcOrd="0" destOrd="0" presId="urn:microsoft.com/office/officeart/2005/8/layout/hierarchy1"/>
    <dgm:cxn modelId="{55D096EC-25EE-4A95-8BF3-C22896A99200}" srcId="{671D6A47-52C5-421F-AB00-A6896B9993C0}" destId="{864776E5-FB34-4453-BA10-FF8F9A46C424}" srcOrd="0" destOrd="0" parTransId="{8EB210F0-49C3-4B0A-8739-4EB8686CC0AB}" sibTransId="{B810EE11-BF8E-4314-8EF3-22285F19E54B}"/>
    <dgm:cxn modelId="{4B9C5362-87BA-422F-8145-5781979584DC}" type="presParOf" srcId="{77E1490E-5398-45CF-BB16-D88E9FB95BE3}" destId="{BE1434DE-7F8D-4AC7-8AC5-DBB72D375513}" srcOrd="0" destOrd="0" presId="urn:microsoft.com/office/officeart/2005/8/layout/hierarchy1"/>
    <dgm:cxn modelId="{BD85C19D-CAEF-424B-B971-027CD0F75146}" type="presParOf" srcId="{BE1434DE-7F8D-4AC7-8AC5-DBB72D375513}" destId="{D864CE90-848E-4F0D-8B8A-AB5502488542}" srcOrd="0" destOrd="0" presId="urn:microsoft.com/office/officeart/2005/8/layout/hierarchy1"/>
    <dgm:cxn modelId="{5C24D27D-8DAE-4864-91F7-B7A11130BA81}" type="presParOf" srcId="{D864CE90-848E-4F0D-8B8A-AB5502488542}" destId="{8C44526D-13F9-4732-9681-1CA939654C58}" srcOrd="0" destOrd="0" presId="urn:microsoft.com/office/officeart/2005/8/layout/hierarchy1"/>
    <dgm:cxn modelId="{E16DA386-591A-4D84-8913-CBB731A3CCAE}" type="presParOf" srcId="{D864CE90-848E-4F0D-8B8A-AB5502488542}" destId="{A714BD22-18EC-427C-814B-AE43C1F9C37E}" srcOrd="1" destOrd="0" presId="urn:microsoft.com/office/officeart/2005/8/layout/hierarchy1"/>
    <dgm:cxn modelId="{B871E211-7897-439E-B0B6-95B26482171D}" type="presParOf" srcId="{BE1434DE-7F8D-4AC7-8AC5-DBB72D375513}" destId="{E329D154-F1A4-4F48-8027-CD54082AFAFE}" srcOrd="1" destOrd="0" presId="urn:microsoft.com/office/officeart/2005/8/layout/hierarchy1"/>
    <dgm:cxn modelId="{0078F75A-51D1-414E-82B2-E3AA0F27D575}" type="presParOf" srcId="{77E1490E-5398-45CF-BB16-D88E9FB95BE3}" destId="{93627645-E123-44A0-955A-A02F9012DFB5}" srcOrd="1" destOrd="0" presId="urn:microsoft.com/office/officeart/2005/8/layout/hierarchy1"/>
    <dgm:cxn modelId="{789922C1-0936-4CE8-BD0B-113CA9ED3CAD}" type="presParOf" srcId="{93627645-E123-44A0-955A-A02F9012DFB5}" destId="{C2E6AEE3-7AED-4E3E-9A34-FA8AA9BB7AD9}" srcOrd="0" destOrd="0" presId="urn:microsoft.com/office/officeart/2005/8/layout/hierarchy1"/>
    <dgm:cxn modelId="{ECA6006C-3DE0-4D18-870D-8FC689C48871}" type="presParOf" srcId="{C2E6AEE3-7AED-4E3E-9A34-FA8AA9BB7AD9}" destId="{4471F310-A0C2-4805-A445-8237AB6AB37B}" srcOrd="0" destOrd="0" presId="urn:microsoft.com/office/officeart/2005/8/layout/hierarchy1"/>
    <dgm:cxn modelId="{EAD8420F-4F94-4AC7-8AF3-80E1F2795F42}" type="presParOf" srcId="{C2E6AEE3-7AED-4E3E-9A34-FA8AA9BB7AD9}" destId="{52D0DB2D-B75F-4CBC-B222-78169E132D81}" srcOrd="1" destOrd="0" presId="urn:microsoft.com/office/officeart/2005/8/layout/hierarchy1"/>
    <dgm:cxn modelId="{17F6F938-CE0A-4F3E-B49F-78D1F0310F49}" type="presParOf" srcId="{93627645-E123-44A0-955A-A02F9012DFB5}" destId="{D154CE8F-6280-46A0-B461-6256BD28744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11CE3-4D2B-48BE-97A4-0C10768B7360}">
      <dsp:nvSpPr>
        <dsp:cNvPr id="0" name=""/>
        <dsp:cNvSpPr/>
      </dsp:nvSpPr>
      <dsp:spPr>
        <a:xfrm>
          <a:off x="0" y="187610"/>
          <a:ext cx="5000124" cy="24745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Lenguaje estándar para bases de datos relacionales.</a:t>
          </a:r>
        </a:p>
      </dsp:txBody>
      <dsp:txXfrm>
        <a:off x="120798" y="308408"/>
        <a:ext cx="4758528" cy="2232954"/>
      </dsp:txXfrm>
    </dsp:sp>
    <dsp:sp modelId="{6ED35188-13AD-443D-926C-55BE18741F96}">
      <dsp:nvSpPr>
        <dsp:cNvPr id="0" name=""/>
        <dsp:cNvSpPr/>
      </dsp:nvSpPr>
      <dsp:spPr>
        <a:xfrm>
          <a:off x="0" y="2791759"/>
          <a:ext cx="5000124" cy="247455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SELECT * FROM alumno;</a:t>
          </a:r>
        </a:p>
      </dsp:txBody>
      <dsp:txXfrm>
        <a:off x="120798" y="2912557"/>
        <a:ext cx="4758528" cy="22329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7FCE9-8739-45E3-9958-EE4AD21A8A71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096E50-0BDC-4989-B484-FDA3F481FF4A}">
      <dsp:nvSpPr>
        <dsp:cNvPr id="0" name=""/>
        <dsp:cNvSpPr/>
      </dsp:nvSpPr>
      <dsp:spPr>
        <a:xfrm>
          <a:off x="0" y="0"/>
          <a:ext cx="5000124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t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Crea una base de datos.</a:t>
          </a:r>
        </a:p>
      </dsp:txBody>
      <dsp:txXfrm>
        <a:off x="0" y="0"/>
        <a:ext cx="5000124" cy="2726960"/>
      </dsp:txXfrm>
    </dsp:sp>
    <dsp:sp modelId="{8D4B85BB-F778-475B-A5F8-67FE45EAAA91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4FA357-0F07-410B-874F-69729AC86F07}">
      <dsp:nvSpPr>
        <dsp:cNvPr id="0" name=""/>
        <dsp:cNvSpPr/>
      </dsp:nvSpPr>
      <dsp:spPr>
        <a:xfrm>
          <a:off x="0" y="2726960"/>
          <a:ext cx="5000124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t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CREATE DATABASE instituto;</a:t>
          </a:r>
        </a:p>
      </dsp:txBody>
      <dsp:txXfrm>
        <a:off x="0" y="2726960"/>
        <a:ext cx="5000124" cy="27269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E700CE-C931-4270-98B2-3E47C92DDC04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AB7E2-C856-41C2-BE67-A64F930A4D77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Elimina una base de datos.</a:t>
          </a:r>
        </a:p>
      </dsp:txBody>
      <dsp:txXfrm>
        <a:off x="456496" y="980400"/>
        <a:ext cx="3381034" cy="2099279"/>
      </dsp:txXfrm>
    </dsp:sp>
    <dsp:sp modelId="{A723B7A8-468A-46CA-AD44-17D166A09E61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43ECF-6C84-46D0-A874-AD6E2299D765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DROP DATABASE instituto;</a:t>
          </a:r>
        </a:p>
      </dsp:txBody>
      <dsp:txXfrm>
        <a:off x="4748523" y="980400"/>
        <a:ext cx="3381034" cy="20992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E46F74-4DCD-4B6F-837D-0D09E4A7E82E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893C1-388E-4051-8E3F-ADA21AECCFD3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Selecciona una base de datos.</a:t>
          </a:r>
        </a:p>
      </dsp:txBody>
      <dsp:txXfrm>
        <a:off x="456496" y="980400"/>
        <a:ext cx="3381034" cy="2099279"/>
      </dsp:txXfrm>
    </dsp:sp>
    <dsp:sp modelId="{06051818-81BF-4333-8A3A-9A15EB2715C4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D628E-37AC-4B85-BB5A-C365094A51F3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USE instituto;</a:t>
          </a:r>
        </a:p>
      </dsp:txBody>
      <dsp:txXfrm>
        <a:off x="4748523" y="980400"/>
        <a:ext cx="3381034" cy="20992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232FE-56F3-4485-92DB-FD0331D6DB34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A0D6B-D875-47EE-BCB5-8B8706624083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Crea una tabla.</a:t>
          </a:r>
        </a:p>
      </dsp:txBody>
      <dsp:txXfrm>
        <a:off x="456496" y="980400"/>
        <a:ext cx="3381034" cy="2099279"/>
      </dsp:txXfrm>
    </dsp:sp>
    <dsp:sp modelId="{BF2EEEFF-4423-4AF4-A61C-077D63B7DFB8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E97DD-E2C8-468C-8268-4EDC513CCDC6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CREATE TABLE alumno(id INT PRIMARY KEY, nombre VARCHAR(50));</a:t>
          </a:r>
        </a:p>
      </dsp:txBody>
      <dsp:txXfrm>
        <a:off x="4748523" y="980400"/>
        <a:ext cx="3381034" cy="20992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42514-8D75-4F0E-912A-2890A5437E49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E3393-6E94-4F55-9D51-88D29F308186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Elimina una tabla.</a:t>
          </a:r>
        </a:p>
      </dsp:txBody>
      <dsp:txXfrm>
        <a:off x="456496" y="980400"/>
        <a:ext cx="3381034" cy="2099279"/>
      </dsp:txXfrm>
    </dsp:sp>
    <dsp:sp modelId="{F5313A3B-25F2-401F-84C1-8E959F540C5A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2BAAD7-5192-494D-9C5B-D624B51D0B4E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DROP TABLE alumno;</a:t>
          </a:r>
        </a:p>
      </dsp:txBody>
      <dsp:txXfrm>
        <a:off x="4748523" y="980400"/>
        <a:ext cx="3381034" cy="20992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E13FD-EB48-488C-857A-AE30E7506FD0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8C790-6C54-49CA-B543-5927C0B71BFB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Modifica una tabla.</a:t>
          </a:r>
        </a:p>
      </dsp:txBody>
      <dsp:txXfrm>
        <a:off x="456496" y="980400"/>
        <a:ext cx="3381034" cy="2099279"/>
      </dsp:txXfrm>
    </dsp:sp>
    <dsp:sp modelId="{61EC36EC-D52D-48D6-AEBA-23CB07E8C5AB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10D3C-41C0-41AD-B045-D07148283189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ALTER TABLE alumno ADD edad INT;</a:t>
          </a:r>
        </a:p>
      </dsp:txBody>
      <dsp:txXfrm>
        <a:off x="4748523" y="980400"/>
        <a:ext cx="3381034" cy="209927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B2B191-3F80-4E5A-8285-04474666661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B8AF4-6551-4A91-BF48-3C73F3D1EBF2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Inserta registros.</a:t>
          </a:r>
        </a:p>
      </dsp:txBody>
      <dsp:txXfrm>
        <a:off x="456496" y="980400"/>
        <a:ext cx="3381034" cy="2099279"/>
      </dsp:txXfrm>
    </dsp:sp>
    <dsp:sp modelId="{70647F0F-328C-4C12-8B4E-6E466CCE8999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322E9-F22D-4BE3-86F9-12D7CDE35CB8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INSERT INTO alumno VALUES(1,'Ana',20);</a:t>
          </a:r>
        </a:p>
      </dsp:txBody>
      <dsp:txXfrm>
        <a:off x="4748523" y="980400"/>
        <a:ext cx="3381034" cy="209927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2C58B-837C-49FF-8F0C-CCE0E2F6D185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B04CA-7926-4B7F-A0B7-84EE8646B362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Inserta datos específicos.</a:t>
          </a:r>
        </a:p>
      </dsp:txBody>
      <dsp:txXfrm>
        <a:off x="456496" y="980400"/>
        <a:ext cx="3381034" cy="2099279"/>
      </dsp:txXfrm>
    </dsp:sp>
    <dsp:sp modelId="{B5814DEC-CCFD-4AF1-A0FD-68C663FD9142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2BEF7C-0729-40D3-B974-F185B907EC1E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INSERT INTO alumno(nombre) VALUES('Luis');</a:t>
          </a:r>
        </a:p>
      </dsp:txBody>
      <dsp:txXfrm>
        <a:off x="4748523" y="980400"/>
        <a:ext cx="3381034" cy="209927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B5E3ED-155A-4CC7-BCF5-06062381001F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3CCDF-8BFF-4817-AB4E-7A09F2D17C88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Consulta todos los datos.</a:t>
          </a:r>
        </a:p>
      </dsp:txBody>
      <dsp:txXfrm>
        <a:off x="456496" y="980400"/>
        <a:ext cx="3381034" cy="2099279"/>
      </dsp:txXfrm>
    </dsp:sp>
    <dsp:sp modelId="{93BAC428-731E-4C3F-A27C-40DF9ADC897B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8AF0D-AC14-4333-9A69-A7BA8E4F5FA3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SELECT * FROM alumno;</a:t>
          </a:r>
        </a:p>
      </dsp:txBody>
      <dsp:txXfrm>
        <a:off x="4748523" y="980400"/>
        <a:ext cx="3381034" cy="209927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9B98F-0E64-482A-A770-EE9EBD0DEEA7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B8A1-D175-4A10-A2F9-C015C593AFE8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Consulta columnas concretas.</a:t>
          </a:r>
        </a:p>
      </dsp:txBody>
      <dsp:txXfrm>
        <a:off x="456496" y="980400"/>
        <a:ext cx="3381034" cy="2099279"/>
      </dsp:txXfrm>
    </dsp:sp>
    <dsp:sp modelId="{740D8A43-7D40-4A05-996D-3C5A6E922356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5EE9D-0937-46DE-A4A5-B3326B9851ED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SELECT nombre FROM alumno;</a:t>
          </a:r>
        </a:p>
      </dsp:txBody>
      <dsp:txXfrm>
        <a:off x="4748523" y="980400"/>
        <a:ext cx="3381034" cy="209927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F7111-4E91-46B7-82E8-9D718F7A381B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63A33-7A88-4645-A25E-B037C0CC0EDB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Filtra resultados.</a:t>
          </a:r>
        </a:p>
      </dsp:txBody>
      <dsp:txXfrm>
        <a:off x="456496" y="980400"/>
        <a:ext cx="3381034" cy="2099279"/>
      </dsp:txXfrm>
    </dsp:sp>
    <dsp:sp modelId="{BD6CECFA-38F4-4A9E-998A-5BFCFBA6A035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46F8B-01AD-4934-B8B8-8D52FEFB3D95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SELECT * FROM alumno WHERE edad=20;</a:t>
          </a:r>
        </a:p>
      </dsp:txBody>
      <dsp:txXfrm>
        <a:off x="4748523" y="980400"/>
        <a:ext cx="3381034" cy="209927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56E58-C291-45F3-B835-DE000BE1D973}">
      <dsp:nvSpPr>
        <dsp:cNvPr id="0" name=""/>
        <dsp:cNvSpPr/>
      </dsp:nvSpPr>
      <dsp:spPr>
        <a:xfrm>
          <a:off x="1099810" y="444329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C6984-7EFD-47D3-A281-58A7EA94BE87}">
      <dsp:nvSpPr>
        <dsp:cNvPr id="0" name=""/>
        <dsp:cNvSpPr/>
      </dsp:nvSpPr>
      <dsp:spPr>
        <a:xfrm>
          <a:off x="85060" y="2525075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Combina condiciones.</a:t>
          </a:r>
        </a:p>
      </dsp:txBody>
      <dsp:txXfrm>
        <a:off x="85060" y="2525075"/>
        <a:ext cx="3690000" cy="720000"/>
      </dsp:txXfrm>
    </dsp:sp>
    <dsp:sp modelId="{55275858-C14B-417A-92E7-F2A13ABD178A}">
      <dsp:nvSpPr>
        <dsp:cNvPr id="0" name=""/>
        <dsp:cNvSpPr/>
      </dsp:nvSpPr>
      <dsp:spPr>
        <a:xfrm>
          <a:off x="5435560" y="444329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1FA82-6B34-4AF3-B2BF-617C83CCDA9A}">
      <dsp:nvSpPr>
        <dsp:cNvPr id="0" name=""/>
        <dsp:cNvSpPr/>
      </dsp:nvSpPr>
      <dsp:spPr>
        <a:xfrm>
          <a:off x="4420810" y="2525075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SELECT * FROM alumno WHERE edad&gt;18 AND edad&lt;30;</a:t>
          </a:r>
        </a:p>
      </dsp:txBody>
      <dsp:txXfrm>
        <a:off x="4420810" y="2525075"/>
        <a:ext cx="36900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7FD54-8285-4849-B696-1E8D3D54588F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045C2-E0C2-4C65-A5D1-BC826BC40B65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Condición alternativa.</a:t>
          </a:r>
        </a:p>
      </dsp:txBody>
      <dsp:txXfrm>
        <a:off x="456496" y="980400"/>
        <a:ext cx="3381034" cy="2099279"/>
      </dsp:txXfrm>
    </dsp:sp>
    <dsp:sp modelId="{EDF216AD-583F-4C8A-AD59-C9D3D46351EF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409C6-1D7E-486E-AE92-A8869571AFFA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SELECT * FROM alumno WHERE edad=18 OR edad=20;</a:t>
          </a:r>
        </a:p>
      </dsp:txBody>
      <dsp:txXfrm>
        <a:off x="4748523" y="980400"/>
        <a:ext cx="3381034" cy="209927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6DBF6-3983-4E0C-B25A-3312BFB0F2EF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40685-196C-42F6-853F-799FD07F8CFF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Rango de valores.</a:t>
          </a:r>
        </a:p>
      </dsp:txBody>
      <dsp:txXfrm>
        <a:off x="456496" y="980400"/>
        <a:ext cx="3381034" cy="2099279"/>
      </dsp:txXfrm>
    </dsp:sp>
    <dsp:sp modelId="{9DBD8D13-711B-493D-A898-4AD1964AF993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CFBC8-626C-473A-96F5-5B4E5F4CE012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SELECT * FROM alumno WHERE edad BETWEEN 18 AND 25;</a:t>
          </a:r>
        </a:p>
      </dsp:txBody>
      <dsp:txXfrm>
        <a:off x="4748523" y="980400"/>
        <a:ext cx="3381034" cy="209927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3EA78-8E32-4D8A-B676-929B5A78688D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C6E32C-5547-4571-85BD-77634FC298BD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Búsqueda por patrón.</a:t>
          </a:r>
        </a:p>
      </dsp:txBody>
      <dsp:txXfrm>
        <a:off x="456496" y="980400"/>
        <a:ext cx="3381034" cy="2099279"/>
      </dsp:txXfrm>
    </dsp:sp>
    <dsp:sp modelId="{98F7A6F7-9074-456C-BC65-1A49481FC392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C0BD6-37C3-4DF8-B2E0-9E52CFCCC740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SELECT * FROM alumno WHERE nombre LIKE 'A%';</a:t>
          </a:r>
        </a:p>
      </dsp:txBody>
      <dsp:txXfrm>
        <a:off x="4748523" y="980400"/>
        <a:ext cx="3381034" cy="209927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EB323-19D1-448D-A3B5-8334166396C0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B4697-000C-42B6-A323-EB6942BEE599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Orden ascendente.</a:t>
          </a:r>
        </a:p>
      </dsp:txBody>
      <dsp:txXfrm>
        <a:off x="456496" y="980400"/>
        <a:ext cx="3381034" cy="2099279"/>
      </dsp:txXfrm>
    </dsp:sp>
    <dsp:sp modelId="{77812075-99C8-4449-988C-B884D4C6524E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E1440-3388-4866-8FF2-9173A96FA3CC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SELECT * FROM alumno ORDER BY nombre ASC;</a:t>
          </a:r>
        </a:p>
      </dsp:txBody>
      <dsp:txXfrm>
        <a:off x="4748523" y="980400"/>
        <a:ext cx="3381034" cy="209927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E9D1E8-C3A2-4B2E-A3EB-1E90ED1F6A8D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2598F6-ADC1-4B3F-8D3D-718D5703E7E1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Orden descendente.</a:t>
          </a:r>
        </a:p>
      </dsp:txBody>
      <dsp:txXfrm>
        <a:off x="456496" y="980400"/>
        <a:ext cx="3381034" cy="2099279"/>
      </dsp:txXfrm>
    </dsp:sp>
    <dsp:sp modelId="{2F69623A-1516-409B-A6A5-FEFEC7C9D2BB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BA3A4-6724-4003-A598-D31CFA5456A2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SELECT * FROM alumno ORDER BY edad DESC;</a:t>
          </a:r>
        </a:p>
      </dsp:txBody>
      <dsp:txXfrm>
        <a:off x="4748523" y="980400"/>
        <a:ext cx="3381034" cy="209927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F40FB-5568-4C64-8386-1EC3D0C34ABC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57308-29E0-4DCF-B787-C8890C83CD2E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Limita resultados.</a:t>
          </a:r>
        </a:p>
      </dsp:txBody>
      <dsp:txXfrm>
        <a:off x="456496" y="980400"/>
        <a:ext cx="3381034" cy="2099279"/>
      </dsp:txXfrm>
    </dsp:sp>
    <dsp:sp modelId="{2DD1E065-0B6B-4AEC-A923-30F14E34EEBF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22173-609A-436B-86CD-75FF5D01A596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SELECT * FROM alumno LIMIT 5;</a:t>
          </a:r>
        </a:p>
      </dsp:txBody>
      <dsp:txXfrm>
        <a:off x="4748523" y="980400"/>
        <a:ext cx="3381034" cy="209927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45D6E-D983-466A-B2AE-F8277F7F6F12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C9855-DD90-411F-9243-78D204BCF642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Cuenta registros.</a:t>
          </a:r>
        </a:p>
      </dsp:txBody>
      <dsp:txXfrm>
        <a:off x="456496" y="980400"/>
        <a:ext cx="3381034" cy="2099279"/>
      </dsp:txXfrm>
    </dsp:sp>
    <dsp:sp modelId="{D19B448A-758C-4E16-A49C-21F8BD6B20D2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4FB1E-2559-45A7-902A-3EC7FE4CC964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SELECT COUNT(*) FROM alumno;</a:t>
          </a:r>
        </a:p>
      </dsp:txBody>
      <dsp:txXfrm>
        <a:off x="4748523" y="980400"/>
        <a:ext cx="3381034" cy="209927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54445-868B-4ADD-B1B6-300EC023DD12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C25BE-1DEE-4FFE-B951-3B3CDDED3BDB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Suma valores.</a:t>
          </a:r>
        </a:p>
      </dsp:txBody>
      <dsp:txXfrm>
        <a:off x="456496" y="980400"/>
        <a:ext cx="3381034" cy="2099279"/>
      </dsp:txXfrm>
    </dsp:sp>
    <dsp:sp modelId="{5AAD41AB-A449-4946-8E63-1631A54D9FFB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B80D3-C14B-4AC5-ACC7-C9CC2DDEC4A0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SELECT SUM(edad) FROM alumno;</a:t>
          </a:r>
        </a:p>
      </dsp:txBody>
      <dsp:txXfrm>
        <a:off x="4748523" y="980400"/>
        <a:ext cx="3381034" cy="2099279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2257D-177A-4060-BDC1-394A86F6AD38}">
      <dsp:nvSpPr>
        <dsp:cNvPr id="0" name=""/>
        <dsp:cNvSpPr/>
      </dsp:nvSpPr>
      <dsp:spPr>
        <a:xfrm>
          <a:off x="884935" y="447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14F168-98A9-4927-88B1-12A2B0C6D2DE}">
      <dsp:nvSpPr>
        <dsp:cNvPr id="0" name=""/>
        <dsp:cNvSpPr/>
      </dsp:nvSpPr>
      <dsp:spPr>
        <a:xfrm>
          <a:off x="1352935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D1F93-0DBE-4C6D-97DF-56C9667B018C}">
      <dsp:nvSpPr>
        <dsp:cNvPr id="0" name=""/>
        <dsp:cNvSpPr/>
      </dsp:nvSpPr>
      <dsp:spPr>
        <a:xfrm>
          <a:off x="182935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Media.</a:t>
          </a:r>
        </a:p>
      </dsp:txBody>
      <dsp:txXfrm>
        <a:off x="182935" y="2924702"/>
        <a:ext cx="3600000" cy="720000"/>
      </dsp:txXfrm>
    </dsp:sp>
    <dsp:sp modelId="{E7CF8C3A-CA8F-42A2-B8C4-F676959B8D96}">
      <dsp:nvSpPr>
        <dsp:cNvPr id="0" name=""/>
        <dsp:cNvSpPr/>
      </dsp:nvSpPr>
      <dsp:spPr>
        <a:xfrm>
          <a:off x="5114935" y="447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44905F-B4B5-4074-A9D5-2F87FFD3CCFE}">
      <dsp:nvSpPr>
        <dsp:cNvPr id="0" name=""/>
        <dsp:cNvSpPr/>
      </dsp:nvSpPr>
      <dsp:spPr>
        <a:xfrm>
          <a:off x="5582935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47252-1F9C-48E7-AAAE-F6239C00A280}">
      <dsp:nvSpPr>
        <dsp:cNvPr id="0" name=""/>
        <dsp:cNvSpPr/>
      </dsp:nvSpPr>
      <dsp:spPr>
        <a:xfrm>
          <a:off x="4412935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SELECT AVG(edad) FROM alumno;</a:t>
          </a:r>
        </a:p>
      </dsp:txBody>
      <dsp:txXfrm>
        <a:off x="4412935" y="2924702"/>
        <a:ext cx="3600000" cy="72000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79DA5-4B76-4B37-9A36-2A5C89150C0B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6DED4-4F1E-4E00-9FF1-4BB88DBCD784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Valor mínimo.</a:t>
          </a:r>
        </a:p>
      </dsp:txBody>
      <dsp:txXfrm>
        <a:off x="456496" y="980400"/>
        <a:ext cx="3381034" cy="2099279"/>
      </dsp:txXfrm>
    </dsp:sp>
    <dsp:sp modelId="{FA3F860F-E0AC-49F9-9E5D-AD5A91A50628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7E313-4855-48C1-A184-58506D8847CF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SELECT MIN(edad) FROM alumno;</a:t>
          </a:r>
        </a:p>
      </dsp:txBody>
      <dsp:txXfrm>
        <a:off x="4748523" y="980400"/>
        <a:ext cx="3381034" cy="209927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4350D6-EDFB-45A5-B95B-587FF0364D89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5D2F2-81B4-4306-8305-2672F7BA620D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Valor máximo.</a:t>
          </a:r>
        </a:p>
      </dsp:txBody>
      <dsp:txXfrm>
        <a:off x="456496" y="980400"/>
        <a:ext cx="3381034" cy="2099279"/>
      </dsp:txXfrm>
    </dsp:sp>
    <dsp:sp modelId="{E854EF73-6F03-4885-B029-F9CE14B2AE38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BFC0E-FD0A-4B56-A8C4-51DDCA2020E2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SELECT MAX(edad) FROM alumno;</a:t>
          </a:r>
        </a:p>
      </dsp:txBody>
      <dsp:txXfrm>
        <a:off x="4748523" y="980400"/>
        <a:ext cx="3381034" cy="2099279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2872A-683F-4865-87D1-01F0CA9E48B7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94A3C-1D77-413C-BF0F-B408AC0E7889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Agrupa resultados.</a:t>
          </a:r>
        </a:p>
      </dsp:txBody>
      <dsp:txXfrm>
        <a:off x="456496" y="980400"/>
        <a:ext cx="3381034" cy="2099279"/>
      </dsp:txXfrm>
    </dsp:sp>
    <dsp:sp modelId="{2FDC7E59-A0C0-4852-8102-8661D5A803B4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5ABB5-3AB0-4983-8CBC-231E45FDA379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SELECT edad,COUNT(*) FROM alumno GROUP BY edad;</a:t>
          </a:r>
        </a:p>
      </dsp:txBody>
      <dsp:txXfrm>
        <a:off x="4748523" y="980400"/>
        <a:ext cx="3381034" cy="2099279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F07BB-E39F-4439-BB36-2F930418613D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B5FB0-F994-4432-941E-01DF7A48075E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Filtra grupos.</a:t>
          </a:r>
        </a:p>
      </dsp:txBody>
      <dsp:txXfrm>
        <a:off x="456496" y="980400"/>
        <a:ext cx="3381034" cy="2099279"/>
      </dsp:txXfrm>
    </dsp:sp>
    <dsp:sp modelId="{C25BF284-0CF6-41A2-84F5-0E7DD3C75A9A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2682D-8804-4B2D-ADD8-F9F7578A1EE6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SELECT edad,COUNT(*) FROM alumno GROUP BY edad HAVING COUNT(*)&gt;1;</a:t>
          </a:r>
        </a:p>
      </dsp:txBody>
      <dsp:txXfrm>
        <a:off x="4748523" y="980400"/>
        <a:ext cx="3381034" cy="2099279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34D77-26D2-4688-B299-B42BBD4A846F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32464-F3DC-4AF8-B0CE-25D7D825AB3B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Modifica registros.</a:t>
          </a:r>
        </a:p>
      </dsp:txBody>
      <dsp:txXfrm>
        <a:off x="456496" y="980400"/>
        <a:ext cx="3381034" cy="2099279"/>
      </dsp:txXfrm>
    </dsp:sp>
    <dsp:sp modelId="{1A1615B3-CAF0-4A4E-B50D-451EC03B77FC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35B94-6A31-4863-BEC9-63D07EEABAAE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UPDATE alumno SET edad=21 WHERE id=1;</a:t>
          </a:r>
        </a:p>
      </dsp:txBody>
      <dsp:txXfrm>
        <a:off x="4748523" y="980400"/>
        <a:ext cx="3381034" cy="2099279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06C3C3-0F76-460B-BB63-06E7B1D672F5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3D91D-BB6B-4E21-A6F9-C9E166BEEB44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Borra registros.</a:t>
          </a:r>
        </a:p>
      </dsp:txBody>
      <dsp:txXfrm>
        <a:off x="456496" y="980400"/>
        <a:ext cx="3381034" cy="2099279"/>
      </dsp:txXfrm>
    </dsp:sp>
    <dsp:sp modelId="{0D80E2AA-50A8-40B7-8E50-A23C8AD7A3AE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3C815-061B-4326-8805-76EE795D3175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DELETE FROM alumno WHERE id=1;</a:t>
          </a:r>
        </a:p>
      </dsp:txBody>
      <dsp:txXfrm>
        <a:off x="4748523" y="980400"/>
        <a:ext cx="3381034" cy="2099279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95B31B-065B-4747-8ED1-57C2BE23A4A1}">
      <dsp:nvSpPr>
        <dsp:cNvPr id="0" name=""/>
        <dsp:cNvSpPr/>
      </dsp:nvSpPr>
      <dsp:spPr>
        <a:xfrm>
          <a:off x="884935" y="447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E3062-131F-4AFE-AA0C-EA81CBF11223}">
      <dsp:nvSpPr>
        <dsp:cNvPr id="0" name=""/>
        <dsp:cNvSpPr/>
      </dsp:nvSpPr>
      <dsp:spPr>
        <a:xfrm>
          <a:off x="1352935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F34910-316C-4C01-A3C0-BF81255F1FBB}">
      <dsp:nvSpPr>
        <dsp:cNvPr id="0" name=""/>
        <dsp:cNvSpPr/>
      </dsp:nvSpPr>
      <dsp:spPr>
        <a:xfrm>
          <a:off x="182935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Vacía tabla.</a:t>
          </a:r>
        </a:p>
      </dsp:txBody>
      <dsp:txXfrm>
        <a:off x="182935" y="2924702"/>
        <a:ext cx="3600000" cy="720000"/>
      </dsp:txXfrm>
    </dsp:sp>
    <dsp:sp modelId="{D5B8F748-907D-4C55-9E29-F01D5719209A}">
      <dsp:nvSpPr>
        <dsp:cNvPr id="0" name=""/>
        <dsp:cNvSpPr/>
      </dsp:nvSpPr>
      <dsp:spPr>
        <a:xfrm>
          <a:off x="5114935" y="447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FD8AB7-1EAF-44DE-89F9-58C5DA7B2826}">
      <dsp:nvSpPr>
        <dsp:cNvPr id="0" name=""/>
        <dsp:cNvSpPr/>
      </dsp:nvSpPr>
      <dsp:spPr>
        <a:xfrm>
          <a:off x="5582935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CC73B-57F2-4D74-AAAC-13670005ED94}">
      <dsp:nvSpPr>
        <dsp:cNvPr id="0" name=""/>
        <dsp:cNvSpPr/>
      </dsp:nvSpPr>
      <dsp:spPr>
        <a:xfrm>
          <a:off x="4412935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TRUNCATE TABLE alumno;</a:t>
          </a:r>
        </a:p>
      </dsp:txBody>
      <dsp:txXfrm>
        <a:off x="4412935" y="2924702"/>
        <a:ext cx="3600000" cy="720000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DBF0F3-D3BE-4F21-9B12-BFDD15CA8A91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54B515-38F7-4A17-903A-D36CA7C51EBC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Clave primaria.</a:t>
          </a:r>
        </a:p>
      </dsp:txBody>
      <dsp:txXfrm>
        <a:off x="456496" y="980400"/>
        <a:ext cx="3381034" cy="2099279"/>
      </dsp:txXfrm>
    </dsp:sp>
    <dsp:sp modelId="{0EE5BF61-B9F9-4ED7-9BFB-CDEE6723F468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5CD29-D5F8-4055-890B-3E27589E057B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id INT PRIMARY KEY</a:t>
          </a:r>
        </a:p>
      </dsp:txBody>
      <dsp:txXfrm>
        <a:off x="4748523" y="980400"/>
        <a:ext cx="3381034" cy="2099279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7043C-9540-43E2-A765-6BCA3C43B507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D319E-9010-4CCB-95C5-4EF8E8760663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Clave foránea.</a:t>
          </a:r>
        </a:p>
      </dsp:txBody>
      <dsp:txXfrm>
        <a:off x="456496" y="980400"/>
        <a:ext cx="3381034" cy="2099279"/>
      </dsp:txXfrm>
    </dsp:sp>
    <dsp:sp modelId="{4822ABB2-E6C9-4BB8-9DA6-28ECA2BC28EE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2E6E0-5F8F-4F0B-9142-F60B9F84B633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FOREIGN KEY(id_curso) REFERENCES curso(id);</a:t>
          </a:r>
        </a:p>
      </dsp:txBody>
      <dsp:txXfrm>
        <a:off x="4748523" y="980400"/>
        <a:ext cx="3381034" cy="2099279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811943-26E1-4F5E-A6D8-F57C8E3FF8C2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FDFB43-5D0A-43C8-BD98-23AE66CF694E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Une tablas.</a:t>
          </a:r>
        </a:p>
      </dsp:txBody>
      <dsp:txXfrm>
        <a:off x="456496" y="980400"/>
        <a:ext cx="3381034" cy="2099279"/>
      </dsp:txXfrm>
    </dsp:sp>
    <dsp:sp modelId="{208BAA7E-119C-413E-B5B8-E35EE1F0B687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AECEB-E80B-4F71-8D25-F00191E969B6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SELECT a.nombre,c.nombre FROM alumno a JOIN curso c ON a.id=c.id_alumno;</a:t>
          </a:r>
        </a:p>
      </dsp:txBody>
      <dsp:txXfrm>
        <a:off x="4748523" y="980400"/>
        <a:ext cx="3381034" cy="2099279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99586-89F8-4C6D-A4B9-241291F86D7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64030-1918-40FB-BE49-57C1BA17403E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Incluye todos izquierda.</a:t>
          </a:r>
        </a:p>
      </dsp:txBody>
      <dsp:txXfrm>
        <a:off x="456496" y="980400"/>
        <a:ext cx="3381034" cy="2099279"/>
      </dsp:txXfrm>
    </dsp:sp>
    <dsp:sp modelId="{F6D02BDF-B333-4F92-9354-4B77393317AC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7B088-06BB-4762-BDB1-67820866C7E1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SELECT * FROM alumno a LEFT JOIN curso c ON a.id=c.id_alumno;</a:t>
          </a:r>
        </a:p>
      </dsp:txBody>
      <dsp:txXfrm>
        <a:off x="4748523" y="980400"/>
        <a:ext cx="3381034" cy="2099279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3D8D6C-9EC2-42A7-A24B-95BA30FEAB94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3A884-DC2C-4D00-A948-14B371A1CDFE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Incluye todos derecha.</a:t>
          </a:r>
        </a:p>
      </dsp:txBody>
      <dsp:txXfrm>
        <a:off x="456496" y="980400"/>
        <a:ext cx="3381034" cy="2099279"/>
      </dsp:txXfrm>
    </dsp:sp>
    <dsp:sp modelId="{BCA3B51E-AFC4-4201-8FCF-9CF83EAD3776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1A0C0-6280-4EE1-AAB7-D3E183754F87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SELECT * FROM alumno a RIGHT JOIN curso c ON a.id=c.id_alumno;</a:t>
          </a:r>
        </a:p>
      </dsp:txBody>
      <dsp:txXfrm>
        <a:off x="4748523" y="980400"/>
        <a:ext cx="3381034" cy="2099279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1B701-DD70-40CE-AC11-CCF8DD5D7C56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C98E7-AEDE-484E-A724-E3D1B641DB7D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Consulta dentro de otra.</a:t>
          </a:r>
        </a:p>
      </dsp:txBody>
      <dsp:txXfrm>
        <a:off x="456496" y="980400"/>
        <a:ext cx="3381034" cy="2099279"/>
      </dsp:txXfrm>
    </dsp:sp>
    <dsp:sp modelId="{E09BB133-38FA-449B-81CD-E1F5A027A82D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F51E0-E33E-431A-B3DE-483B61B26DB1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SELECT * FROM alumno WHERE id IN (SELECT id_alumno FROM curso);</a:t>
          </a:r>
        </a:p>
      </dsp:txBody>
      <dsp:txXfrm>
        <a:off x="4748523" y="980400"/>
        <a:ext cx="3381034" cy="2099279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A0017E-E4DE-46FA-958E-F2C6E49FD841}">
      <dsp:nvSpPr>
        <dsp:cNvPr id="0" name=""/>
        <dsp:cNvSpPr/>
      </dsp:nvSpPr>
      <dsp:spPr>
        <a:xfrm>
          <a:off x="1099810" y="444329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570E6-7D3C-4C52-B61A-82E8928C77D7}">
      <dsp:nvSpPr>
        <dsp:cNvPr id="0" name=""/>
        <dsp:cNvSpPr/>
      </dsp:nvSpPr>
      <dsp:spPr>
        <a:xfrm>
          <a:off x="85060" y="2525075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Lista valores.</a:t>
          </a:r>
        </a:p>
      </dsp:txBody>
      <dsp:txXfrm>
        <a:off x="85060" y="2525075"/>
        <a:ext cx="3690000" cy="720000"/>
      </dsp:txXfrm>
    </dsp:sp>
    <dsp:sp modelId="{C0DA8B03-CB8E-45F4-A11C-B80D53BD1041}">
      <dsp:nvSpPr>
        <dsp:cNvPr id="0" name=""/>
        <dsp:cNvSpPr/>
      </dsp:nvSpPr>
      <dsp:spPr>
        <a:xfrm>
          <a:off x="5435560" y="444329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205EE-A5CB-47E0-BBCE-3D60FDFB818A}">
      <dsp:nvSpPr>
        <dsp:cNvPr id="0" name=""/>
        <dsp:cNvSpPr/>
      </dsp:nvSpPr>
      <dsp:spPr>
        <a:xfrm>
          <a:off x="4420810" y="2525075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SELECT * FROM alumno WHERE edad IN (18,20);</a:t>
          </a:r>
        </a:p>
      </dsp:txBody>
      <dsp:txXfrm>
        <a:off x="4420810" y="2525075"/>
        <a:ext cx="3690000" cy="720000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9A4EC2-9337-44DF-A2E4-746911DCE56D}">
      <dsp:nvSpPr>
        <dsp:cNvPr id="0" name=""/>
        <dsp:cNvSpPr/>
      </dsp:nvSpPr>
      <dsp:spPr>
        <a:xfrm>
          <a:off x="0" y="33435"/>
          <a:ext cx="8195871" cy="17479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Excluye valores.</a:t>
          </a:r>
        </a:p>
      </dsp:txBody>
      <dsp:txXfrm>
        <a:off x="85326" y="118761"/>
        <a:ext cx="8025219" cy="1577254"/>
      </dsp:txXfrm>
    </dsp:sp>
    <dsp:sp modelId="{ECDB2599-5406-402B-B20C-86A89887D942}">
      <dsp:nvSpPr>
        <dsp:cNvPr id="0" name=""/>
        <dsp:cNvSpPr/>
      </dsp:nvSpPr>
      <dsp:spPr>
        <a:xfrm>
          <a:off x="0" y="1908062"/>
          <a:ext cx="8195871" cy="1747906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SELECT * FROM alumno WHERE edad NOT IN (18,20);</a:t>
          </a:r>
        </a:p>
      </dsp:txBody>
      <dsp:txXfrm>
        <a:off x="85326" y="1993388"/>
        <a:ext cx="8025219" cy="1577254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1BC23-B1BF-46C2-80A1-BA01B5388384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D2B9C-9602-45FB-9A52-7C211722BF60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Valores nulos.</a:t>
          </a:r>
        </a:p>
      </dsp:txBody>
      <dsp:txXfrm>
        <a:off x="456496" y="980400"/>
        <a:ext cx="3381034" cy="2099279"/>
      </dsp:txXfrm>
    </dsp:sp>
    <dsp:sp modelId="{CE0E1FF7-D2A7-4F9A-A68D-4ACDD674702E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2EB24-B9EB-4DAC-8371-CD34EF0E2871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SELECT * FROM alumno WHERE email IS NULL;</a:t>
          </a:r>
        </a:p>
      </dsp:txBody>
      <dsp:txXfrm>
        <a:off x="4748523" y="980400"/>
        <a:ext cx="3381034" cy="2099279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4E911-31BE-4B72-9889-CDFB8277FF24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9D44B-19FB-4696-858B-B4E3EA505BEC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 nulos.</a:t>
          </a:r>
        </a:p>
      </dsp:txBody>
      <dsp:txXfrm>
        <a:off x="456496" y="980400"/>
        <a:ext cx="3381034" cy="2099279"/>
      </dsp:txXfrm>
    </dsp:sp>
    <dsp:sp modelId="{AF719BF2-DB57-454C-B3B2-F5F7F179EBFD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1B6AE-954E-4BA6-8D11-86E3DA87E683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SELECT * FROM alumno WHERE email IS NOT NULL;</a:t>
          </a:r>
        </a:p>
      </dsp:txBody>
      <dsp:txXfrm>
        <a:off x="4748523" y="980400"/>
        <a:ext cx="3381034" cy="2099279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9112D-A3AA-412C-A470-172A566C8D4F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E071ED-D44C-4C6D-8FC4-E10311C6D9E4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Crea índice.</a:t>
          </a:r>
        </a:p>
      </dsp:txBody>
      <dsp:txXfrm>
        <a:off x="456496" y="980400"/>
        <a:ext cx="3381034" cy="2099279"/>
      </dsp:txXfrm>
    </dsp:sp>
    <dsp:sp modelId="{05FFF272-D613-4166-B496-693061E42D24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92284-6943-4B1F-91E7-C6F9DCE4DE8F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CREATE INDEX idx_nombre ON alumno(nombre);</a:t>
          </a:r>
        </a:p>
      </dsp:txBody>
      <dsp:txXfrm>
        <a:off x="4748523" y="980400"/>
        <a:ext cx="3381034" cy="2099279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267E88-7E4F-4DB7-8AA3-9ED0037B52DD}">
      <dsp:nvSpPr>
        <dsp:cNvPr id="0" name=""/>
        <dsp:cNvSpPr/>
      </dsp:nvSpPr>
      <dsp:spPr>
        <a:xfrm>
          <a:off x="884935" y="447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DEE145-D2D0-41CC-8C88-A9DD6EF15811}">
      <dsp:nvSpPr>
        <dsp:cNvPr id="0" name=""/>
        <dsp:cNvSpPr/>
      </dsp:nvSpPr>
      <dsp:spPr>
        <a:xfrm>
          <a:off x="1352935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99A98-51E8-4487-A4F6-D3FDF061F611}">
      <dsp:nvSpPr>
        <dsp:cNvPr id="0" name=""/>
        <dsp:cNvSpPr/>
      </dsp:nvSpPr>
      <dsp:spPr>
        <a:xfrm>
          <a:off x="182935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Elimina índice.</a:t>
          </a:r>
        </a:p>
      </dsp:txBody>
      <dsp:txXfrm>
        <a:off x="182935" y="2924702"/>
        <a:ext cx="3600000" cy="720000"/>
      </dsp:txXfrm>
    </dsp:sp>
    <dsp:sp modelId="{0A195D84-35BC-490D-A779-1665873C2EE4}">
      <dsp:nvSpPr>
        <dsp:cNvPr id="0" name=""/>
        <dsp:cNvSpPr/>
      </dsp:nvSpPr>
      <dsp:spPr>
        <a:xfrm>
          <a:off x="5114935" y="447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1FFE7-1E14-4FEA-AA81-8BBB8D3E1BD7}">
      <dsp:nvSpPr>
        <dsp:cNvPr id="0" name=""/>
        <dsp:cNvSpPr/>
      </dsp:nvSpPr>
      <dsp:spPr>
        <a:xfrm>
          <a:off x="5582935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E2AD4-D88F-4484-BAEE-2A108B77ED48}">
      <dsp:nvSpPr>
        <dsp:cNvPr id="0" name=""/>
        <dsp:cNvSpPr/>
      </dsp:nvSpPr>
      <dsp:spPr>
        <a:xfrm>
          <a:off x="4412935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DROP INDEX idx_nombre;</a:t>
          </a:r>
        </a:p>
      </dsp:txBody>
      <dsp:txXfrm>
        <a:off x="4412935" y="2924702"/>
        <a:ext cx="3600000" cy="720000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585B22-54AE-4ED2-800C-A50C21F9EBD2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A050E-1998-4346-941E-037F61065B83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Crea vista.</a:t>
          </a:r>
        </a:p>
      </dsp:txBody>
      <dsp:txXfrm>
        <a:off x="456496" y="980400"/>
        <a:ext cx="3381034" cy="2099279"/>
      </dsp:txXfrm>
    </dsp:sp>
    <dsp:sp modelId="{A7CF8043-E368-4BE7-9305-CC8CEFFDE311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821E9-B189-4769-9029-73785081286C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CREATE VIEW vista_alumnos AS SELECT nombre FROM alumno;</a:t>
          </a:r>
        </a:p>
      </dsp:txBody>
      <dsp:txXfrm>
        <a:off x="4748523" y="980400"/>
        <a:ext cx="3381034" cy="2099279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E4FC0E-16AB-4D33-A977-A308CA19BD20}">
      <dsp:nvSpPr>
        <dsp:cNvPr id="0" name=""/>
        <dsp:cNvSpPr/>
      </dsp:nvSpPr>
      <dsp:spPr>
        <a:xfrm>
          <a:off x="884935" y="447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36AE3-D5CD-4109-8E07-24E84DEFA42E}">
      <dsp:nvSpPr>
        <dsp:cNvPr id="0" name=""/>
        <dsp:cNvSpPr/>
      </dsp:nvSpPr>
      <dsp:spPr>
        <a:xfrm>
          <a:off x="1352935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52B36-B599-48F4-A4DF-B62921E6185E}">
      <dsp:nvSpPr>
        <dsp:cNvPr id="0" name=""/>
        <dsp:cNvSpPr/>
      </dsp:nvSpPr>
      <dsp:spPr>
        <a:xfrm>
          <a:off x="182935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Elimina vista.</a:t>
          </a:r>
        </a:p>
      </dsp:txBody>
      <dsp:txXfrm>
        <a:off x="182935" y="2924702"/>
        <a:ext cx="3600000" cy="720000"/>
      </dsp:txXfrm>
    </dsp:sp>
    <dsp:sp modelId="{F466F786-9AD2-4508-A547-D0B3E130BB81}">
      <dsp:nvSpPr>
        <dsp:cNvPr id="0" name=""/>
        <dsp:cNvSpPr/>
      </dsp:nvSpPr>
      <dsp:spPr>
        <a:xfrm>
          <a:off x="5114935" y="447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125AF-CD43-4696-9D07-B8537EF8D2BB}">
      <dsp:nvSpPr>
        <dsp:cNvPr id="0" name=""/>
        <dsp:cNvSpPr/>
      </dsp:nvSpPr>
      <dsp:spPr>
        <a:xfrm>
          <a:off x="5582935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71D81-54CE-4611-91DD-7A47D8E8EC4C}">
      <dsp:nvSpPr>
        <dsp:cNvPr id="0" name=""/>
        <dsp:cNvSpPr/>
      </dsp:nvSpPr>
      <dsp:spPr>
        <a:xfrm>
          <a:off x="4412935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DROP VIEW vista_alumnos;</a:t>
          </a:r>
        </a:p>
      </dsp:txBody>
      <dsp:txXfrm>
        <a:off x="4412935" y="2924702"/>
        <a:ext cx="3600000" cy="72000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BDC12-C28A-4EB2-A368-CD443E8E58C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9C264-DA66-48C3-BA93-ABECC740E5B7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Confirma cambios.</a:t>
          </a:r>
        </a:p>
      </dsp:txBody>
      <dsp:txXfrm>
        <a:off x="456496" y="980400"/>
        <a:ext cx="3381034" cy="2099279"/>
      </dsp:txXfrm>
    </dsp:sp>
    <dsp:sp modelId="{0C953AB2-A684-4337-9E3C-136E5E5AE15F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3E97F-9A75-4093-8C65-71417581B84B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COMMIT;</a:t>
          </a:r>
        </a:p>
      </dsp:txBody>
      <dsp:txXfrm>
        <a:off x="4748523" y="980400"/>
        <a:ext cx="3381034" cy="2099279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D1566-A3CD-4408-8AE5-2E40CB595AD0}">
      <dsp:nvSpPr>
        <dsp:cNvPr id="0" name=""/>
        <dsp:cNvSpPr/>
      </dsp:nvSpPr>
      <dsp:spPr>
        <a:xfrm>
          <a:off x="884935" y="447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775E6-0753-43A7-B316-7D2F64F0C104}">
      <dsp:nvSpPr>
        <dsp:cNvPr id="0" name=""/>
        <dsp:cNvSpPr/>
      </dsp:nvSpPr>
      <dsp:spPr>
        <a:xfrm>
          <a:off x="1352935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C7317-929C-4FD0-BE93-74C90D412E1A}">
      <dsp:nvSpPr>
        <dsp:cNvPr id="0" name=""/>
        <dsp:cNvSpPr/>
      </dsp:nvSpPr>
      <dsp:spPr>
        <a:xfrm>
          <a:off x="182935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/>
            <a:t>Revierte cambios.</a:t>
          </a:r>
        </a:p>
      </dsp:txBody>
      <dsp:txXfrm>
        <a:off x="182935" y="2924702"/>
        <a:ext cx="3600000" cy="720000"/>
      </dsp:txXfrm>
    </dsp:sp>
    <dsp:sp modelId="{53AAADAA-487A-42B1-A9EA-DEE6B02E4BD1}">
      <dsp:nvSpPr>
        <dsp:cNvPr id="0" name=""/>
        <dsp:cNvSpPr/>
      </dsp:nvSpPr>
      <dsp:spPr>
        <a:xfrm>
          <a:off x="5114935" y="447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F45439-F82F-4F1B-8262-502C205C4734}">
      <dsp:nvSpPr>
        <dsp:cNvPr id="0" name=""/>
        <dsp:cNvSpPr/>
      </dsp:nvSpPr>
      <dsp:spPr>
        <a:xfrm>
          <a:off x="5582935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FF4D5-AA94-456D-98FC-643CD4DAF1E6}">
      <dsp:nvSpPr>
        <dsp:cNvPr id="0" name=""/>
        <dsp:cNvSpPr/>
      </dsp:nvSpPr>
      <dsp:spPr>
        <a:xfrm>
          <a:off x="4412935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/>
            <a:t>ROLLBACK;</a:t>
          </a:r>
        </a:p>
      </dsp:txBody>
      <dsp:txXfrm>
        <a:off x="4412935" y="2924702"/>
        <a:ext cx="3600000" cy="720000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DEBBE-C3E9-4A14-B8E6-A587B48965AC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2EA61-7CD0-412F-B632-2B5B60B6F622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Elimina duplicados.</a:t>
          </a:r>
        </a:p>
      </dsp:txBody>
      <dsp:txXfrm>
        <a:off x="456496" y="980400"/>
        <a:ext cx="3381034" cy="2099279"/>
      </dsp:txXfrm>
    </dsp:sp>
    <dsp:sp modelId="{D4757D63-3D51-47D2-93C3-60712C7EA551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898D6-A8B4-48E9-926B-0533EBCD0579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SELECT DISTINCT edad FROM alumno;</a:t>
          </a:r>
        </a:p>
      </dsp:txBody>
      <dsp:txXfrm>
        <a:off x="4748523" y="980400"/>
        <a:ext cx="3381034" cy="2099279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6D41C-BF77-46AF-9F24-CE916A2CBAA6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B00F8-77DB-4653-985D-423E2994C3A4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Une consultas.</a:t>
          </a:r>
        </a:p>
      </dsp:txBody>
      <dsp:txXfrm>
        <a:off x="456496" y="980400"/>
        <a:ext cx="3381034" cy="2099279"/>
      </dsp:txXfrm>
    </dsp:sp>
    <dsp:sp modelId="{A81D2253-677F-4813-BD48-F979D5CC8EC8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BDCC0C-FD90-46F5-A3D0-53F50CBEA335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SELECT nombre FROM alumno UNION SELECT nombre FROM profesor;</a:t>
          </a:r>
        </a:p>
      </dsp:txBody>
      <dsp:txXfrm>
        <a:off x="4748523" y="980400"/>
        <a:ext cx="3381034" cy="2099279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44526D-13F9-4732-9681-1CA939654C58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4BD22-18EC-427C-814B-AE43C1F9C37E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Condicional.</a:t>
          </a:r>
        </a:p>
      </dsp:txBody>
      <dsp:txXfrm>
        <a:off x="456496" y="980400"/>
        <a:ext cx="3381034" cy="2099279"/>
      </dsp:txXfrm>
    </dsp:sp>
    <dsp:sp modelId="{4471F310-A0C2-4805-A445-8237AB6AB37B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0DB2D-B75F-4CBC-B222-78169E132D81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SELECT nombre, CASE WHEN edad&gt;=18 THEN 'Mayor' ELSE 'Menor' END FROM alumno;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200">
                <a:solidFill>
                  <a:srgbClr val="FFFFFF"/>
                </a:solidFill>
              </a:rPr>
              <a:t>Introducción a SQL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460DB4C-3666-942D-8499-F2384C78A9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11304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CREATE DATABASE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5322C6-F200-72DE-5EF4-692C9477E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31572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DROP DATABASE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4DCFDD-9721-6976-FFB8-2FE73F9735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27432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USE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5E7BA2-880B-3937-B59C-7A96A98328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436625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CREATE TABLE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EF235B-EC9B-3644-D8C8-5302DF6D05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53559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DROP TABLE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0D66DF-54D3-27DA-A34D-D39F29CBF1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65300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ALTER TABLE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23B9B0-80D7-B804-67B6-A121C1F0BF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55438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INSERT INTO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769FAC-AC77-94E2-6291-0E2BAFEB7A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15046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INSERT parcial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0CF4DB-45FE-4BA8-BEDC-01696141E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25155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SELECT *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15E119-D289-0C34-7946-B4051F686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71903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SELECT columnas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DFFDE7-FAE9-CE5D-1F00-F69E364BEE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627808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WHERE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BC9D69-E7E3-870C-0949-260CAC2074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40605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AND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6F5C98-C05E-97AA-E33D-D2D4FA8458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714824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CFDD47-98E1-5493-3535-041CB40F85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7811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BETWEEN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4BA390-FAE4-8DEE-5E41-530B3E3BD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875915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LIKE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4EB590-4066-5B9B-983C-2E100D10D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57758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ORDER BY ASC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0ED1A5-D80D-1E61-D6FC-063977DE6C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207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ORDER BY DESC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0216AF-0C82-EFA2-69D3-ED1453486F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67525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LIMIT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A4840E-0F47-86D8-ADA8-B9B41555E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5821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COUNT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8ABD99-650F-5D4F-00CD-E7A1421321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797543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SUM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420949-519E-D509-8790-E0A9B16131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8839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AVG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6E1AEE-4B70-F6E1-680B-5BC9E5C65C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48695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MIN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82D5B2-CB9F-06C5-3A96-E42E2F9AA5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985851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MAX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FEBA7E-F97C-E942-436F-2321E1323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04111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GROUP BY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649BDB-6230-CB01-BB2E-83F983AED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5385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HAVING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E25773-B55F-0B4A-8334-64F58CC2A8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50888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UPDATE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ECB0F4-F731-C2F5-09A6-61691EA2E5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597212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DELETE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F76C74-F51E-5A9D-E14F-0BA119D6F1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005919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TRUNCATE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94E632-B203-1770-C251-EBCF53F15E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50817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PRIMARY KEY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729D3A-E86D-B929-1CA9-CB1CE5E94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272732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FOREIGN KEY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5C1FB9-D048-7FA9-C31D-DE42B68F4E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123395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INNER JOIN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8FAB16-3940-BE9F-2244-BF1928A6A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51850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LEFT JOIN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781434-893F-739D-D07D-914CF2A7CB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04089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RIGHT JOIN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C9E14A-CF34-28AB-06F4-7C1E29A7F5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93247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SUBCONSULTA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F0A589-829D-61DC-A1D6-B04AE55343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47406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5D0674-1E1A-705A-3063-9DE13D6A12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55971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NOT 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9CC766-A883-AB61-EE5B-02D899F81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649545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IS NULL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35CA64-96D1-DCE0-4708-98F69EC36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60411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IS NOT NULL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100026-E2D2-2831-FA08-504358B1D4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56837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CREATE INDEX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BE4CE8-AA54-0A0C-F6F0-C63F85A64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83832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DROP INDEX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F751DE-93DB-2F33-1206-E3B59416A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63682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CREATE 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D85E12-3645-CE86-D282-BBDD9DD320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59266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DROP 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CBA3BE-2441-5CC2-F59D-FE7DB63B5F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542480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COMMIT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2D2A63-CF10-D1A0-DBCC-29E7CDC83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30093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ROLLBACK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63CCA0-79A9-4CB0-5143-95251A4620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05672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DISTINCT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5600D0-E96A-1F23-29B9-5144220FB9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14148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UNION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62D372-B81F-9A1F-0C68-0390E168C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50815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4ACEB5-81F4-3C1A-EC70-08334BD2A9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9804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692</Words>
  <Application>Microsoft Office PowerPoint</Application>
  <PresentationFormat>Presentación en pantalla (4:3)</PresentationFormat>
  <Paragraphs>144</Paragraphs>
  <Slides>48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Introducción a SQL</vt:lpstr>
      <vt:lpstr>CREATE DATABASE</vt:lpstr>
      <vt:lpstr>DROP DATABASE</vt:lpstr>
      <vt:lpstr>USE</vt:lpstr>
      <vt:lpstr>CREATE TABLE</vt:lpstr>
      <vt:lpstr>DROP TABLE</vt:lpstr>
      <vt:lpstr>ALTER TABLE</vt:lpstr>
      <vt:lpstr>INSERT INTO</vt:lpstr>
      <vt:lpstr>INSERT parcial</vt:lpstr>
      <vt:lpstr>SELECT *</vt:lpstr>
      <vt:lpstr>SELECT columnas</vt:lpstr>
      <vt:lpstr>WHERE</vt:lpstr>
      <vt:lpstr>AND</vt:lpstr>
      <vt:lpstr>OR</vt:lpstr>
      <vt:lpstr>BETWEEN</vt:lpstr>
      <vt:lpstr>LIKE</vt:lpstr>
      <vt:lpstr>ORDER BY ASC</vt:lpstr>
      <vt:lpstr>ORDER BY DESC</vt:lpstr>
      <vt:lpstr>LIMIT</vt:lpstr>
      <vt:lpstr>COUNT</vt:lpstr>
      <vt:lpstr>SUM</vt:lpstr>
      <vt:lpstr>AVG</vt:lpstr>
      <vt:lpstr>MIN</vt:lpstr>
      <vt:lpstr>MAX</vt:lpstr>
      <vt:lpstr>GROUP BY</vt:lpstr>
      <vt:lpstr>HAVING</vt:lpstr>
      <vt:lpstr>UPDATE</vt:lpstr>
      <vt:lpstr>DELETE</vt:lpstr>
      <vt:lpstr>TRUNCATE</vt:lpstr>
      <vt:lpstr>PRIMARY KEY</vt:lpstr>
      <vt:lpstr>FOREIGN KEY</vt:lpstr>
      <vt:lpstr>INNER JOIN</vt:lpstr>
      <vt:lpstr>LEFT JOIN</vt:lpstr>
      <vt:lpstr>RIGHT JOIN</vt:lpstr>
      <vt:lpstr>SUBCONSULTA</vt:lpstr>
      <vt:lpstr>IN</vt:lpstr>
      <vt:lpstr>NOT IN</vt:lpstr>
      <vt:lpstr>IS NULL</vt:lpstr>
      <vt:lpstr>IS NOT NULL</vt:lpstr>
      <vt:lpstr>CREATE INDEX</vt:lpstr>
      <vt:lpstr>DROP INDEX</vt:lpstr>
      <vt:lpstr>CREATE VIEW</vt:lpstr>
      <vt:lpstr>DROP VIEW</vt:lpstr>
      <vt:lpstr>COMMIT</vt:lpstr>
      <vt:lpstr>ROLLBACK</vt:lpstr>
      <vt:lpstr>DISTINCT</vt:lpstr>
      <vt:lpstr>UNION</vt:lpstr>
      <vt:lpstr>CASE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2026-01-25T13:38:48Z</dcterms:modified>
  <cp:category/>
</cp:coreProperties>
</file>