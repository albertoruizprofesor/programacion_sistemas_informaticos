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300" r:id="rId27"/>
    <p:sldId id="272" r:id="rId28"/>
    <p:sldId id="299" r:id="rId29"/>
    <p:sldId id="274" r:id="rId30"/>
    <p:sldId id="273" r:id="rId31"/>
    <p:sldId id="275" r:id="rId32"/>
    <p:sldId id="276" r:id="rId33"/>
    <p:sldId id="277" r:id="rId34"/>
    <p:sldId id="287" r:id="rId35"/>
    <p:sldId id="288" r:id="rId36"/>
    <p:sldId id="289" r:id="rId37"/>
    <p:sldId id="278" r:id="rId38"/>
    <p:sldId id="279" r:id="rId39"/>
    <p:sldId id="280" r:id="rId40"/>
    <p:sldId id="301" r:id="rId41"/>
    <p:sldId id="281" r:id="rId42"/>
    <p:sldId id="282" r:id="rId43"/>
    <p:sldId id="283" r:id="rId44"/>
    <p:sldId id="284" r:id="rId45"/>
    <p:sldId id="285" r:id="rId46"/>
    <p:sldId id="286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AAFACC-5B4B-4A74-A843-D409F492B3DF}" v="73" dt="2025-10-09T11:00:48.680"/>
    <p1510:client id="{038D069C-A04A-4370-A9EF-37DD69281A5B}" v="3" dt="2025-10-09T10:36:53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9743E567-337F-4C21-A62A-0C7FCC4B4E77}"/>
    <pc:docChg chg="modSld">
      <pc:chgData name="Alberto Ruiz" userId="47fa91d207cfb014" providerId="LiveId" clId="{9743E567-337F-4C21-A62A-0C7FCC4B4E77}" dt="2025-10-09T10:36:53.871" v="2" actId="14100"/>
      <pc:docMkLst>
        <pc:docMk/>
      </pc:docMkLst>
      <pc:sldChg chg="modSp">
        <pc:chgData name="Alberto Ruiz" userId="47fa91d207cfb014" providerId="LiveId" clId="{9743E567-337F-4C21-A62A-0C7FCC4B4E77}" dt="2025-10-09T10:30:49.776" v="0" actId="1076"/>
        <pc:sldMkLst>
          <pc:docMk/>
          <pc:sldMk cId="717027883" sldId="287"/>
        </pc:sldMkLst>
        <pc:spChg chg="mod">
          <ac:chgData name="Alberto Ruiz" userId="47fa91d207cfb014" providerId="LiveId" clId="{9743E567-337F-4C21-A62A-0C7FCC4B4E77}" dt="2025-10-09T10:30:49.776" v="0" actId="1076"/>
          <ac:spMkLst>
            <pc:docMk/>
            <pc:sldMk cId="717027883" sldId="287"/>
            <ac:spMk id="14" creationId="{4DB33866-652E-4AD6-14A4-3F469181C970}"/>
          </ac:spMkLst>
        </pc:spChg>
      </pc:sldChg>
      <pc:sldChg chg="modSp">
        <pc:chgData name="Alberto Ruiz" userId="47fa91d207cfb014" providerId="LiveId" clId="{9743E567-337F-4C21-A62A-0C7FCC4B4E77}" dt="2025-10-09T10:36:53.871" v="2" actId="14100"/>
        <pc:sldMkLst>
          <pc:docMk/>
          <pc:sldMk cId="4021412030" sldId="288"/>
        </pc:sldMkLst>
        <pc:spChg chg="mod">
          <ac:chgData name="Alberto Ruiz" userId="47fa91d207cfb014" providerId="LiveId" clId="{9743E567-337F-4C21-A62A-0C7FCC4B4E77}" dt="2025-10-09T10:36:53.871" v="2" actId="14100"/>
          <ac:spMkLst>
            <pc:docMk/>
            <pc:sldMk cId="4021412030" sldId="288"/>
            <ac:spMk id="5" creationId="{280DEC60-49E1-C17B-9357-1A3FA7ABB033}"/>
          </ac:spMkLst>
        </pc:spChg>
      </pc:sldChg>
    </pc:docChg>
  </pc:docChgLst>
  <pc:docChgLst>
    <pc:chgData name="Alberto Ruiz" userId="47fa91d207cfb014" providerId="LiveId" clId="{85FEFC20-368C-4804-AF35-776ECB9C6605}"/>
    <pc:docChg chg="undo custSel addSld delSld modSld sldOrd">
      <pc:chgData name="Alberto Ruiz" userId="47fa91d207cfb014" providerId="LiveId" clId="{85FEFC20-368C-4804-AF35-776ECB9C6605}" dt="2025-10-09T11:00:48.683" v="1296"/>
      <pc:docMkLst>
        <pc:docMk/>
      </pc:docMkLst>
      <pc:sldChg chg="addSp modSp mod modMedia setBg">
        <pc:chgData name="Alberto Ruiz" userId="47fa91d207cfb014" providerId="LiveId" clId="{85FEFC20-368C-4804-AF35-776ECB9C6605}" dt="2025-10-05T15:53:26.998" v="148" actId="1076"/>
        <pc:sldMkLst>
          <pc:docMk/>
          <pc:sldMk cId="0" sldId="256"/>
        </pc:sldMkLst>
        <pc:spChg chg="mod">
          <ac:chgData name="Alberto Ruiz" userId="47fa91d207cfb014" providerId="LiveId" clId="{85FEFC20-368C-4804-AF35-776ECB9C6605}" dt="2025-09-10T10:32:53.577" v="0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2:53.577" v="0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2:53.577" v="0" actId="26606"/>
          <ac:spMkLst>
            <pc:docMk/>
            <pc:sldMk cId="0" sldId="256"/>
            <ac:spMk id="9" creationId="{E0AE394F-AFF1-4485-AF1F-7387A2F041AA}"/>
          </ac:spMkLst>
        </pc:spChg>
        <pc:spChg chg="add">
          <ac:chgData name="Alberto Ruiz" userId="47fa91d207cfb014" providerId="LiveId" clId="{85FEFC20-368C-4804-AF35-776ECB9C6605}" dt="2025-09-10T10:32:53.577" v="0" actId="26606"/>
          <ac:spMkLst>
            <pc:docMk/>
            <pc:sldMk cId="0" sldId="256"/>
            <ac:spMk id="11" creationId="{5683D043-25BB-4AC9-8130-641179672614}"/>
          </ac:spMkLst>
        </pc:spChg>
        <pc:spChg chg="add">
          <ac:chgData name="Alberto Ruiz" userId="47fa91d207cfb014" providerId="LiveId" clId="{85FEFC20-368C-4804-AF35-776ECB9C6605}" dt="2025-09-10T10:32:53.577" v="0" actId="26606"/>
          <ac:spMkLst>
            <pc:docMk/>
            <pc:sldMk cId="0" sldId="256"/>
            <ac:spMk id="13" creationId="{AA61CCAC-6875-474C-8E9E-F57ABF078C2B}"/>
          </ac:spMkLst>
        </pc:spChg>
        <pc:picChg chg="add mod">
          <ac:chgData name="Alberto Ruiz" userId="47fa91d207cfb014" providerId="LiveId" clId="{85FEFC20-368C-4804-AF35-776ECB9C6605}" dt="2025-10-05T15:53:26.998" v="148" actId="1076"/>
          <ac:picMkLst>
            <pc:docMk/>
            <pc:sldMk cId="0" sldId="256"/>
            <ac:picMk id="4" creationId="{6B0B1E38-A02F-9704-2AC6-47E14C4537D2}"/>
          </ac:picMkLst>
        </pc:picChg>
        <pc:picChg chg="add mod">
          <ac:chgData name="Alberto Ruiz" userId="47fa91d207cfb014" providerId="LiveId" clId="{85FEFC20-368C-4804-AF35-776ECB9C6605}" dt="2025-09-10T10:32:54.257" v="2"/>
          <ac:picMkLst>
            <pc:docMk/>
            <pc:sldMk cId="0" sldId="256"/>
            <ac:picMk id="5" creationId="{4D5C108E-DD38-6A17-A41A-E744C124897D}"/>
          </ac:picMkLst>
        </pc:picChg>
        <pc:picChg chg="add mod">
          <ac:chgData name="Alberto Ruiz" userId="47fa91d207cfb014" providerId="LiveId" clId="{85FEFC20-368C-4804-AF35-776ECB9C6605}" dt="2025-10-05T15:53:26.998" v="148" actId="1076"/>
          <ac:picMkLst>
            <pc:docMk/>
            <pc:sldMk cId="0" sldId="256"/>
            <ac:picMk id="6" creationId="{96CD9571-D8C9-8721-852E-01821FF1895F}"/>
          </ac:picMkLst>
        </pc:picChg>
      </pc:sldChg>
      <pc:sldChg chg="addSp delSp modSp mod setBg">
        <pc:chgData name="Alberto Ruiz" userId="47fa91d207cfb014" providerId="LiveId" clId="{85FEFC20-368C-4804-AF35-776ECB9C6605}" dt="2025-09-10T10:32:57.947" v="3" actId="26606"/>
        <pc:sldMkLst>
          <pc:docMk/>
          <pc:sldMk cId="0" sldId="257"/>
        </pc:sldMkLst>
        <pc:spChg chg="mod">
          <ac:chgData name="Alberto Ruiz" userId="47fa91d207cfb014" providerId="LiveId" clId="{85FEFC20-368C-4804-AF35-776ECB9C6605}" dt="2025-09-10T10:32:57.947" v="3" actId="26606"/>
          <ac:spMkLst>
            <pc:docMk/>
            <pc:sldMk cId="0" sldId="257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2:57.947" v="3" actId="26606"/>
          <ac:spMkLst>
            <pc:docMk/>
            <pc:sldMk cId="0" sldId="257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2:57.947" v="3" actId="26606"/>
          <ac:spMkLst>
            <pc:docMk/>
            <pc:sldMk cId="0" sldId="257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2:57.947" v="3" actId="26606"/>
          <ac:spMkLst>
            <pc:docMk/>
            <pc:sldMk cId="0" sldId="257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2:57.947" v="3" actId="26606"/>
          <ac:spMkLst>
            <pc:docMk/>
            <pc:sldMk cId="0" sldId="257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2:57.947" v="3" actId="26606"/>
          <ac:grpSpMkLst>
            <pc:docMk/>
            <pc:sldMk cId="0" sldId="257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2:57.947" v="3" actId="26606"/>
          <ac:grpSpMkLst>
            <pc:docMk/>
            <pc:sldMk cId="0" sldId="257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2:57.947" v="3" actId="26606"/>
          <ac:graphicFrameMkLst>
            <pc:docMk/>
            <pc:sldMk cId="0" sldId="257"/>
            <ac:graphicFrameMk id="5" creationId="{D7A04B15-5707-9946-D337-0139F1713D29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3:01.872" v="4" actId="26606"/>
        <pc:sldMkLst>
          <pc:docMk/>
          <pc:sldMk cId="0" sldId="258"/>
        </pc:sldMkLst>
        <pc:spChg chg="mod">
          <ac:chgData name="Alberto Ruiz" userId="47fa91d207cfb014" providerId="LiveId" clId="{85FEFC20-368C-4804-AF35-776ECB9C6605}" dt="2025-09-10T10:33:01.872" v="4" actId="26606"/>
          <ac:spMkLst>
            <pc:docMk/>
            <pc:sldMk cId="0" sldId="258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01.872" v="4" actId="26606"/>
          <ac:spMkLst>
            <pc:docMk/>
            <pc:sldMk cId="0" sldId="258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3:01.872" v="4" actId="26606"/>
          <ac:spMkLst>
            <pc:docMk/>
            <pc:sldMk cId="0" sldId="258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3:01.872" v="4" actId="26606"/>
          <ac:spMkLst>
            <pc:docMk/>
            <pc:sldMk cId="0" sldId="258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3:01.872" v="4" actId="26606"/>
          <ac:spMkLst>
            <pc:docMk/>
            <pc:sldMk cId="0" sldId="258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3:01.872" v="4" actId="26606"/>
          <ac:grpSpMkLst>
            <pc:docMk/>
            <pc:sldMk cId="0" sldId="258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3:01.872" v="4" actId="26606"/>
          <ac:grpSpMkLst>
            <pc:docMk/>
            <pc:sldMk cId="0" sldId="258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3:01.872" v="4" actId="26606"/>
          <ac:graphicFrameMkLst>
            <pc:docMk/>
            <pc:sldMk cId="0" sldId="258"/>
            <ac:graphicFrameMk id="5" creationId="{657ECAE1-D557-C5EB-7B3A-3C2E1A32E9B6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3:05.747" v="5" actId="26606"/>
        <pc:sldMkLst>
          <pc:docMk/>
          <pc:sldMk cId="0" sldId="259"/>
        </pc:sldMkLst>
        <pc:spChg chg="mod">
          <ac:chgData name="Alberto Ruiz" userId="47fa91d207cfb014" providerId="LiveId" clId="{85FEFC20-368C-4804-AF35-776ECB9C6605}" dt="2025-09-10T10:33:05.747" v="5" actId="26606"/>
          <ac:spMkLst>
            <pc:docMk/>
            <pc:sldMk cId="0" sldId="259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05.747" v="5" actId="26606"/>
          <ac:spMkLst>
            <pc:docMk/>
            <pc:sldMk cId="0" sldId="259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3:05.747" v="5" actId="26606"/>
          <ac:spMkLst>
            <pc:docMk/>
            <pc:sldMk cId="0" sldId="259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3:05.747" v="5" actId="26606"/>
          <ac:spMkLst>
            <pc:docMk/>
            <pc:sldMk cId="0" sldId="259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3:05.747" v="5" actId="26606"/>
          <ac:spMkLst>
            <pc:docMk/>
            <pc:sldMk cId="0" sldId="259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3:05.747" v="5" actId="26606"/>
          <ac:grpSpMkLst>
            <pc:docMk/>
            <pc:sldMk cId="0" sldId="259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3:05.747" v="5" actId="26606"/>
          <ac:grpSpMkLst>
            <pc:docMk/>
            <pc:sldMk cId="0" sldId="259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3:05.747" v="5" actId="26606"/>
          <ac:graphicFrameMkLst>
            <pc:docMk/>
            <pc:sldMk cId="0" sldId="259"/>
            <ac:graphicFrameMk id="5" creationId="{244AC682-529F-2078-E87E-F1DA35D92EC4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3:09.929" v="6" actId="26606"/>
        <pc:sldMkLst>
          <pc:docMk/>
          <pc:sldMk cId="0" sldId="260"/>
        </pc:sldMkLst>
        <pc:spChg chg="mod">
          <ac:chgData name="Alberto Ruiz" userId="47fa91d207cfb014" providerId="LiveId" clId="{85FEFC20-368C-4804-AF35-776ECB9C6605}" dt="2025-09-10T10:33:09.929" v="6" actId="26606"/>
          <ac:spMkLst>
            <pc:docMk/>
            <pc:sldMk cId="0" sldId="260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09.929" v="6" actId="26606"/>
          <ac:spMkLst>
            <pc:docMk/>
            <pc:sldMk cId="0" sldId="260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3:09.929" v="6" actId="26606"/>
          <ac:spMkLst>
            <pc:docMk/>
            <pc:sldMk cId="0" sldId="260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3:09.929" v="6" actId="26606"/>
          <ac:spMkLst>
            <pc:docMk/>
            <pc:sldMk cId="0" sldId="260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3:09.929" v="6" actId="26606"/>
          <ac:spMkLst>
            <pc:docMk/>
            <pc:sldMk cId="0" sldId="260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3:09.929" v="6" actId="26606"/>
          <ac:grpSpMkLst>
            <pc:docMk/>
            <pc:sldMk cId="0" sldId="260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3:09.929" v="6" actId="26606"/>
          <ac:grpSpMkLst>
            <pc:docMk/>
            <pc:sldMk cId="0" sldId="260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3:09.929" v="6" actId="26606"/>
          <ac:graphicFrameMkLst>
            <pc:docMk/>
            <pc:sldMk cId="0" sldId="260"/>
            <ac:graphicFrameMk id="5" creationId="{E2E65D95-FE5F-B125-711D-6722818C2F8C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3:14.295" v="7" actId="26606"/>
        <pc:sldMkLst>
          <pc:docMk/>
          <pc:sldMk cId="0" sldId="261"/>
        </pc:sldMkLst>
        <pc:spChg chg="mod">
          <ac:chgData name="Alberto Ruiz" userId="47fa91d207cfb014" providerId="LiveId" clId="{85FEFC20-368C-4804-AF35-776ECB9C6605}" dt="2025-09-10T10:33:14.295" v="7" actId="26606"/>
          <ac:spMkLst>
            <pc:docMk/>
            <pc:sldMk cId="0" sldId="261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14.295" v="7" actId="26606"/>
          <ac:spMkLst>
            <pc:docMk/>
            <pc:sldMk cId="0" sldId="261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3:14.295" v="7" actId="26606"/>
          <ac:spMkLst>
            <pc:docMk/>
            <pc:sldMk cId="0" sldId="261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3:14.295" v="7" actId="26606"/>
          <ac:spMkLst>
            <pc:docMk/>
            <pc:sldMk cId="0" sldId="261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3:14.295" v="7" actId="26606"/>
          <ac:spMkLst>
            <pc:docMk/>
            <pc:sldMk cId="0" sldId="261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3:14.295" v="7" actId="26606"/>
          <ac:grpSpMkLst>
            <pc:docMk/>
            <pc:sldMk cId="0" sldId="261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3:14.295" v="7" actId="26606"/>
          <ac:grpSpMkLst>
            <pc:docMk/>
            <pc:sldMk cId="0" sldId="261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3:14.295" v="7" actId="26606"/>
          <ac:graphicFrameMkLst>
            <pc:docMk/>
            <pc:sldMk cId="0" sldId="261"/>
            <ac:graphicFrameMk id="5" creationId="{40A44956-E504-0C00-3416-81030B039F26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3:18.434" v="8" actId="26606"/>
        <pc:sldMkLst>
          <pc:docMk/>
          <pc:sldMk cId="0" sldId="262"/>
        </pc:sldMkLst>
        <pc:spChg chg="mod">
          <ac:chgData name="Alberto Ruiz" userId="47fa91d207cfb014" providerId="LiveId" clId="{85FEFC20-368C-4804-AF35-776ECB9C6605}" dt="2025-09-10T10:33:18.434" v="8" actId="26606"/>
          <ac:spMkLst>
            <pc:docMk/>
            <pc:sldMk cId="0" sldId="262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18.434" v="8" actId="26606"/>
          <ac:spMkLst>
            <pc:docMk/>
            <pc:sldMk cId="0" sldId="262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3:18.434" v="8" actId="26606"/>
          <ac:spMkLst>
            <pc:docMk/>
            <pc:sldMk cId="0" sldId="262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3:18.434" v="8" actId="26606"/>
          <ac:spMkLst>
            <pc:docMk/>
            <pc:sldMk cId="0" sldId="262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3:18.434" v="8" actId="26606"/>
          <ac:spMkLst>
            <pc:docMk/>
            <pc:sldMk cId="0" sldId="262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3:18.434" v="8" actId="26606"/>
          <ac:grpSpMkLst>
            <pc:docMk/>
            <pc:sldMk cId="0" sldId="262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3:18.434" v="8" actId="26606"/>
          <ac:grpSpMkLst>
            <pc:docMk/>
            <pc:sldMk cId="0" sldId="262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3:18.434" v="8" actId="26606"/>
          <ac:graphicFrameMkLst>
            <pc:docMk/>
            <pc:sldMk cId="0" sldId="262"/>
            <ac:graphicFrameMk id="5" creationId="{8ECA79D2-D55A-A206-723F-3C4104735273}"/>
          </ac:graphicFrameMkLst>
        </pc:graphicFrameChg>
      </pc:sldChg>
      <pc:sldChg chg="addSp modSp mod setBg addAnim">
        <pc:chgData name="Alberto Ruiz" userId="47fa91d207cfb014" providerId="LiveId" clId="{85FEFC20-368C-4804-AF35-776ECB9C6605}" dt="2025-09-10T10:47:01.206" v="52"/>
        <pc:sldMkLst>
          <pc:docMk/>
          <pc:sldMk cId="0" sldId="263"/>
        </pc:sldMkLst>
        <pc:spChg chg="mod">
          <ac:chgData name="Alberto Ruiz" userId="47fa91d207cfb014" providerId="LiveId" clId="{85FEFC20-368C-4804-AF35-776ECB9C6605}" dt="2025-09-10T10:33:22.606" v="9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47:01.206" v="52"/>
          <ac:spMkLst>
            <pc:docMk/>
            <pc:sldMk cId="0" sldId="263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22.606" v="9" actId="26606"/>
          <ac:spMkLst>
            <pc:docMk/>
            <pc:sldMk cId="0" sldId="263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3:22.606" v="9" actId="26606"/>
          <ac:spMkLst>
            <pc:docMk/>
            <pc:sldMk cId="0" sldId="263"/>
            <ac:spMk id="10" creationId="{B34F5AD2-EDBD-4BBD-A55C-EAFFD0C7097A}"/>
          </ac:spMkLst>
        </pc:spChg>
      </pc:sldChg>
      <pc:sldChg chg="addSp modSp mod setBg addAnim">
        <pc:chgData name="Alberto Ruiz" userId="47fa91d207cfb014" providerId="LiveId" clId="{85FEFC20-368C-4804-AF35-776ECB9C6605}" dt="2025-09-10T10:33:26.366" v="12"/>
        <pc:sldMkLst>
          <pc:docMk/>
          <pc:sldMk cId="0" sldId="264"/>
        </pc:sldMkLst>
        <pc:spChg chg="mod">
          <ac:chgData name="Alberto Ruiz" userId="47fa91d207cfb014" providerId="LiveId" clId="{85FEFC20-368C-4804-AF35-776ECB9C6605}" dt="2025-09-10T10:33:26.366" v="11" actId="26606"/>
          <ac:spMkLst>
            <pc:docMk/>
            <pc:sldMk cId="0" sldId="264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3:26.366" v="11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26.366" v="11" actId="26606"/>
          <ac:spMkLst>
            <pc:docMk/>
            <pc:sldMk cId="0" sldId="264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3:26.366" v="11" actId="26606"/>
          <ac:spMkLst>
            <pc:docMk/>
            <pc:sldMk cId="0" sldId="264"/>
            <ac:spMk id="10" creationId="{B34F5AD2-EDBD-4BBD-A55C-EAFFD0C7097A}"/>
          </ac:spMkLst>
        </pc:spChg>
      </pc:sldChg>
      <pc:sldChg chg="addSp delSp modSp mod setBg">
        <pc:chgData name="Alberto Ruiz" userId="47fa91d207cfb014" providerId="LiveId" clId="{85FEFC20-368C-4804-AF35-776ECB9C6605}" dt="2025-09-10T10:33:30.154" v="13" actId="26606"/>
        <pc:sldMkLst>
          <pc:docMk/>
          <pc:sldMk cId="0" sldId="265"/>
        </pc:sldMkLst>
        <pc:spChg chg="mod">
          <ac:chgData name="Alberto Ruiz" userId="47fa91d207cfb014" providerId="LiveId" clId="{85FEFC20-368C-4804-AF35-776ECB9C6605}" dt="2025-09-10T10:33:30.154" v="13" actId="26606"/>
          <ac:spMkLst>
            <pc:docMk/>
            <pc:sldMk cId="0" sldId="265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30.154" v="13" actId="26606"/>
          <ac:spMkLst>
            <pc:docMk/>
            <pc:sldMk cId="0" sldId="265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3:30.154" v="13" actId="26606"/>
          <ac:spMkLst>
            <pc:docMk/>
            <pc:sldMk cId="0" sldId="265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3:30.154" v="13" actId="26606"/>
          <ac:spMkLst>
            <pc:docMk/>
            <pc:sldMk cId="0" sldId="265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3:30.154" v="13" actId="26606"/>
          <ac:spMkLst>
            <pc:docMk/>
            <pc:sldMk cId="0" sldId="265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3:30.154" v="13" actId="26606"/>
          <ac:grpSpMkLst>
            <pc:docMk/>
            <pc:sldMk cId="0" sldId="265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3:30.154" v="13" actId="26606"/>
          <ac:grpSpMkLst>
            <pc:docMk/>
            <pc:sldMk cId="0" sldId="265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3:30.154" v="13" actId="26606"/>
          <ac:graphicFrameMkLst>
            <pc:docMk/>
            <pc:sldMk cId="0" sldId="265"/>
            <ac:graphicFrameMk id="5" creationId="{0545A603-F87E-8C34-85BF-2BC78BF0256C}"/>
          </ac:graphicFrameMkLst>
        </pc:graphicFrameChg>
      </pc:sldChg>
      <pc:sldChg chg="addSp modSp mod setBg addAnim">
        <pc:chgData name="Alberto Ruiz" userId="47fa91d207cfb014" providerId="LiveId" clId="{85FEFC20-368C-4804-AF35-776ECB9C6605}" dt="2025-09-10T10:33:33.344" v="15"/>
        <pc:sldMkLst>
          <pc:docMk/>
          <pc:sldMk cId="0" sldId="266"/>
        </pc:sldMkLst>
        <pc:spChg chg="mod">
          <ac:chgData name="Alberto Ruiz" userId="47fa91d207cfb014" providerId="LiveId" clId="{85FEFC20-368C-4804-AF35-776ECB9C6605}" dt="2025-09-10T10:33:33.344" v="14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3:33.344" v="14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33.344" v="14" actId="26606"/>
          <ac:spMkLst>
            <pc:docMk/>
            <pc:sldMk cId="0" sldId="266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3:33.344" v="14" actId="26606"/>
          <ac:spMkLst>
            <pc:docMk/>
            <pc:sldMk cId="0" sldId="266"/>
            <ac:spMk id="10" creationId="{B34F5AD2-EDBD-4BBD-A55C-EAFFD0C7097A}"/>
          </ac:spMkLst>
        </pc:spChg>
      </pc:sldChg>
      <pc:sldChg chg="addSp modSp mod setBg addAnim">
        <pc:chgData name="Alberto Ruiz" userId="47fa91d207cfb014" providerId="LiveId" clId="{85FEFC20-368C-4804-AF35-776ECB9C6605}" dt="2025-09-10T10:33:37.991" v="17"/>
        <pc:sldMkLst>
          <pc:docMk/>
          <pc:sldMk cId="0" sldId="267"/>
        </pc:sldMkLst>
        <pc:spChg chg="mod">
          <ac:chgData name="Alberto Ruiz" userId="47fa91d207cfb014" providerId="LiveId" clId="{85FEFC20-368C-4804-AF35-776ECB9C6605}" dt="2025-09-10T10:33:37.991" v="16" actId="26606"/>
          <ac:spMkLst>
            <pc:docMk/>
            <pc:sldMk cId="0" sldId="267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3:37.991" v="16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37.991" v="16" actId="26606"/>
          <ac:spMkLst>
            <pc:docMk/>
            <pc:sldMk cId="0" sldId="267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3:37.991" v="16" actId="26606"/>
          <ac:spMkLst>
            <pc:docMk/>
            <pc:sldMk cId="0" sldId="267"/>
            <ac:spMk id="10" creationId="{B34F5AD2-EDBD-4BBD-A55C-EAFFD0C7097A}"/>
          </ac:spMkLst>
        </pc:spChg>
      </pc:sldChg>
      <pc:sldChg chg="addSp modSp mod setBg">
        <pc:chgData name="Alberto Ruiz" userId="47fa91d207cfb014" providerId="LiveId" clId="{85FEFC20-368C-4804-AF35-776ECB9C6605}" dt="2025-09-10T10:33:41.076" v="18" actId="26606"/>
        <pc:sldMkLst>
          <pc:docMk/>
          <pc:sldMk cId="0" sldId="268"/>
        </pc:sldMkLst>
        <pc:spChg chg="mod">
          <ac:chgData name="Alberto Ruiz" userId="47fa91d207cfb014" providerId="LiveId" clId="{85FEFC20-368C-4804-AF35-776ECB9C6605}" dt="2025-09-10T10:33:41.076" v="18" actId="26606"/>
          <ac:spMkLst>
            <pc:docMk/>
            <pc:sldMk cId="0" sldId="268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3:41.076" v="18" actId="26606"/>
          <ac:spMkLst>
            <pc:docMk/>
            <pc:sldMk cId="0" sldId="26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41.076" v="18" actId="26606"/>
          <ac:spMkLst>
            <pc:docMk/>
            <pc:sldMk cId="0" sldId="268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3:41.076" v="18" actId="26606"/>
          <ac:spMkLst>
            <pc:docMk/>
            <pc:sldMk cId="0" sldId="268"/>
            <ac:spMk id="10" creationId="{B34F5AD2-EDBD-4BBD-A55C-EAFFD0C7097A}"/>
          </ac:spMkLst>
        </pc:spChg>
        <pc:spChg chg="add">
          <ac:chgData name="Alberto Ruiz" userId="47fa91d207cfb014" providerId="LiveId" clId="{85FEFC20-368C-4804-AF35-776ECB9C6605}" dt="2025-09-10T10:33:41.076" v="18" actId="26606"/>
          <ac:spMkLst>
            <pc:docMk/>
            <pc:sldMk cId="0" sldId="268"/>
            <ac:spMk id="12" creationId="{B8EAE243-3A9F-4A46-B0D9-04C723A8A1BD}"/>
          </ac:spMkLst>
        </pc:spChg>
      </pc:sldChg>
      <pc:sldChg chg="addSp modSp mod setBg addAnim">
        <pc:chgData name="Alberto Ruiz" userId="47fa91d207cfb014" providerId="LiveId" clId="{85FEFC20-368C-4804-AF35-776ECB9C6605}" dt="2025-10-09T09:51:33.373" v="1292" actId="1076"/>
        <pc:sldMkLst>
          <pc:docMk/>
          <pc:sldMk cId="0" sldId="269"/>
        </pc:sldMkLst>
        <pc:spChg chg="mod">
          <ac:chgData name="Alberto Ruiz" userId="47fa91d207cfb014" providerId="LiveId" clId="{85FEFC20-368C-4804-AF35-776ECB9C6605}" dt="2025-09-10T10:33:44.295" v="19" actId="26606"/>
          <ac:spMkLst>
            <pc:docMk/>
            <pc:sldMk cId="0" sldId="269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09T09:37:56.194" v="1276" actId="1076"/>
          <ac:spMkLst>
            <pc:docMk/>
            <pc:sldMk cId="0" sldId="269"/>
            <ac:spMk id="3" creationId="{00000000-0000-0000-0000-000000000000}"/>
          </ac:spMkLst>
        </pc:spChg>
        <pc:spChg chg="add mod">
          <ac:chgData name="Alberto Ruiz" userId="47fa91d207cfb014" providerId="LiveId" clId="{85FEFC20-368C-4804-AF35-776ECB9C6605}" dt="2025-10-09T09:51:33.373" v="1292" actId="1076"/>
          <ac:spMkLst>
            <pc:docMk/>
            <pc:sldMk cId="0" sldId="269"/>
            <ac:spMk id="5" creationId="{14B9A08A-6345-D693-72EB-CC514CFD5BFF}"/>
          </ac:spMkLst>
        </pc:spChg>
        <pc:spChg chg="add">
          <ac:chgData name="Alberto Ruiz" userId="47fa91d207cfb014" providerId="LiveId" clId="{85FEFC20-368C-4804-AF35-776ECB9C6605}" dt="2025-09-10T10:33:44.295" v="19" actId="26606"/>
          <ac:spMkLst>
            <pc:docMk/>
            <pc:sldMk cId="0" sldId="269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3:44.295" v="19" actId="26606"/>
          <ac:spMkLst>
            <pc:docMk/>
            <pc:sldMk cId="0" sldId="269"/>
            <ac:spMk id="10" creationId="{B34F5AD2-EDBD-4BBD-A55C-EAFFD0C7097A}"/>
          </ac:spMkLst>
        </pc:spChg>
        <pc:spChg chg="add">
          <ac:chgData name="Alberto Ruiz" userId="47fa91d207cfb014" providerId="LiveId" clId="{85FEFC20-368C-4804-AF35-776ECB9C6605}" dt="2025-09-10T10:33:44.295" v="19" actId="26606"/>
          <ac:spMkLst>
            <pc:docMk/>
            <pc:sldMk cId="0" sldId="269"/>
            <ac:spMk id="12" creationId="{B8EAE243-3A9F-4A46-B0D9-04C723A8A1BD}"/>
          </ac:spMkLst>
        </pc:spChg>
      </pc:sldChg>
      <pc:sldChg chg="addSp modSp mod setBg">
        <pc:chgData name="Alberto Ruiz" userId="47fa91d207cfb014" providerId="LiveId" clId="{85FEFC20-368C-4804-AF35-776ECB9C6605}" dt="2025-09-10T10:33:47.306" v="21" actId="26606"/>
        <pc:sldMkLst>
          <pc:docMk/>
          <pc:sldMk cId="0" sldId="270"/>
        </pc:sldMkLst>
        <pc:spChg chg="mod">
          <ac:chgData name="Alberto Ruiz" userId="47fa91d207cfb014" providerId="LiveId" clId="{85FEFC20-368C-4804-AF35-776ECB9C6605}" dt="2025-09-10T10:33:47.306" v="21" actId="26606"/>
          <ac:spMkLst>
            <pc:docMk/>
            <pc:sldMk cId="0" sldId="270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3:47.306" v="21" actId="26606"/>
          <ac:spMkLst>
            <pc:docMk/>
            <pc:sldMk cId="0" sldId="270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47.306" v="21" actId="26606"/>
          <ac:spMkLst>
            <pc:docMk/>
            <pc:sldMk cId="0" sldId="270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3:47.306" v="21" actId="26606"/>
          <ac:spMkLst>
            <pc:docMk/>
            <pc:sldMk cId="0" sldId="270"/>
            <ac:spMk id="10" creationId="{B34F5AD2-EDBD-4BBD-A55C-EAFFD0C7097A}"/>
          </ac:spMkLst>
        </pc:spChg>
        <pc:spChg chg="add">
          <ac:chgData name="Alberto Ruiz" userId="47fa91d207cfb014" providerId="LiveId" clId="{85FEFC20-368C-4804-AF35-776ECB9C6605}" dt="2025-09-10T10:33:47.306" v="21" actId="26606"/>
          <ac:spMkLst>
            <pc:docMk/>
            <pc:sldMk cId="0" sldId="270"/>
            <ac:spMk id="12" creationId="{B8EAE243-3A9F-4A46-B0D9-04C723A8A1BD}"/>
          </ac:spMkLst>
        </pc:spChg>
      </pc:sldChg>
      <pc:sldChg chg="addSp modSp mod setBg addAnim">
        <pc:chgData name="Alberto Ruiz" userId="47fa91d207cfb014" providerId="LiveId" clId="{85FEFC20-368C-4804-AF35-776ECB9C6605}" dt="2025-10-08T17:23:12.187" v="1140"/>
        <pc:sldMkLst>
          <pc:docMk/>
          <pc:sldMk cId="0" sldId="271"/>
        </pc:sldMkLst>
        <pc:spChg chg="mod">
          <ac:chgData name="Alberto Ruiz" userId="47fa91d207cfb014" providerId="LiveId" clId="{85FEFC20-368C-4804-AF35-776ECB9C6605}" dt="2025-09-10T10:33:51.042" v="22" actId="26606"/>
          <ac:spMkLst>
            <pc:docMk/>
            <pc:sldMk cId="0" sldId="271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08T17:23:12.187" v="1140"/>
          <ac:spMkLst>
            <pc:docMk/>
            <pc:sldMk cId="0" sldId="271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51.042" v="22" actId="26606"/>
          <ac:spMkLst>
            <pc:docMk/>
            <pc:sldMk cId="0" sldId="271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3:51.042" v="22" actId="26606"/>
          <ac:spMkLst>
            <pc:docMk/>
            <pc:sldMk cId="0" sldId="271"/>
            <ac:spMk id="10" creationId="{B34F5AD2-EDBD-4BBD-A55C-EAFFD0C7097A}"/>
          </ac:spMkLst>
        </pc:spChg>
        <pc:spChg chg="add">
          <ac:chgData name="Alberto Ruiz" userId="47fa91d207cfb014" providerId="LiveId" clId="{85FEFC20-368C-4804-AF35-776ECB9C6605}" dt="2025-09-10T10:33:51.042" v="22" actId="26606"/>
          <ac:spMkLst>
            <pc:docMk/>
            <pc:sldMk cId="0" sldId="271"/>
            <ac:spMk id="12" creationId="{B8EAE243-3A9F-4A46-B0D9-04C723A8A1BD}"/>
          </ac:spMkLst>
        </pc:spChg>
      </pc:sldChg>
      <pc:sldChg chg="addSp modSp mod setBg">
        <pc:chgData name="Alberto Ruiz" userId="47fa91d207cfb014" providerId="LiveId" clId="{85FEFC20-368C-4804-AF35-776ECB9C6605}" dt="2025-10-08T17:14:20.020" v="820" actId="113"/>
        <pc:sldMkLst>
          <pc:docMk/>
          <pc:sldMk cId="0" sldId="272"/>
        </pc:sldMkLst>
        <pc:spChg chg="mod">
          <ac:chgData name="Alberto Ruiz" userId="47fa91d207cfb014" providerId="LiveId" clId="{85FEFC20-368C-4804-AF35-776ECB9C6605}" dt="2025-09-10T10:33:54.011" v="24" actId="26606"/>
          <ac:spMkLst>
            <pc:docMk/>
            <pc:sldMk cId="0" sldId="272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08T17:14:20.020" v="820" actId="113"/>
          <ac:spMkLst>
            <pc:docMk/>
            <pc:sldMk cId="0" sldId="272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54.011" v="24" actId="26606"/>
          <ac:spMkLst>
            <pc:docMk/>
            <pc:sldMk cId="0" sldId="272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3:54.011" v="24" actId="26606"/>
          <ac:spMkLst>
            <pc:docMk/>
            <pc:sldMk cId="0" sldId="272"/>
            <ac:spMk id="10" creationId="{B34F5AD2-EDBD-4BBD-A55C-EAFFD0C7097A}"/>
          </ac:spMkLst>
        </pc:spChg>
        <pc:spChg chg="add">
          <ac:chgData name="Alberto Ruiz" userId="47fa91d207cfb014" providerId="LiveId" clId="{85FEFC20-368C-4804-AF35-776ECB9C6605}" dt="2025-09-10T10:33:54.011" v="24" actId="26606"/>
          <ac:spMkLst>
            <pc:docMk/>
            <pc:sldMk cId="0" sldId="272"/>
            <ac:spMk id="12" creationId="{B8EAE243-3A9F-4A46-B0D9-04C723A8A1BD}"/>
          </ac:spMkLst>
        </pc:spChg>
      </pc:sldChg>
      <pc:sldChg chg="addSp delSp modSp mod setBg">
        <pc:chgData name="Alberto Ruiz" userId="47fa91d207cfb014" providerId="LiveId" clId="{85FEFC20-368C-4804-AF35-776ECB9C6605}" dt="2025-10-08T17:18:00.409" v="918" actId="403"/>
        <pc:sldMkLst>
          <pc:docMk/>
          <pc:sldMk cId="0" sldId="273"/>
        </pc:sldMkLst>
        <pc:spChg chg="mod">
          <ac:chgData name="Alberto Ruiz" userId="47fa91d207cfb014" providerId="LiveId" clId="{85FEFC20-368C-4804-AF35-776ECB9C6605}" dt="2025-10-08T17:17:43.901" v="909" actId="26606"/>
          <ac:spMkLst>
            <pc:docMk/>
            <pc:sldMk cId="0" sldId="273"/>
            <ac:spMk id="2" creationId="{00000000-0000-0000-0000-000000000000}"/>
          </ac:spMkLst>
        </pc:spChg>
        <pc:spChg chg="add del">
          <ac:chgData name="Alberto Ruiz" userId="47fa91d207cfb014" providerId="LiveId" clId="{85FEFC20-368C-4804-AF35-776ECB9C6605}" dt="2025-10-08T17:17:43.901" v="909" actId="26606"/>
          <ac:spMkLst>
            <pc:docMk/>
            <pc:sldMk cId="0" sldId="273"/>
            <ac:spMk id="9" creationId="{0C541B88-1AE9-40C3-AFD5-967787C1979F}"/>
          </ac:spMkLst>
        </pc:spChg>
        <pc:spChg chg="add del">
          <ac:chgData name="Alberto Ruiz" userId="47fa91d207cfb014" providerId="LiveId" clId="{85FEFC20-368C-4804-AF35-776ECB9C6605}" dt="2025-10-08T17:17:43.901" v="909" actId="26606"/>
          <ac:spMkLst>
            <pc:docMk/>
            <pc:sldMk cId="0" sldId="273"/>
            <ac:spMk id="11" creationId="{E5F17139-31EE-46AC-B04F-DBBD852DD6CB}"/>
          </ac:spMkLst>
        </pc:spChg>
        <pc:spChg chg="add del">
          <ac:chgData name="Alberto Ruiz" userId="47fa91d207cfb014" providerId="LiveId" clId="{85FEFC20-368C-4804-AF35-776ECB9C6605}" dt="2025-10-08T17:17:43.901" v="909" actId="26606"/>
          <ac:spMkLst>
            <pc:docMk/>
            <pc:sldMk cId="0" sldId="273"/>
            <ac:spMk id="17" creationId="{89D16701-DA76-4F72-BB63-E2C3FFBDFE0F}"/>
          </ac:spMkLst>
        </pc:spChg>
        <pc:spChg chg="add del">
          <ac:chgData name="Alberto Ruiz" userId="47fa91d207cfb014" providerId="LiveId" clId="{85FEFC20-368C-4804-AF35-776ECB9C6605}" dt="2025-10-08T17:17:43.901" v="909" actId="26606"/>
          <ac:spMkLst>
            <pc:docMk/>
            <pc:sldMk cId="0" sldId="273"/>
            <ac:spMk id="19" creationId="{1CC28BE1-9DC6-43FE-9582-39F091098D77}"/>
          </ac:spMkLst>
        </pc:spChg>
        <pc:spChg chg="add">
          <ac:chgData name="Alberto Ruiz" userId="47fa91d207cfb014" providerId="LiveId" clId="{85FEFC20-368C-4804-AF35-776ECB9C6605}" dt="2025-10-08T17:17:43.901" v="909" actId="26606"/>
          <ac:spMkLst>
            <pc:docMk/>
            <pc:sldMk cId="0" sldId="273"/>
            <ac:spMk id="39" creationId="{9DBC8166-481C-4473-95F5-9A5B9073B7F1}"/>
          </ac:spMkLst>
        </pc:spChg>
        <pc:spChg chg="add">
          <ac:chgData name="Alberto Ruiz" userId="47fa91d207cfb014" providerId="LiveId" clId="{85FEFC20-368C-4804-AF35-776ECB9C6605}" dt="2025-10-08T17:17:43.901" v="909" actId="26606"/>
          <ac:spMkLst>
            <pc:docMk/>
            <pc:sldMk cId="0" sldId="273"/>
            <ac:spMk id="41" creationId="{A5A5CE6E-90AF-4D43-A014-1F9EC83EB93D}"/>
          </ac:spMkLst>
        </pc:spChg>
        <pc:grpChg chg="add del">
          <ac:chgData name="Alberto Ruiz" userId="47fa91d207cfb014" providerId="LiveId" clId="{85FEFC20-368C-4804-AF35-776ECB9C6605}" dt="2025-10-08T17:17:43.901" v="909" actId="26606"/>
          <ac:grpSpMkLst>
            <pc:docMk/>
            <pc:sldMk cId="0" sldId="273"/>
            <ac:grpSpMk id="13" creationId="{7CF625D3-71A3-4F30-A096-8EF334E959D0}"/>
          </ac:grpSpMkLst>
        </pc:grpChg>
        <pc:grpChg chg="add del">
          <ac:chgData name="Alberto Ruiz" userId="47fa91d207cfb014" providerId="LiveId" clId="{85FEFC20-368C-4804-AF35-776ECB9C6605}" dt="2025-10-08T17:17:43.901" v="909" actId="26606"/>
          <ac:grpSpMkLst>
            <pc:docMk/>
            <pc:sldMk cId="0" sldId="273"/>
            <ac:grpSpMk id="21" creationId="{AF9AF3F3-CE0C-4125-BDD7-346487FA0B40}"/>
          </ac:grpSpMkLst>
        </pc:grpChg>
        <pc:graphicFrameChg chg="add mod modGraphic">
          <ac:chgData name="Alberto Ruiz" userId="47fa91d207cfb014" providerId="LiveId" clId="{85FEFC20-368C-4804-AF35-776ECB9C6605}" dt="2025-10-08T17:18:00.409" v="918" actId="403"/>
          <ac:graphicFrameMkLst>
            <pc:docMk/>
            <pc:sldMk cId="0" sldId="273"/>
            <ac:graphicFrameMk id="5" creationId="{1D4B4A8C-1C2E-014F-5FF8-9DF7F3241971}"/>
          </ac:graphicFrameMkLst>
        </pc:graphicFrameChg>
      </pc:sldChg>
      <pc:sldChg chg="addSp modSp mod ord setBg addAnim">
        <pc:chgData name="Alberto Ruiz" userId="47fa91d207cfb014" providerId="LiveId" clId="{85FEFC20-368C-4804-AF35-776ECB9C6605}" dt="2025-10-08T17:21:33.757" v="1097" actId="20577"/>
        <pc:sldMkLst>
          <pc:docMk/>
          <pc:sldMk cId="0" sldId="274"/>
        </pc:sldMkLst>
        <pc:spChg chg="mod">
          <ac:chgData name="Alberto Ruiz" userId="47fa91d207cfb014" providerId="LiveId" clId="{85FEFC20-368C-4804-AF35-776ECB9C6605}" dt="2025-09-10T10:34:00.621" v="26" actId="26606"/>
          <ac:spMkLst>
            <pc:docMk/>
            <pc:sldMk cId="0" sldId="274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08T17:21:33.757" v="1097" actId="20577"/>
          <ac:spMkLst>
            <pc:docMk/>
            <pc:sldMk cId="0" sldId="274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00.621" v="26" actId="26606"/>
          <ac:spMkLst>
            <pc:docMk/>
            <pc:sldMk cId="0" sldId="274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4:00.621" v="26" actId="26606"/>
          <ac:spMkLst>
            <pc:docMk/>
            <pc:sldMk cId="0" sldId="274"/>
            <ac:spMk id="10" creationId="{B34F5AD2-EDBD-4BBD-A55C-EAFFD0C7097A}"/>
          </ac:spMkLst>
        </pc:spChg>
      </pc:sldChg>
      <pc:sldChg chg="addSp delSp modSp mod setBg">
        <pc:chgData name="Alberto Ruiz" userId="47fa91d207cfb014" providerId="LiveId" clId="{85FEFC20-368C-4804-AF35-776ECB9C6605}" dt="2025-09-10T10:34:03.989" v="28" actId="26606"/>
        <pc:sldMkLst>
          <pc:docMk/>
          <pc:sldMk cId="0" sldId="275"/>
        </pc:sldMkLst>
        <pc:spChg chg="mod">
          <ac:chgData name="Alberto Ruiz" userId="47fa91d207cfb014" providerId="LiveId" clId="{85FEFC20-368C-4804-AF35-776ECB9C6605}" dt="2025-09-10T10:34:03.989" v="28" actId="26606"/>
          <ac:spMkLst>
            <pc:docMk/>
            <pc:sldMk cId="0" sldId="275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03.989" v="28" actId="26606"/>
          <ac:spMkLst>
            <pc:docMk/>
            <pc:sldMk cId="0" sldId="275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4:03.989" v="28" actId="26606"/>
          <ac:spMkLst>
            <pc:docMk/>
            <pc:sldMk cId="0" sldId="275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4:03.989" v="28" actId="26606"/>
          <ac:spMkLst>
            <pc:docMk/>
            <pc:sldMk cId="0" sldId="275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4:03.989" v="28" actId="26606"/>
          <ac:spMkLst>
            <pc:docMk/>
            <pc:sldMk cId="0" sldId="275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4:03.989" v="28" actId="26606"/>
          <ac:grpSpMkLst>
            <pc:docMk/>
            <pc:sldMk cId="0" sldId="275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4:03.989" v="28" actId="26606"/>
          <ac:grpSpMkLst>
            <pc:docMk/>
            <pc:sldMk cId="0" sldId="275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4:03.989" v="28" actId="26606"/>
          <ac:graphicFrameMkLst>
            <pc:docMk/>
            <pc:sldMk cId="0" sldId="275"/>
            <ac:graphicFrameMk id="5" creationId="{A2B9DBA5-1081-EA00-3839-2131D2E6B626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4:08.663" v="29" actId="26606"/>
        <pc:sldMkLst>
          <pc:docMk/>
          <pc:sldMk cId="0" sldId="276"/>
        </pc:sldMkLst>
        <pc:spChg chg="mod">
          <ac:chgData name="Alberto Ruiz" userId="47fa91d207cfb014" providerId="LiveId" clId="{85FEFC20-368C-4804-AF35-776ECB9C6605}" dt="2025-09-10T10:34:08.663" v="29" actId="26606"/>
          <ac:spMkLst>
            <pc:docMk/>
            <pc:sldMk cId="0" sldId="276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08.663" v="29" actId="26606"/>
          <ac:spMkLst>
            <pc:docMk/>
            <pc:sldMk cId="0" sldId="276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4:08.663" v="29" actId="26606"/>
          <ac:spMkLst>
            <pc:docMk/>
            <pc:sldMk cId="0" sldId="276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4:08.663" v="29" actId="26606"/>
          <ac:spMkLst>
            <pc:docMk/>
            <pc:sldMk cId="0" sldId="276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4:08.663" v="29" actId="26606"/>
          <ac:spMkLst>
            <pc:docMk/>
            <pc:sldMk cId="0" sldId="276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4:08.663" v="29" actId="26606"/>
          <ac:grpSpMkLst>
            <pc:docMk/>
            <pc:sldMk cId="0" sldId="276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4:08.663" v="29" actId="26606"/>
          <ac:grpSpMkLst>
            <pc:docMk/>
            <pc:sldMk cId="0" sldId="276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4:08.663" v="29" actId="26606"/>
          <ac:graphicFrameMkLst>
            <pc:docMk/>
            <pc:sldMk cId="0" sldId="276"/>
            <ac:graphicFrameMk id="5" creationId="{F20500E3-FCFE-120E-6EBB-D9A8A21237AE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4:12.026" v="30" actId="26606"/>
        <pc:sldMkLst>
          <pc:docMk/>
          <pc:sldMk cId="0" sldId="277"/>
        </pc:sldMkLst>
        <pc:spChg chg="mod">
          <ac:chgData name="Alberto Ruiz" userId="47fa91d207cfb014" providerId="LiveId" clId="{85FEFC20-368C-4804-AF35-776ECB9C6605}" dt="2025-09-10T10:34:12.026" v="30" actId="26606"/>
          <ac:spMkLst>
            <pc:docMk/>
            <pc:sldMk cId="0" sldId="277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12.026" v="30" actId="26606"/>
          <ac:spMkLst>
            <pc:docMk/>
            <pc:sldMk cId="0" sldId="277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4:12.026" v="30" actId="26606"/>
          <ac:spMkLst>
            <pc:docMk/>
            <pc:sldMk cId="0" sldId="277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4:12.026" v="30" actId="26606"/>
          <ac:spMkLst>
            <pc:docMk/>
            <pc:sldMk cId="0" sldId="277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4:12.026" v="30" actId="26606"/>
          <ac:spMkLst>
            <pc:docMk/>
            <pc:sldMk cId="0" sldId="277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4:12.026" v="30" actId="26606"/>
          <ac:grpSpMkLst>
            <pc:docMk/>
            <pc:sldMk cId="0" sldId="277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4:12.026" v="30" actId="26606"/>
          <ac:grpSpMkLst>
            <pc:docMk/>
            <pc:sldMk cId="0" sldId="277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4:12.026" v="30" actId="26606"/>
          <ac:graphicFrameMkLst>
            <pc:docMk/>
            <pc:sldMk cId="0" sldId="277"/>
            <ac:graphicFrameMk id="5" creationId="{0AF57C2E-8C22-1F1C-2A4A-F25AED6CCFEA}"/>
          </ac:graphicFrameMkLst>
        </pc:graphicFrameChg>
      </pc:sldChg>
      <pc:sldChg chg="addSp modSp mod setBg addAnim">
        <pc:chgData name="Alberto Ruiz" userId="47fa91d207cfb014" providerId="LiveId" clId="{85FEFC20-368C-4804-AF35-776ECB9C6605}" dt="2025-09-10T10:34:15.092" v="32"/>
        <pc:sldMkLst>
          <pc:docMk/>
          <pc:sldMk cId="0" sldId="278"/>
        </pc:sldMkLst>
        <pc:spChg chg="mod">
          <ac:chgData name="Alberto Ruiz" userId="47fa91d207cfb014" providerId="LiveId" clId="{85FEFC20-368C-4804-AF35-776ECB9C6605}" dt="2025-09-10T10:34:15.090" v="31" actId="26606"/>
          <ac:spMkLst>
            <pc:docMk/>
            <pc:sldMk cId="0" sldId="278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4:15.090" v="31" actId="26606"/>
          <ac:spMkLst>
            <pc:docMk/>
            <pc:sldMk cId="0" sldId="27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15.090" v="31" actId="26606"/>
          <ac:spMkLst>
            <pc:docMk/>
            <pc:sldMk cId="0" sldId="278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4:15.090" v="31" actId="26606"/>
          <ac:spMkLst>
            <pc:docMk/>
            <pc:sldMk cId="0" sldId="278"/>
            <ac:spMk id="10" creationId="{B34F5AD2-EDBD-4BBD-A55C-EAFFD0C7097A}"/>
          </ac:spMkLst>
        </pc:spChg>
      </pc:sldChg>
      <pc:sldChg chg="addSp delSp modSp mod setBg">
        <pc:chgData name="Alberto Ruiz" userId="47fa91d207cfb014" providerId="LiveId" clId="{85FEFC20-368C-4804-AF35-776ECB9C6605}" dt="2025-09-10T10:34:18.675" v="33" actId="26606"/>
        <pc:sldMkLst>
          <pc:docMk/>
          <pc:sldMk cId="0" sldId="279"/>
        </pc:sldMkLst>
        <pc:spChg chg="mod">
          <ac:chgData name="Alberto Ruiz" userId="47fa91d207cfb014" providerId="LiveId" clId="{85FEFC20-368C-4804-AF35-776ECB9C6605}" dt="2025-09-10T10:34:18.675" v="33" actId="26606"/>
          <ac:spMkLst>
            <pc:docMk/>
            <pc:sldMk cId="0" sldId="279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18.675" v="33" actId="26606"/>
          <ac:spMkLst>
            <pc:docMk/>
            <pc:sldMk cId="0" sldId="279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4:18.675" v="33" actId="26606"/>
          <ac:spMkLst>
            <pc:docMk/>
            <pc:sldMk cId="0" sldId="279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4:18.675" v="33" actId="26606"/>
          <ac:spMkLst>
            <pc:docMk/>
            <pc:sldMk cId="0" sldId="279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4:18.675" v="33" actId="26606"/>
          <ac:spMkLst>
            <pc:docMk/>
            <pc:sldMk cId="0" sldId="279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4:18.675" v="33" actId="26606"/>
          <ac:grpSpMkLst>
            <pc:docMk/>
            <pc:sldMk cId="0" sldId="279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4:18.675" v="33" actId="26606"/>
          <ac:grpSpMkLst>
            <pc:docMk/>
            <pc:sldMk cId="0" sldId="279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4:18.675" v="33" actId="26606"/>
          <ac:graphicFrameMkLst>
            <pc:docMk/>
            <pc:sldMk cId="0" sldId="279"/>
            <ac:graphicFrameMk id="5" creationId="{0ED2FD89-E8C5-0A83-945C-E1B76D6ED782}"/>
          </ac:graphicFrameMkLst>
        </pc:graphicFrameChg>
      </pc:sldChg>
      <pc:sldChg chg="addSp modSp mod ord setBg addAnim">
        <pc:chgData name="Alberto Ruiz" userId="47fa91d207cfb014" providerId="LiveId" clId="{85FEFC20-368C-4804-AF35-776ECB9C6605}" dt="2025-10-09T11:00:48.683" v="1296"/>
        <pc:sldMkLst>
          <pc:docMk/>
          <pc:sldMk cId="0" sldId="280"/>
        </pc:sldMkLst>
        <pc:spChg chg="mod">
          <ac:chgData name="Alberto Ruiz" userId="47fa91d207cfb014" providerId="LiveId" clId="{85FEFC20-368C-4804-AF35-776ECB9C6605}" dt="2025-09-10T10:34:24.465" v="34" actId="26606"/>
          <ac:spMkLst>
            <pc:docMk/>
            <pc:sldMk cId="0" sldId="280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4:24.465" v="34" actId="26606"/>
          <ac:spMkLst>
            <pc:docMk/>
            <pc:sldMk cId="0" sldId="280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24.465" v="34" actId="26606"/>
          <ac:spMkLst>
            <pc:docMk/>
            <pc:sldMk cId="0" sldId="280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4:24.465" v="34" actId="26606"/>
          <ac:spMkLst>
            <pc:docMk/>
            <pc:sldMk cId="0" sldId="280"/>
            <ac:spMk id="10" creationId="{B34F5AD2-EDBD-4BBD-A55C-EAFFD0C7097A}"/>
          </ac:spMkLst>
        </pc:spChg>
      </pc:sldChg>
      <pc:sldChg chg="addSp delSp modSp mod setBg">
        <pc:chgData name="Alberto Ruiz" userId="47fa91d207cfb014" providerId="LiveId" clId="{85FEFC20-368C-4804-AF35-776ECB9C6605}" dt="2025-09-10T10:34:27.392" v="36" actId="26606"/>
        <pc:sldMkLst>
          <pc:docMk/>
          <pc:sldMk cId="0" sldId="281"/>
        </pc:sldMkLst>
        <pc:spChg chg="mod">
          <ac:chgData name="Alberto Ruiz" userId="47fa91d207cfb014" providerId="LiveId" clId="{85FEFC20-368C-4804-AF35-776ECB9C6605}" dt="2025-09-10T10:34:27.392" v="36" actId="26606"/>
          <ac:spMkLst>
            <pc:docMk/>
            <pc:sldMk cId="0" sldId="281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27.392" v="36" actId="26606"/>
          <ac:spMkLst>
            <pc:docMk/>
            <pc:sldMk cId="0" sldId="281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4:27.392" v="36" actId="26606"/>
          <ac:spMkLst>
            <pc:docMk/>
            <pc:sldMk cId="0" sldId="281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4:27.392" v="36" actId="26606"/>
          <ac:spMkLst>
            <pc:docMk/>
            <pc:sldMk cId="0" sldId="281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4:27.392" v="36" actId="26606"/>
          <ac:spMkLst>
            <pc:docMk/>
            <pc:sldMk cId="0" sldId="281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4:27.392" v="36" actId="26606"/>
          <ac:grpSpMkLst>
            <pc:docMk/>
            <pc:sldMk cId="0" sldId="281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4:27.392" v="36" actId="26606"/>
          <ac:grpSpMkLst>
            <pc:docMk/>
            <pc:sldMk cId="0" sldId="281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4:27.392" v="36" actId="26606"/>
          <ac:graphicFrameMkLst>
            <pc:docMk/>
            <pc:sldMk cId="0" sldId="281"/>
            <ac:graphicFrameMk id="5" creationId="{22FBE43D-9103-2070-36DA-640966968057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4:31.304" v="37" actId="26606"/>
        <pc:sldMkLst>
          <pc:docMk/>
          <pc:sldMk cId="0" sldId="282"/>
        </pc:sldMkLst>
        <pc:spChg chg="mod">
          <ac:chgData name="Alberto Ruiz" userId="47fa91d207cfb014" providerId="LiveId" clId="{85FEFC20-368C-4804-AF35-776ECB9C6605}" dt="2025-09-10T10:34:31.304" v="37" actId="26606"/>
          <ac:spMkLst>
            <pc:docMk/>
            <pc:sldMk cId="0" sldId="282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31.304" v="37" actId="26606"/>
          <ac:spMkLst>
            <pc:docMk/>
            <pc:sldMk cId="0" sldId="282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4:31.304" v="37" actId="26606"/>
          <ac:spMkLst>
            <pc:docMk/>
            <pc:sldMk cId="0" sldId="282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4:31.304" v="37" actId="26606"/>
          <ac:spMkLst>
            <pc:docMk/>
            <pc:sldMk cId="0" sldId="282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4:31.304" v="37" actId="26606"/>
          <ac:spMkLst>
            <pc:docMk/>
            <pc:sldMk cId="0" sldId="282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4:31.304" v="37" actId="26606"/>
          <ac:grpSpMkLst>
            <pc:docMk/>
            <pc:sldMk cId="0" sldId="282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4:31.304" v="37" actId="26606"/>
          <ac:grpSpMkLst>
            <pc:docMk/>
            <pc:sldMk cId="0" sldId="282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4:31.304" v="37" actId="26606"/>
          <ac:graphicFrameMkLst>
            <pc:docMk/>
            <pc:sldMk cId="0" sldId="282"/>
            <ac:graphicFrameMk id="5" creationId="{618D6F5A-D9A6-8485-5792-014EE43C04C8}"/>
          </ac:graphicFrameMkLst>
        </pc:graphicFrameChg>
      </pc:sldChg>
      <pc:sldChg chg="addSp delSp modSp add del mod setBg">
        <pc:chgData name="Alberto Ruiz" userId="47fa91d207cfb014" providerId="LiveId" clId="{85FEFC20-368C-4804-AF35-776ECB9C6605}" dt="2025-10-08T17:49:51.169" v="1209" actId="20577"/>
        <pc:sldMkLst>
          <pc:docMk/>
          <pc:sldMk cId="0" sldId="283"/>
        </pc:sldMkLst>
        <pc:spChg chg="mod">
          <ac:chgData name="Alberto Ruiz" userId="47fa91d207cfb014" providerId="LiveId" clId="{85FEFC20-368C-4804-AF35-776ECB9C6605}" dt="2025-10-08T17:49:51.169" v="1209" actId="20577"/>
          <ac:spMkLst>
            <pc:docMk/>
            <pc:sldMk cId="0" sldId="283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34.444" v="38" actId="26606"/>
          <ac:spMkLst>
            <pc:docMk/>
            <pc:sldMk cId="0" sldId="283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4:34.444" v="38" actId="26606"/>
          <ac:spMkLst>
            <pc:docMk/>
            <pc:sldMk cId="0" sldId="283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4:34.444" v="38" actId="26606"/>
          <ac:spMkLst>
            <pc:docMk/>
            <pc:sldMk cId="0" sldId="283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4:34.444" v="38" actId="26606"/>
          <ac:spMkLst>
            <pc:docMk/>
            <pc:sldMk cId="0" sldId="283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4:34.444" v="38" actId="26606"/>
          <ac:grpSpMkLst>
            <pc:docMk/>
            <pc:sldMk cId="0" sldId="283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4:34.444" v="38" actId="26606"/>
          <ac:grpSpMkLst>
            <pc:docMk/>
            <pc:sldMk cId="0" sldId="283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4:34.444" v="38" actId="26606"/>
          <ac:graphicFrameMkLst>
            <pc:docMk/>
            <pc:sldMk cId="0" sldId="283"/>
            <ac:graphicFrameMk id="5" creationId="{A47C79E8-3AEE-4750-B839-6769550D10C5}"/>
          </ac:graphicFrameMkLst>
        </pc:graphicFrameChg>
      </pc:sldChg>
      <pc:sldChg chg="addSp delSp modSp add del mod setBg">
        <pc:chgData name="Alberto Ruiz" userId="47fa91d207cfb014" providerId="LiveId" clId="{85FEFC20-368C-4804-AF35-776ECB9C6605}" dt="2025-10-08T17:49:57.399" v="1222" actId="20577"/>
        <pc:sldMkLst>
          <pc:docMk/>
          <pc:sldMk cId="0" sldId="284"/>
        </pc:sldMkLst>
        <pc:spChg chg="mod">
          <ac:chgData name="Alberto Ruiz" userId="47fa91d207cfb014" providerId="LiveId" clId="{85FEFC20-368C-4804-AF35-776ECB9C6605}" dt="2025-10-08T17:49:57.399" v="1222" actId="20577"/>
          <ac:spMkLst>
            <pc:docMk/>
            <pc:sldMk cId="0" sldId="284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37.319" v="39" actId="26606"/>
          <ac:spMkLst>
            <pc:docMk/>
            <pc:sldMk cId="0" sldId="284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4:37.319" v="39" actId="26606"/>
          <ac:spMkLst>
            <pc:docMk/>
            <pc:sldMk cId="0" sldId="284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4:37.319" v="39" actId="26606"/>
          <ac:spMkLst>
            <pc:docMk/>
            <pc:sldMk cId="0" sldId="284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4:37.319" v="39" actId="26606"/>
          <ac:spMkLst>
            <pc:docMk/>
            <pc:sldMk cId="0" sldId="284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4:37.319" v="39" actId="26606"/>
          <ac:grpSpMkLst>
            <pc:docMk/>
            <pc:sldMk cId="0" sldId="284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4:37.319" v="39" actId="26606"/>
          <ac:grpSpMkLst>
            <pc:docMk/>
            <pc:sldMk cId="0" sldId="284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4:37.319" v="39" actId="26606"/>
          <ac:graphicFrameMkLst>
            <pc:docMk/>
            <pc:sldMk cId="0" sldId="284"/>
            <ac:graphicFrameMk id="5" creationId="{3345EF3E-9E08-C2F9-0526-22DEF4CA2E17}"/>
          </ac:graphicFrameMkLst>
        </pc:graphicFrameChg>
      </pc:sldChg>
      <pc:sldChg chg="addSp delSp modSp add del mod setBg">
        <pc:chgData name="Alberto Ruiz" userId="47fa91d207cfb014" providerId="LiveId" clId="{85FEFC20-368C-4804-AF35-776ECB9C6605}" dt="2025-10-08T17:50:03.210" v="1233" actId="20577"/>
        <pc:sldMkLst>
          <pc:docMk/>
          <pc:sldMk cId="0" sldId="285"/>
        </pc:sldMkLst>
        <pc:spChg chg="mod">
          <ac:chgData name="Alberto Ruiz" userId="47fa91d207cfb014" providerId="LiveId" clId="{85FEFC20-368C-4804-AF35-776ECB9C6605}" dt="2025-10-08T17:50:03.210" v="1233" actId="20577"/>
          <ac:spMkLst>
            <pc:docMk/>
            <pc:sldMk cId="0" sldId="285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40.215" v="40" actId="26606"/>
          <ac:spMkLst>
            <pc:docMk/>
            <pc:sldMk cId="0" sldId="285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4:40.215" v="40" actId="26606"/>
          <ac:spMkLst>
            <pc:docMk/>
            <pc:sldMk cId="0" sldId="285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4:40.215" v="40" actId="26606"/>
          <ac:spMkLst>
            <pc:docMk/>
            <pc:sldMk cId="0" sldId="285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4:40.215" v="40" actId="26606"/>
          <ac:spMkLst>
            <pc:docMk/>
            <pc:sldMk cId="0" sldId="285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4:40.215" v="40" actId="26606"/>
          <ac:grpSpMkLst>
            <pc:docMk/>
            <pc:sldMk cId="0" sldId="285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4:40.215" v="40" actId="26606"/>
          <ac:grpSpMkLst>
            <pc:docMk/>
            <pc:sldMk cId="0" sldId="285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4:40.215" v="40" actId="26606"/>
          <ac:graphicFrameMkLst>
            <pc:docMk/>
            <pc:sldMk cId="0" sldId="285"/>
            <ac:graphicFrameMk id="5" creationId="{A99BA0AF-8935-C4F8-3B24-E43931F0DD2D}"/>
          </ac:graphicFrameMkLst>
        </pc:graphicFrameChg>
      </pc:sldChg>
      <pc:sldChg chg="addSp delSp modSp add del mod setBg">
        <pc:chgData name="Alberto Ruiz" userId="47fa91d207cfb014" providerId="LiveId" clId="{85FEFC20-368C-4804-AF35-776ECB9C6605}" dt="2025-10-08T17:50:10.837" v="1250" actId="20577"/>
        <pc:sldMkLst>
          <pc:docMk/>
          <pc:sldMk cId="0" sldId="286"/>
        </pc:sldMkLst>
        <pc:spChg chg="mod">
          <ac:chgData name="Alberto Ruiz" userId="47fa91d207cfb014" providerId="LiveId" clId="{85FEFC20-368C-4804-AF35-776ECB9C6605}" dt="2025-10-08T17:50:10.837" v="1250" actId="20577"/>
          <ac:spMkLst>
            <pc:docMk/>
            <pc:sldMk cId="0" sldId="286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43.518" v="41" actId="26606"/>
          <ac:spMkLst>
            <pc:docMk/>
            <pc:sldMk cId="0" sldId="286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4:43.518" v="41" actId="26606"/>
          <ac:spMkLst>
            <pc:docMk/>
            <pc:sldMk cId="0" sldId="286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4:43.518" v="41" actId="26606"/>
          <ac:spMkLst>
            <pc:docMk/>
            <pc:sldMk cId="0" sldId="286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4:43.518" v="41" actId="26606"/>
          <ac:spMkLst>
            <pc:docMk/>
            <pc:sldMk cId="0" sldId="286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4:43.518" v="41" actId="26606"/>
          <ac:grpSpMkLst>
            <pc:docMk/>
            <pc:sldMk cId="0" sldId="286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4:43.518" v="41" actId="26606"/>
          <ac:grpSpMkLst>
            <pc:docMk/>
            <pc:sldMk cId="0" sldId="286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4:43.518" v="41" actId="26606"/>
          <ac:graphicFrameMkLst>
            <pc:docMk/>
            <pc:sldMk cId="0" sldId="286"/>
            <ac:graphicFrameMk id="5" creationId="{652F6ECC-F57A-8ADD-FDC6-A76E3CC07B83}"/>
          </ac:graphicFrameMkLst>
        </pc:graphicFrameChg>
      </pc:sldChg>
      <pc:sldChg chg="addSp delSp modSp new mod">
        <pc:chgData name="Alberto Ruiz" userId="47fa91d207cfb014" providerId="LiveId" clId="{85FEFC20-368C-4804-AF35-776ECB9C6605}" dt="2025-09-10T11:55:00.333" v="86" actId="1076"/>
        <pc:sldMkLst>
          <pc:docMk/>
          <pc:sldMk cId="717027883" sldId="287"/>
        </pc:sldMkLst>
        <pc:spChg chg="mod">
          <ac:chgData name="Alberto Ruiz" userId="47fa91d207cfb014" providerId="LiveId" clId="{85FEFC20-368C-4804-AF35-776ECB9C6605}" dt="2025-09-10T11:53:23.750" v="65" actId="20577"/>
          <ac:spMkLst>
            <pc:docMk/>
            <pc:sldMk cId="717027883" sldId="287"/>
            <ac:spMk id="2" creationId="{3F2F7CEB-6019-0CAA-CFA1-828FFD4CA1BD}"/>
          </ac:spMkLst>
        </pc:spChg>
        <pc:spChg chg="add mod">
          <ac:chgData name="Alberto Ruiz" userId="47fa91d207cfb014" providerId="LiveId" clId="{85FEFC20-368C-4804-AF35-776ECB9C6605}" dt="2025-09-10T11:54:06.197" v="77" actId="1076"/>
          <ac:spMkLst>
            <pc:docMk/>
            <pc:sldMk cId="717027883" sldId="287"/>
            <ac:spMk id="9" creationId="{865364D5-7445-EB0D-3C01-95DDC662FF49}"/>
          </ac:spMkLst>
        </pc:spChg>
        <pc:spChg chg="add mod">
          <ac:chgData name="Alberto Ruiz" userId="47fa91d207cfb014" providerId="LiveId" clId="{85FEFC20-368C-4804-AF35-776ECB9C6605}" dt="2025-09-10T11:54:19.030" v="80" actId="1076"/>
          <ac:spMkLst>
            <pc:docMk/>
            <pc:sldMk cId="717027883" sldId="287"/>
            <ac:spMk id="10" creationId="{4DBDF148-0DB8-8A1E-7570-A437CF4E1664}"/>
          </ac:spMkLst>
        </pc:spChg>
        <pc:spChg chg="add mod">
          <ac:chgData name="Alberto Ruiz" userId="47fa91d207cfb014" providerId="LiveId" clId="{85FEFC20-368C-4804-AF35-776ECB9C6605}" dt="2025-09-10T11:54:33.142" v="82" actId="1076"/>
          <ac:spMkLst>
            <pc:docMk/>
            <pc:sldMk cId="717027883" sldId="287"/>
            <ac:spMk id="12" creationId="{F55847BD-695B-8C5E-5503-7EFF40626CFC}"/>
          </ac:spMkLst>
        </pc:spChg>
        <pc:spChg chg="add mod">
          <ac:chgData name="Alberto Ruiz" userId="47fa91d207cfb014" providerId="LiveId" clId="{85FEFC20-368C-4804-AF35-776ECB9C6605}" dt="2025-09-10T11:54:45.975" v="84" actId="1076"/>
          <ac:spMkLst>
            <pc:docMk/>
            <pc:sldMk cId="717027883" sldId="287"/>
            <ac:spMk id="13" creationId="{4515E734-DABC-F016-2DFF-A8319280BCE2}"/>
          </ac:spMkLst>
        </pc:spChg>
        <pc:spChg chg="add mod">
          <ac:chgData name="Alberto Ruiz" userId="47fa91d207cfb014" providerId="LiveId" clId="{85FEFC20-368C-4804-AF35-776ECB9C6605}" dt="2025-09-10T11:55:00.333" v="86" actId="1076"/>
          <ac:spMkLst>
            <pc:docMk/>
            <pc:sldMk cId="717027883" sldId="287"/>
            <ac:spMk id="14" creationId="{4DB33866-652E-4AD6-14A4-3F469181C970}"/>
          </ac:spMkLst>
        </pc:spChg>
      </pc:sldChg>
      <pc:sldChg chg="addSp delSp modSp new mod">
        <pc:chgData name="Alberto Ruiz" userId="47fa91d207cfb014" providerId="LiveId" clId="{85FEFC20-368C-4804-AF35-776ECB9C6605}" dt="2025-09-10T11:59:11.816" v="146" actId="20577"/>
        <pc:sldMkLst>
          <pc:docMk/>
          <pc:sldMk cId="4021412030" sldId="288"/>
        </pc:sldMkLst>
        <pc:spChg chg="mod">
          <ac:chgData name="Alberto Ruiz" userId="47fa91d207cfb014" providerId="LiveId" clId="{85FEFC20-368C-4804-AF35-776ECB9C6605}" dt="2025-09-10T11:55:09.550" v="97" actId="20577"/>
          <ac:spMkLst>
            <pc:docMk/>
            <pc:sldMk cId="4021412030" sldId="288"/>
            <ac:spMk id="2" creationId="{49F2082B-E9AB-C892-13C1-8F06DB6C4440}"/>
          </ac:spMkLst>
        </pc:spChg>
        <pc:spChg chg="add mod">
          <ac:chgData name="Alberto Ruiz" userId="47fa91d207cfb014" providerId="LiveId" clId="{85FEFC20-368C-4804-AF35-776ECB9C6605}" dt="2025-09-10T11:55:24.757" v="100" actId="1076"/>
          <ac:spMkLst>
            <pc:docMk/>
            <pc:sldMk cId="4021412030" sldId="288"/>
            <ac:spMk id="4" creationId="{9EC0903E-8660-5EC4-B592-8981ABA4F635}"/>
          </ac:spMkLst>
        </pc:spChg>
        <pc:spChg chg="add mod">
          <ac:chgData name="Alberto Ruiz" userId="47fa91d207cfb014" providerId="LiveId" clId="{85FEFC20-368C-4804-AF35-776ECB9C6605}" dt="2025-09-10T11:55:36.060" v="102" actId="1076"/>
          <ac:spMkLst>
            <pc:docMk/>
            <pc:sldMk cId="4021412030" sldId="288"/>
            <ac:spMk id="5" creationId="{280DEC60-49E1-C17B-9357-1A3FA7ABB033}"/>
          </ac:spMkLst>
        </pc:spChg>
        <pc:spChg chg="add mod">
          <ac:chgData name="Alberto Ruiz" userId="47fa91d207cfb014" providerId="LiveId" clId="{85FEFC20-368C-4804-AF35-776ECB9C6605}" dt="2025-09-10T11:55:47.098" v="104" actId="1076"/>
          <ac:spMkLst>
            <pc:docMk/>
            <pc:sldMk cId="4021412030" sldId="288"/>
            <ac:spMk id="6" creationId="{28DCB048-F083-AE72-33FC-5C4A2166101B}"/>
          </ac:spMkLst>
        </pc:spChg>
        <pc:spChg chg="add mod">
          <ac:chgData name="Alberto Ruiz" userId="47fa91d207cfb014" providerId="LiveId" clId="{85FEFC20-368C-4804-AF35-776ECB9C6605}" dt="2025-09-10T11:56:30.657" v="106" actId="1076"/>
          <ac:spMkLst>
            <pc:docMk/>
            <pc:sldMk cId="4021412030" sldId="288"/>
            <ac:spMk id="7" creationId="{8F6CF9AF-252F-6F52-A5F2-84000E5D6513}"/>
          </ac:spMkLst>
        </pc:spChg>
        <pc:spChg chg="add mod">
          <ac:chgData name="Alberto Ruiz" userId="47fa91d207cfb014" providerId="LiveId" clId="{85FEFC20-368C-4804-AF35-776ECB9C6605}" dt="2025-09-10T11:59:11.816" v="146" actId="20577"/>
          <ac:spMkLst>
            <pc:docMk/>
            <pc:sldMk cId="4021412030" sldId="288"/>
            <ac:spMk id="8" creationId="{087B67BC-4924-4B7B-7F48-A72B7EB10134}"/>
          </ac:spMkLst>
        </pc:spChg>
      </pc:sldChg>
      <pc:sldChg chg="addSp delSp modSp new mod">
        <pc:chgData name="Alberto Ruiz" userId="47fa91d207cfb014" providerId="LiveId" clId="{85FEFC20-368C-4804-AF35-776ECB9C6605}" dt="2025-09-10T11:58:48.909" v="140" actId="20577"/>
        <pc:sldMkLst>
          <pc:docMk/>
          <pc:sldMk cId="4232927190" sldId="289"/>
        </pc:sldMkLst>
        <pc:spChg chg="mod">
          <ac:chgData name="Alberto Ruiz" userId="47fa91d207cfb014" providerId="LiveId" clId="{85FEFC20-368C-4804-AF35-776ECB9C6605}" dt="2025-09-10T11:56:59.962" v="121" actId="20577"/>
          <ac:spMkLst>
            <pc:docMk/>
            <pc:sldMk cId="4232927190" sldId="289"/>
            <ac:spMk id="2" creationId="{CF3311AA-FEC0-8314-8342-D1441063A163}"/>
          </ac:spMkLst>
        </pc:spChg>
        <pc:spChg chg="add mod">
          <ac:chgData name="Alberto Ruiz" userId="47fa91d207cfb014" providerId="LiveId" clId="{85FEFC20-368C-4804-AF35-776ECB9C6605}" dt="2025-09-10T11:58:33.364" v="136" actId="20577"/>
          <ac:spMkLst>
            <pc:docMk/>
            <pc:sldMk cId="4232927190" sldId="289"/>
            <ac:spMk id="4" creationId="{F3660E64-BFF2-8472-48ED-4BDF79A72E65}"/>
          </ac:spMkLst>
        </pc:spChg>
        <pc:spChg chg="add mod">
          <ac:chgData name="Alberto Ruiz" userId="47fa91d207cfb014" providerId="LiveId" clId="{85FEFC20-368C-4804-AF35-776ECB9C6605}" dt="2025-09-10T11:58:48.909" v="140" actId="20577"/>
          <ac:spMkLst>
            <pc:docMk/>
            <pc:sldMk cId="4232927190" sldId="289"/>
            <ac:spMk id="5" creationId="{91FD596F-4515-2AF1-5DCA-5AD22E2B390C}"/>
          </ac:spMkLst>
        </pc:spChg>
      </pc:sldChg>
      <pc:sldChg chg="modSp new mod">
        <pc:chgData name="Alberto Ruiz" userId="47fa91d207cfb014" providerId="LiveId" clId="{85FEFC20-368C-4804-AF35-776ECB9C6605}" dt="2025-10-06T18:06:28.414" v="222" actId="14100"/>
        <pc:sldMkLst>
          <pc:docMk/>
          <pc:sldMk cId="2410278276" sldId="290"/>
        </pc:sldMkLst>
        <pc:spChg chg="mod">
          <ac:chgData name="Alberto Ruiz" userId="47fa91d207cfb014" providerId="LiveId" clId="{85FEFC20-368C-4804-AF35-776ECB9C6605}" dt="2025-10-06T18:06:01.765" v="218" actId="1076"/>
          <ac:spMkLst>
            <pc:docMk/>
            <pc:sldMk cId="2410278276" sldId="290"/>
            <ac:spMk id="2" creationId="{B98C4D7C-E5D6-6C06-CAED-237AC3DAB373}"/>
          </ac:spMkLst>
        </pc:spChg>
        <pc:spChg chg="mod">
          <ac:chgData name="Alberto Ruiz" userId="47fa91d207cfb014" providerId="LiveId" clId="{85FEFC20-368C-4804-AF35-776ECB9C6605}" dt="2025-10-06T18:06:28.414" v="222" actId="14100"/>
          <ac:spMkLst>
            <pc:docMk/>
            <pc:sldMk cId="2410278276" sldId="290"/>
            <ac:spMk id="3" creationId="{70AE2E50-5929-C08B-E488-E372861A1D42}"/>
          </ac:spMkLst>
        </pc:spChg>
      </pc:sldChg>
      <pc:sldChg chg="addSp delSp modSp new mod">
        <pc:chgData name="Alberto Ruiz" userId="47fa91d207cfb014" providerId="LiveId" clId="{85FEFC20-368C-4804-AF35-776ECB9C6605}" dt="2025-10-06T18:09:05.210" v="246" actId="1076"/>
        <pc:sldMkLst>
          <pc:docMk/>
          <pc:sldMk cId="3117279509" sldId="291"/>
        </pc:sldMkLst>
        <pc:spChg chg="mod">
          <ac:chgData name="Alberto Ruiz" userId="47fa91d207cfb014" providerId="LiveId" clId="{85FEFC20-368C-4804-AF35-776ECB9C6605}" dt="2025-10-06T18:08:51.832" v="243" actId="1076"/>
          <ac:spMkLst>
            <pc:docMk/>
            <pc:sldMk cId="3117279509" sldId="291"/>
            <ac:spMk id="2" creationId="{E8B4C6F3-E5AD-B955-DC74-EFD61E41FBDC}"/>
          </ac:spMkLst>
        </pc:spChg>
        <pc:spChg chg="add del mod">
          <ac:chgData name="Alberto Ruiz" userId="47fa91d207cfb014" providerId="LiveId" clId="{85FEFC20-368C-4804-AF35-776ECB9C6605}" dt="2025-10-06T18:08:53.393" v="244" actId="1076"/>
          <ac:spMkLst>
            <pc:docMk/>
            <pc:sldMk cId="3117279509" sldId="291"/>
            <ac:spMk id="3" creationId="{D5AEDBA7-BAEF-24D3-4218-3C511A692432}"/>
          </ac:spMkLst>
        </pc:spChg>
        <pc:picChg chg="add mod">
          <ac:chgData name="Alberto Ruiz" userId="47fa91d207cfb014" providerId="LiveId" clId="{85FEFC20-368C-4804-AF35-776ECB9C6605}" dt="2025-10-06T18:09:05.210" v="246" actId="1076"/>
          <ac:picMkLst>
            <pc:docMk/>
            <pc:sldMk cId="3117279509" sldId="291"/>
            <ac:picMk id="15" creationId="{A0AD9ACB-BA46-B5B7-EB75-E4BF47A4C4E6}"/>
          </ac:picMkLst>
        </pc:picChg>
      </pc:sldChg>
      <pc:sldChg chg="addSp delSp modSp new mod">
        <pc:chgData name="Alberto Ruiz" userId="47fa91d207cfb014" providerId="LiveId" clId="{85FEFC20-368C-4804-AF35-776ECB9C6605}" dt="2025-10-06T18:14:39.181" v="257"/>
        <pc:sldMkLst>
          <pc:docMk/>
          <pc:sldMk cId="1152316087" sldId="292"/>
        </pc:sldMkLst>
        <pc:spChg chg="mod">
          <ac:chgData name="Alberto Ruiz" userId="47fa91d207cfb014" providerId="LiveId" clId="{85FEFC20-368C-4804-AF35-776ECB9C6605}" dt="2025-10-06T18:14:29.247" v="255" actId="27636"/>
          <ac:spMkLst>
            <pc:docMk/>
            <pc:sldMk cId="1152316087" sldId="292"/>
            <ac:spMk id="3" creationId="{D53A1F39-4ADB-245A-790A-F1F0F9DC7AD7}"/>
          </ac:spMkLst>
        </pc:spChg>
        <pc:spChg chg="add mod">
          <ac:chgData name="Alberto Ruiz" userId="47fa91d207cfb014" providerId="LiveId" clId="{85FEFC20-368C-4804-AF35-776ECB9C6605}" dt="2025-10-06T18:14:39.181" v="257"/>
          <ac:spMkLst>
            <pc:docMk/>
            <pc:sldMk cId="1152316087" sldId="292"/>
            <ac:spMk id="4" creationId="{55EFCB34-77F8-A12A-BF39-62768EA147D5}"/>
          </ac:spMkLst>
        </pc:spChg>
      </pc:sldChg>
      <pc:sldChg chg="addSp delSp modSp new del mod">
        <pc:chgData name="Alberto Ruiz" userId="47fa91d207cfb014" providerId="LiveId" clId="{85FEFC20-368C-4804-AF35-776ECB9C6605}" dt="2025-10-06T18:10:51.820" v="252" actId="47"/>
        <pc:sldMkLst>
          <pc:docMk/>
          <pc:sldMk cId="1209675382" sldId="292"/>
        </pc:sldMkLst>
      </pc:sldChg>
      <pc:sldChg chg="addSp delSp modSp new mod">
        <pc:chgData name="Alberto Ruiz" userId="47fa91d207cfb014" providerId="LiveId" clId="{85FEFC20-368C-4804-AF35-776ECB9C6605}" dt="2025-10-06T18:15:32.564" v="261"/>
        <pc:sldMkLst>
          <pc:docMk/>
          <pc:sldMk cId="2188679110" sldId="293"/>
        </pc:sldMkLst>
        <pc:spChg chg="mod">
          <ac:chgData name="Alberto Ruiz" userId="47fa91d207cfb014" providerId="LiveId" clId="{85FEFC20-368C-4804-AF35-776ECB9C6605}" dt="2025-10-06T18:15:25.167" v="259"/>
          <ac:spMkLst>
            <pc:docMk/>
            <pc:sldMk cId="2188679110" sldId="293"/>
            <ac:spMk id="3" creationId="{4CEE950C-2EC6-F39A-2FDA-A6E22852CFD7}"/>
          </ac:spMkLst>
        </pc:spChg>
        <pc:spChg chg="add mod">
          <ac:chgData name="Alberto Ruiz" userId="47fa91d207cfb014" providerId="LiveId" clId="{85FEFC20-368C-4804-AF35-776ECB9C6605}" dt="2025-10-06T18:15:32.564" v="261"/>
          <ac:spMkLst>
            <pc:docMk/>
            <pc:sldMk cId="2188679110" sldId="293"/>
            <ac:spMk id="4" creationId="{93B70BFE-58A1-8E11-E502-9C36676FDF59}"/>
          </ac:spMkLst>
        </pc:spChg>
      </pc:sldChg>
      <pc:sldChg chg="addSp delSp modSp new mod">
        <pc:chgData name="Alberto Ruiz" userId="47fa91d207cfb014" providerId="LiveId" clId="{85FEFC20-368C-4804-AF35-776ECB9C6605}" dt="2025-10-06T18:16:34.093" v="266"/>
        <pc:sldMkLst>
          <pc:docMk/>
          <pc:sldMk cId="3458155023" sldId="294"/>
        </pc:sldMkLst>
        <pc:spChg chg="mod">
          <ac:chgData name="Alberto Ruiz" userId="47fa91d207cfb014" providerId="LiveId" clId="{85FEFC20-368C-4804-AF35-776ECB9C6605}" dt="2025-10-06T18:16:21.088" v="264" actId="27636"/>
          <ac:spMkLst>
            <pc:docMk/>
            <pc:sldMk cId="3458155023" sldId="294"/>
            <ac:spMk id="3" creationId="{98CBCF72-19DA-CDAA-4DD8-DF2A8DCCE74C}"/>
          </ac:spMkLst>
        </pc:spChg>
        <pc:spChg chg="add mod">
          <ac:chgData name="Alberto Ruiz" userId="47fa91d207cfb014" providerId="LiveId" clId="{85FEFC20-368C-4804-AF35-776ECB9C6605}" dt="2025-10-06T18:16:34.093" v="266"/>
          <ac:spMkLst>
            <pc:docMk/>
            <pc:sldMk cId="3458155023" sldId="294"/>
            <ac:spMk id="4" creationId="{FADA9A2F-7809-1976-12E2-5E848221C3AD}"/>
          </ac:spMkLst>
        </pc:spChg>
      </pc:sldChg>
      <pc:sldChg chg="addSp delSp modSp new mod">
        <pc:chgData name="Alberto Ruiz" userId="47fa91d207cfb014" providerId="LiveId" clId="{85FEFC20-368C-4804-AF35-776ECB9C6605}" dt="2025-10-06T18:17:10.202" v="270"/>
        <pc:sldMkLst>
          <pc:docMk/>
          <pc:sldMk cId="2075326227" sldId="295"/>
        </pc:sldMkLst>
        <pc:spChg chg="mod">
          <ac:chgData name="Alberto Ruiz" userId="47fa91d207cfb014" providerId="LiveId" clId="{85FEFC20-368C-4804-AF35-776ECB9C6605}" dt="2025-10-06T18:17:03.151" v="268"/>
          <ac:spMkLst>
            <pc:docMk/>
            <pc:sldMk cId="2075326227" sldId="295"/>
            <ac:spMk id="3" creationId="{431B176C-BB8C-8F0C-6F03-F99D56CB042D}"/>
          </ac:spMkLst>
        </pc:spChg>
        <pc:spChg chg="add mod">
          <ac:chgData name="Alberto Ruiz" userId="47fa91d207cfb014" providerId="LiveId" clId="{85FEFC20-368C-4804-AF35-776ECB9C6605}" dt="2025-10-06T18:17:10.202" v="270"/>
          <ac:spMkLst>
            <pc:docMk/>
            <pc:sldMk cId="2075326227" sldId="295"/>
            <ac:spMk id="4" creationId="{63586E35-EB42-C854-2DBC-6853AECB2BBE}"/>
          </ac:spMkLst>
        </pc:spChg>
      </pc:sldChg>
      <pc:sldChg chg="addSp delSp modSp new mod">
        <pc:chgData name="Alberto Ruiz" userId="47fa91d207cfb014" providerId="LiveId" clId="{85FEFC20-368C-4804-AF35-776ECB9C6605}" dt="2025-10-06T18:17:40.030" v="274"/>
        <pc:sldMkLst>
          <pc:docMk/>
          <pc:sldMk cId="1406024990" sldId="296"/>
        </pc:sldMkLst>
        <pc:spChg chg="mod">
          <ac:chgData name="Alberto Ruiz" userId="47fa91d207cfb014" providerId="LiveId" clId="{85FEFC20-368C-4804-AF35-776ECB9C6605}" dt="2025-10-06T18:17:32.786" v="272"/>
          <ac:spMkLst>
            <pc:docMk/>
            <pc:sldMk cId="1406024990" sldId="296"/>
            <ac:spMk id="3" creationId="{7FAE3CCB-2F60-73BC-985C-A316C8BF3576}"/>
          </ac:spMkLst>
        </pc:spChg>
        <pc:spChg chg="add mod">
          <ac:chgData name="Alberto Ruiz" userId="47fa91d207cfb014" providerId="LiveId" clId="{85FEFC20-368C-4804-AF35-776ECB9C6605}" dt="2025-10-06T18:17:40.030" v="274"/>
          <ac:spMkLst>
            <pc:docMk/>
            <pc:sldMk cId="1406024990" sldId="296"/>
            <ac:spMk id="4" creationId="{114D4824-C36A-EC5C-0828-21BE846EE86D}"/>
          </ac:spMkLst>
        </pc:spChg>
      </pc:sldChg>
      <pc:sldChg chg="addSp delSp modSp new del mod">
        <pc:chgData name="Alberto Ruiz" userId="47fa91d207cfb014" providerId="LiveId" clId="{85FEFC20-368C-4804-AF35-776ECB9C6605}" dt="2025-10-06T18:18:38.270" v="280" actId="47"/>
        <pc:sldMkLst>
          <pc:docMk/>
          <pc:sldMk cId="648071429" sldId="297"/>
        </pc:sldMkLst>
      </pc:sldChg>
      <pc:sldChg chg="addSp delSp modSp new">
        <pc:chgData name="Alberto Ruiz" userId="47fa91d207cfb014" providerId="LiveId" clId="{85FEFC20-368C-4804-AF35-776ECB9C6605}" dt="2025-10-06T18:19:05.597" v="283"/>
        <pc:sldMkLst>
          <pc:docMk/>
          <pc:sldMk cId="3783600176" sldId="297"/>
        </pc:sldMkLst>
        <pc:spChg chg="mod">
          <ac:chgData name="Alberto Ruiz" userId="47fa91d207cfb014" providerId="LiveId" clId="{85FEFC20-368C-4804-AF35-776ECB9C6605}" dt="2025-10-06T18:18:57.539" v="282"/>
          <ac:spMkLst>
            <pc:docMk/>
            <pc:sldMk cId="3783600176" sldId="297"/>
            <ac:spMk id="3" creationId="{C64E1530-C22E-35B7-4E67-0F2E54D01C37}"/>
          </ac:spMkLst>
        </pc:spChg>
        <pc:spChg chg="add mod">
          <ac:chgData name="Alberto Ruiz" userId="47fa91d207cfb014" providerId="LiveId" clId="{85FEFC20-368C-4804-AF35-776ECB9C6605}" dt="2025-10-06T18:19:05.597" v="283"/>
          <ac:spMkLst>
            <pc:docMk/>
            <pc:sldMk cId="3783600176" sldId="297"/>
            <ac:spMk id="4" creationId="{BB07DA80-7137-FB92-E697-E475FA3E48D2}"/>
          </ac:spMkLst>
        </pc:spChg>
      </pc:sldChg>
      <pc:sldChg chg="addSp delSp modSp new mod">
        <pc:chgData name="Alberto Ruiz" userId="47fa91d207cfb014" providerId="LiveId" clId="{85FEFC20-368C-4804-AF35-776ECB9C6605}" dt="2025-10-06T18:20:09.378" v="288" actId="478"/>
        <pc:sldMkLst>
          <pc:docMk/>
          <pc:sldMk cId="1141412898" sldId="298"/>
        </pc:sldMkLst>
        <pc:spChg chg="mod">
          <ac:chgData name="Alberto Ruiz" userId="47fa91d207cfb014" providerId="LiveId" clId="{85FEFC20-368C-4804-AF35-776ECB9C6605}" dt="2025-10-06T18:19:54.601" v="285"/>
          <ac:spMkLst>
            <pc:docMk/>
            <pc:sldMk cId="1141412898" sldId="298"/>
            <ac:spMk id="3" creationId="{B6514403-3685-69E4-0566-3A78CD7FD40C}"/>
          </ac:spMkLst>
        </pc:spChg>
        <pc:spChg chg="add mod">
          <ac:chgData name="Alberto Ruiz" userId="47fa91d207cfb014" providerId="LiveId" clId="{85FEFC20-368C-4804-AF35-776ECB9C6605}" dt="2025-10-06T18:20:04.655" v="286"/>
          <ac:spMkLst>
            <pc:docMk/>
            <pc:sldMk cId="1141412898" sldId="298"/>
            <ac:spMk id="4" creationId="{C822E60C-BD32-D682-5676-95CE2F59041F}"/>
          </ac:spMkLst>
        </pc:spChg>
      </pc:sldChg>
      <pc:sldChg chg="modSp new mod">
        <pc:chgData name="Alberto Ruiz" userId="47fa91d207cfb014" providerId="LiveId" clId="{85FEFC20-368C-4804-AF35-776ECB9C6605}" dt="2025-10-08T17:20:53.168" v="1063" actId="113"/>
        <pc:sldMkLst>
          <pc:docMk/>
          <pc:sldMk cId="2665781823" sldId="299"/>
        </pc:sldMkLst>
        <pc:spChg chg="mod">
          <ac:chgData name="Alberto Ruiz" userId="47fa91d207cfb014" providerId="LiveId" clId="{85FEFC20-368C-4804-AF35-776ECB9C6605}" dt="2025-10-08T17:20:19.993" v="1024" actId="1076"/>
          <ac:spMkLst>
            <pc:docMk/>
            <pc:sldMk cId="2665781823" sldId="299"/>
            <ac:spMk id="2" creationId="{C37BC724-A19E-821B-3A28-86A68C7E766E}"/>
          </ac:spMkLst>
        </pc:spChg>
        <pc:spChg chg="mod">
          <ac:chgData name="Alberto Ruiz" userId="47fa91d207cfb014" providerId="LiveId" clId="{85FEFC20-368C-4804-AF35-776ECB9C6605}" dt="2025-10-08T17:20:53.168" v="1063" actId="113"/>
          <ac:spMkLst>
            <pc:docMk/>
            <pc:sldMk cId="2665781823" sldId="299"/>
            <ac:spMk id="3" creationId="{DF0BDFAB-BF93-7776-93F1-43A560BADAD9}"/>
          </ac:spMkLst>
        </pc:spChg>
      </pc:sldChg>
      <pc:sldChg chg="modSp new mod">
        <pc:chgData name="Alberto Ruiz" userId="47fa91d207cfb014" providerId="LiveId" clId="{85FEFC20-368C-4804-AF35-776ECB9C6605}" dt="2025-10-08T17:24:23.933" v="1192" actId="27636"/>
        <pc:sldMkLst>
          <pc:docMk/>
          <pc:sldMk cId="2401314388" sldId="300"/>
        </pc:sldMkLst>
        <pc:spChg chg="mod">
          <ac:chgData name="Alberto Ruiz" userId="47fa91d207cfb014" providerId="LiveId" clId="{85FEFC20-368C-4804-AF35-776ECB9C6605}" dt="2025-10-08T17:24:21.569" v="1190" actId="20577"/>
          <ac:spMkLst>
            <pc:docMk/>
            <pc:sldMk cId="2401314388" sldId="300"/>
            <ac:spMk id="2" creationId="{5DF4D926-67AC-F757-1C16-6BF926C1F9E7}"/>
          </ac:spMkLst>
        </pc:spChg>
        <pc:spChg chg="mod">
          <ac:chgData name="Alberto Ruiz" userId="47fa91d207cfb014" providerId="LiveId" clId="{85FEFC20-368C-4804-AF35-776ECB9C6605}" dt="2025-10-08T17:24:23.933" v="1192" actId="27636"/>
          <ac:spMkLst>
            <pc:docMk/>
            <pc:sldMk cId="2401314388" sldId="300"/>
            <ac:spMk id="3" creationId="{DA229E4F-AA42-B42C-30DC-237E0EF71249}"/>
          </ac:spMkLst>
        </pc:spChg>
      </pc:sldChg>
      <pc:sldChg chg="addSp delSp modSp new mod setBg">
        <pc:chgData name="Alberto Ruiz" userId="47fa91d207cfb014" providerId="LiveId" clId="{85FEFC20-368C-4804-AF35-776ECB9C6605}" dt="2025-10-09T10:57:43.510" v="1294" actId="26606"/>
        <pc:sldMkLst>
          <pc:docMk/>
          <pc:sldMk cId="4077182024" sldId="301"/>
        </pc:sldMkLst>
        <pc:spChg chg="mod">
          <ac:chgData name="Alberto Ruiz" userId="47fa91d207cfb014" providerId="LiveId" clId="{85FEFC20-368C-4804-AF35-776ECB9C6605}" dt="2025-10-09T10:57:43.510" v="1294" actId="26606"/>
          <ac:spMkLst>
            <pc:docMk/>
            <pc:sldMk cId="4077182024" sldId="301"/>
            <ac:spMk id="2" creationId="{3298D7B1-4CB4-0CEE-BA53-0266D71024EC}"/>
          </ac:spMkLst>
        </pc:spChg>
        <pc:spChg chg="del mod">
          <ac:chgData name="Alberto Ruiz" userId="47fa91d207cfb014" providerId="LiveId" clId="{85FEFC20-368C-4804-AF35-776ECB9C6605}" dt="2025-10-09T10:57:29.999" v="1293" actId="26606"/>
          <ac:spMkLst>
            <pc:docMk/>
            <pc:sldMk cId="4077182024" sldId="301"/>
            <ac:spMk id="3" creationId="{BB14E6C6-BB52-E15F-DE28-94E0DB9A2B5F}"/>
          </ac:spMkLst>
        </pc:spChg>
        <pc:spChg chg="add del">
          <ac:chgData name="Alberto Ruiz" userId="47fa91d207cfb014" providerId="LiveId" clId="{85FEFC20-368C-4804-AF35-776ECB9C6605}" dt="2025-10-09T10:57:29.999" v="1293" actId="26606"/>
          <ac:spMkLst>
            <pc:docMk/>
            <pc:sldMk cId="4077182024" sldId="301"/>
            <ac:spMk id="8" creationId="{09588DA8-065E-4F6F-8EFD-43104AB2E0CF}"/>
          </ac:spMkLst>
        </pc:spChg>
        <pc:spChg chg="add del">
          <ac:chgData name="Alberto Ruiz" userId="47fa91d207cfb014" providerId="LiveId" clId="{85FEFC20-368C-4804-AF35-776ECB9C6605}" dt="2025-10-09T10:57:29.999" v="1293" actId="26606"/>
          <ac:spMkLst>
            <pc:docMk/>
            <pc:sldMk cId="4077182024" sldId="301"/>
            <ac:spMk id="10" creationId="{C4285719-470E-454C-AF62-8323075F1F5B}"/>
          </ac:spMkLst>
        </pc:spChg>
        <pc:spChg chg="add del">
          <ac:chgData name="Alberto Ruiz" userId="47fa91d207cfb014" providerId="LiveId" clId="{85FEFC20-368C-4804-AF35-776ECB9C6605}" dt="2025-10-09T10:57:29.999" v="1293" actId="26606"/>
          <ac:spMkLst>
            <pc:docMk/>
            <pc:sldMk cId="4077182024" sldId="301"/>
            <ac:spMk id="12" creationId="{CD9FE4EF-C4D8-49A0-B2FF-81D8DB7D8A24}"/>
          </ac:spMkLst>
        </pc:spChg>
        <pc:spChg chg="add del">
          <ac:chgData name="Alberto Ruiz" userId="47fa91d207cfb014" providerId="LiveId" clId="{85FEFC20-368C-4804-AF35-776ECB9C6605}" dt="2025-10-09T10:57:29.999" v="1293" actId="26606"/>
          <ac:spMkLst>
            <pc:docMk/>
            <pc:sldMk cId="4077182024" sldId="301"/>
            <ac:spMk id="14" creationId="{4300840D-0A0B-4512-BACA-B439D5B9C57C}"/>
          </ac:spMkLst>
        </pc:spChg>
        <pc:spChg chg="add del">
          <ac:chgData name="Alberto Ruiz" userId="47fa91d207cfb014" providerId="LiveId" clId="{85FEFC20-368C-4804-AF35-776ECB9C6605}" dt="2025-10-09T10:57:29.999" v="1293" actId="26606"/>
          <ac:spMkLst>
            <pc:docMk/>
            <pc:sldMk cId="4077182024" sldId="301"/>
            <ac:spMk id="16" creationId="{D2B78728-A580-49A7-84F9-6EF6F583ADE0}"/>
          </ac:spMkLst>
        </pc:spChg>
        <pc:spChg chg="add del">
          <ac:chgData name="Alberto Ruiz" userId="47fa91d207cfb014" providerId="LiveId" clId="{85FEFC20-368C-4804-AF35-776ECB9C6605}" dt="2025-10-09T10:57:29.999" v="1293" actId="26606"/>
          <ac:spMkLst>
            <pc:docMk/>
            <pc:sldMk cId="4077182024" sldId="301"/>
            <ac:spMk id="18" creationId="{38FAA1A1-D861-433F-88FA-1E9D6FD31D11}"/>
          </ac:spMkLst>
        </pc:spChg>
        <pc:spChg chg="add">
          <ac:chgData name="Alberto Ruiz" userId="47fa91d207cfb014" providerId="LiveId" clId="{85FEFC20-368C-4804-AF35-776ECB9C6605}" dt="2025-10-08T17:52:10.598" v="1265" actId="26606"/>
          <ac:spMkLst>
            <pc:docMk/>
            <pc:sldMk cId="4077182024" sldId="301"/>
            <ac:spMk id="20" creationId="{8D71EDA1-87BF-4D5D-AB79-F346FD19278A}"/>
          </ac:spMkLst>
        </pc:spChg>
        <pc:spChg chg="add del">
          <ac:chgData name="Alberto Ruiz" userId="47fa91d207cfb014" providerId="LiveId" clId="{85FEFC20-368C-4804-AF35-776ECB9C6605}" dt="2025-10-09T10:57:43.510" v="1294" actId="26606"/>
          <ac:spMkLst>
            <pc:docMk/>
            <pc:sldMk cId="4077182024" sldId="301"/>
            <ac:spMk id="26" creationId="{9DBC8166-481C-4473-95F5-9A5B9073B7F1}"/>
          </ac:spMkLst>
        </pc:spChg>
        <pc:spChg chg="add del">
          <ac:chgData name="Alberto Ruiz" userId="47fa91d207cfb014" providerId="LiveId" clId="{85FEFC20-368C-4804-AF35-776ECB9C6605}" dt="2025-10-09T10:57:43.510" v="1294" actId="26606"/>
          <ac:spMkLst>
            <pc:docMk/>
            <pc:sldMk cId="4077182024" sldId="301"/>
            <ac:spMk id="28" creationId="{A5A5CE6E-90AF-4D43-A014-1F9EC83EB93D}"/>
          </ac:spMkLst>
        </pc:spChg>
        <pc:spChg chg="add">
          <ac:chgData name="Alberto Ruiz" userId="47fa91d207cfb014" providerId="LiveId" clId="{85FEFC20-368C-4804-AF35-776ECB9C6605}" dt="2025-10-09T10:57:43.510" v="1294" actId="26606"/>
          <ac:spMkLst>
            <pc:docMk/>
            <pc:sldMk cId="4077182024" sldId="301"/>
            <ac:spMk id="33" creationId="{A8384FB5-9ADC-4DDC-881B-597D56F5B15D}"/>
          </ac:spMkLst>
        </pc:spChg>
        <pc:spChg chg="add">
          <ac:chgData name="Alberto Ruiz" userId="47fa91d207cfb014" providerId="LiveId" clId="{85FEFC20-368C-4804-AF35-776ECB9C6605}" dt="2025-10-09T10:57:43.510" v="1294" actId="26606"/>
          <ac:spMkLst>
            <pc:docMk/>
            <pc:sldMk cId="4077182024" sldId="301"/>
            <ac:spMk id="35" creationId="{91E5A9A7-95C6-4F4F-B00E-C82E07FE62EF}"/>
          </ac:spMkLst>
        </pc:spChg>
        <pc:spChg chg="add">
          <ac:chgData name="Alberto Ruiz" userId="47fa91d207cfb014" providerId="LiveId" clId="{85FEFC20-368C-4804-AF35-776ECB9C6605}" dt="2025-10-09T10:57:43.510" v="1294" actId="26606"/>
          <ac:spMkLst>
            <pc:docMk/>
            <pc:sldMk cId="4077182024" sldId="301"/>
            <ac:spMk id="37" creationId="{D07DD2DE-F619-49DD-B5E7-03A290FF4ED1}"/>
          </ac:spMkLst>
        </pc:spChg>
        <pc:spChg chg="add">
          <ac:chgData name="Alberto Ruiz" userId="47fa91d207cfb014" providerId="LiveId" clId="{85FEFC20-368C-4804-AF35-776ECB9C6605}" dt="2025-10-09T10:57:43.510" v="1294" actId="26606"/>
          <ac:spMkLst>
            <pc:docMk/>
            <pc:sldMk cId="4077182024" sldId="301"/>
            <ac:spMk id="39" creationId="{85149191-5F60-4A28-AAFF-039F96B0F3EC}"/>
          </ac:spMkLst>
        </pc:spChg>
        <pc:spChg chg="add">
          <ac:chgData name="Alberto Ruiz" userId="47fa91d207cfb014" providerId="LiveId" clId="{85FEFC20-368C-4804-AF35-776ECB9C6605}" dt="2025-10-09T10:57:43.510" v="1294" actId="26606"/>
          <ac:spMkLst>
            <pc:docMk/>
            <pc:sldMk cId="4077182024" sldId="301"/>
            <ac:spMk id="41" creationId="{F8260ED5-17F7-4158-B241-D51DD4CF1B7E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5D79C3-92D8-494D-ABA7-673A4338B0B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6CFACA4-92C8-4C88-B81E-92B6C6B301D8}">
      <dgm:prSet/>
      <dgm:spPr/>
      <dgm:t>
        <a:bodyPr/>
        <a:lstStyle/>
        <a:p>
          <a:r>
            <a:rPr lang="en-US"/>
            <a:t>En este bloque aprenderemos a:</a:t>
          </a:r>
        </a:p>
      </dgm:t>
    </dgm:pt>
    <dgm:pt modelId="{4602E2C3-269F-4969-B259-52F6AEF127FE}" type="parTrans" cxnId="{D255F267-F01D-45C8-8593-3B6F2D5987C3}">
      <dgm:prSet/>
      <dgm:spPr/>
      <dgm:t>
        <a:bodyPr/>
        <a:lstStyle/>
        <a:p>
          <a:endParaRPr lang="en-US"/>
        </a:p>
      </dgm:t>
    </dgm:pt>
    <dgm:pt modelId="{F7EF4B44-8E51-4C21-B5BD-575F7545B997}" type="sibTrans" cxnId="{D255F267-F01D-45C8-8593-3B6F2D5987C3}">
      <dgm:prSet/>
      <dgm:spPr/>
      <dgm:t>
        <a:bodyPr/>
        <a:lstStyle/>
        <a:p>
          <a:endParaRPr lang="en-US"/>
        </a:p>
      </dgm:t>
    </dgm:pt>
    <dgm:pt modelId="{21D9BC1C-C981-4C94-8DB3-B9A8AF434947}">
      <dgm:prSet/>
      <dgm:spPr/>
      <dgm:t>
        <a:bodyPr/>
        <a:lstStyle/>
        <a:p>
          <a:r>
            <a:rPr lang="en-US"/>
            <a:t>• Administrar la red desde PowerShell</a:t>
          </a:r>
        </a:p>
      </dgm:t>
    </dgm:pt>
    <dgm:pt modelId="{C04A1F0E-4C36-4A24-A43A-7B27E09C6469}" type="parTrans" cxnId="{9157CC2E-4275-4B8C-8048-A98531D7F55D}">
      <dgm:prSet/>
      <dgm:spPr/>
      <dgm:t>
        <a:bodyPr/>
        <a:lstStyle/>
        <a:p>
          <a:endParaRPr lang="en-US"/>
        </a:p>
      </dgm:t>
    </dgm:pt>
    <dgm:pt modelId="{8A609CBD-2AF5-41D2-B809-6BDE5CA912E5}" type="sibTrans" cxnId="{9157CC2E-4275-4B8C-8048-A98531D7F55D}">
      <dgm:prSet/>
      <dgm:spPr/>
      <dgm:t>
        <a:bodyPr/>
        <a:lstStyle/>
        <a:p>
          <a:endParaRPr lang="en-US"/>
        </a:p>
      </dgm:t>
    </dgm:pt>
    <dgm:pt modelId="{1F760CD0-E5D1-432C-9C18-179E9C92EA83}">
      <dgm:prSet/>
      <dgm:spPr/>
      <dgm:t>
        <a:bodyPr/>
        <a:lstStyle/>
        <a:p>
          <a:r>
            <a:rPr lang="en-US"/>
            <a:t>• Consultar y analizar eventos del sistema</a:t>
          </a:r>
        </a:p>
      </dgm:t>
    </dgm:pt>
    <dgm:pt modelId="{EE96CC40-ABAC-458C-9908-88F9CBABDB9F}" type="parTrans" cxnId="{F26B9E7B-ECEE-4113-A59D-EC6506FADFC1}">
      <dgm:prSet/>
      <dgm:spPr/>
      <dgm:t>
        <a:bodyPr/>
        <a:lstStyle/>
        <a:p>
          <a:endParaRPr lang="en-US"/>
        </a:p>
      </dgm:t>
    </dgm:pt>
    <dgm:pt modelId="{73DF6F34-DAA2-4A19-8C7E-24D50D224272}" type="sibTrans" cxnId="{F26B9E7B-ECEE-4113-A59D-EC6506FADFC1}">
      <dgm:prSet/>
      <dgm:spPr/>
      <dgm:t>
        <a:bodyPr/>
        <a:lstStyle/>
        <a:p>
          <a:endParaRPr lang="en-US"/>
        </a:p>
      </dgm:t>
    </dgm:pt>
    <dgm:pt modelId="{E31C9601-8179-4127-B137-A4477584C3EB}">
      <dgm:prSet/>
      <dgm:spPr/>
      <dgm:t>
        <a:bodyPr/>
        <a:lstStyle/>
        <a:p>
          <a:r>
            <a:rPr lang="en-US"/>
            <a:t>• Programar tareas automáticas</a:t>
          </a:r>
        </a:p>
      </dgm:t>
    </dgm:pt>
    <dgm:pt modelId="{4DA9C09C-6AE3-4202-B33E-24C2A3944B1D}" type="parTrans" cxnId="{46787FDB-6A85-4EC9-8A44-A42DEA6D1F07}">
      <dgm:prSet/>
      <dgm:spPr/>
      <dgm:t>
        <a:bodyPr/>
        <a:lstStyle/>
        <a:p>
          <a:endParaRPr lang="en-US"/>
        </a:p>
      </dgm:t>
    </dgm:pt>
    <dgm:pt modelId="{1C098CBA-7BA4-4547-9617-E5D589743E35}" type="sibTrans" cxnId="{46787FDB-6A85-4EC9-8A44-A42DEA6D1F07}">
      <dgm:prSet/>
      <dgm:spPr/>
      <dgm:t>
        <a:bodyPr/>
        <a:lstStyle/>
        <a:p>
          <a:endParaRPr lang="en-US"/>
        </a:p>
      </dgm:t>
    </dgm:pt>
    <dgm:pt modelId="{16F5B2F3-CDC1-4A59-8812-689059B7F32E}" type="pres">
      <dgm:prSet presAssocID="{DD5D79C3-92D8-494D-ABA7-673A4338B0BF}" presName="linear" presStyleCnt="0">
        <dgm:presLayoutVars>
          <dgm:animLvl val="lvl"/>
          <dgm:resizeHandles val="exact"/>
        </dgm:presLayoutVars>
      </dgm:prSet>
      <dgm:spPr/>
    </dgm:pt>
    <dgm:pt modelId="{A1AC8DB3-4552-4F47-8233-F08CF7585D48}" type="pres">
      <dgm:prSet presAssocID="{D6CFACA4-92C8-4C88-B81E-92B6C6B301D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7808403-AFFE-4E10-A58E-50AB7A08F4DB}" type="pres">
      <dgm:prSet presAssocID="{F7EF4B44-8E51-4C21-B5BD-575F7545B997}" presName="spacer" presStyleCnt="0"/>
      <dgm:spPr/>
    </dgm:pt>
    <dgm:pt modelId="{7EFF0B3A-9507-43E4-8DF9-840C1C14EF6D}" type="pres">
      <dgm:prSet presAssocID="{21D9BC1C-C981-4C94-8DB3-B9A8AF43494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2E2930B-031D-4628-9A89-76E9DB9C5F8B}" type="pres">
      <dgm:prSet presAssocID="{8A609CBD-2AF5-41D2-B809-6BDE5CA912E5}" presName="spacer" presStyleCnt="0"/>
      <dgm:spPr/>
    </dgm:pt>
    <dgm:pt modelId="{15CC0EE4-9AA5-491B-BEEB-DB39BC770489}" type="pres">
      <dgm:prSet presAssocID="{1F760CD0-E5D1-432C-9C18-179E9C92EA8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4863651-50DC-4B2A-8928-B49871D4B62C}" type="pres">
      <dgm:prSet presAssocID="{73DF6F34-DAA2-4A19-8C7E-24D50D224272}" presName="spacer" presStyleCnt="0"/>
      <dgm:spPr/>
    </dgm:pt>
    <dgm:pt modelId="{15EFE105-686E-4A8B-BC33-6340A4DEE5AC}" type="pres">
      <dgm:prSet presAssocID="{E31C9601-8179-4127-B137-A4477584C3E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3300719-D8B7-45B6-B572-168ABAD05540}" type="presOf" srcId="{1F760CD0-E5D1-432C-9C18-179E9C92EA83}" destId="{15CC0EE4-9AA5-491B-BEEB-DB39BC770489}" srcOrd="0" destOrd="0" presId="urn:microsoft.com/office/officeart/2005/8/layout/vList2"/>
    <dgm:cxn modelId="{9157CC2E-4275-4B8C-8048-A98531D7F55D}" srcId="{DD5D79C3-92D8-494D-ABA7-673A4338B0BF}" destId="{21D9BC1C-C981-4C94-8DB3-B9A8AF434947}" srcOrd="1" destOrd="0" parTransId="{C04A1F0E-4C36-4A24-A43A-7B27E09C6469}" sibTransId="{8A609CBD-2AF5-41D2-B809-6BDE5CA912E5}"/>
    <dgm:cxn modelId="{D255F267-F01D-45C8-8593-3B6F2D5987C3}" srcId="{DD5D79C3-92D8-494D-ABA7-673A4338B0BF}" destId="{D6CFACA4-92C8-4C88-B81E-92B6C6B301D8}" srcOrd="0" destOrd="0" parTransId="{4602E2C3-269F-4969-B259-52F6AEF127FE}" sibTransId="{F7EF4B44-8E51-4C21-B5BD-575F7545B997}"/>
    <dgm:cxn modelId="{F26B9E7B-ECEE-4113-A59D-EC6506FADFC1}" srcId="{DD5D79C3-92D8-494D-ABA7-673A4338B0BF}" destId="{1F760CD0-E5D1-432C-9C18-179E9C92EA83}" srcOrd="2" destOrd="0" parTransId="{EE96CC40-ABAC-458C-9908-88F9CBABDB9F}" sibTransId="{73DF6F34-DAA2-4A19-8C7E-24D50D224272}"/>
    <dgm:cxn modelId="{F7C18BAA-EEE8-467B-AAE6-FBE1F720BC47}" type="presOf" srcId="{D6CFACA4-92C8-4C88-B81E-92B6C6B301D8}" destId="{A1AC8DB3-4552-4F47-8233-F08CF7585D48}" srcOrd="0" destOrd="0" presId="urn:microsoft.com/office/officeart/2005/8/layout/vList2"/>
    <dgm:cxn modelId="{1A1ECFD0-42AC-4B38-B60F-519499C2E5E6}" type="presOf" srcId="{E31C9601-8179-4127-B137-A4477584C3EB}" destId="{15EFE105-686E-4A8B-BC33-6340A4DEE5AC}" srcOrd="0" destOrd="0" presId="urn:microsoft.com/office/officeart/2005/8/layout/vList2"/>
    <dgm:cxn modelId="{CB068FD8-0043-4F36-85A3-5DF8C13235D0}" type="presOf" srcId="{21D9BC1C-C981-4C94-8DB3-B9A8AF434947}" destId="{7EFF0B3A-9507-43E4-8DF9-840C1C14EF6D}" srcOrd="0" destOrd="0" presId="urn:microsoft.com/office/officeart/2005/8/layout/vList2"/>
    <dgm:cxn modelId="{46787FDB-6A85-4EC9-8A44-A42DEA6D1F07}" srcId="{DD5D79C3-92D8-494D-ABA7-673A4338B0BF}" destId="{E31C9601-8179-4127-B137-A4477584C3EB}" srcOrd="3" destOrd="0" parTransId="{4DA9C09C-6AE3-4202-B33E-24C2A3944B1D}" sibTransId="{1C098CBA-7BA4-4547-9617-E5D589743E35}"/>
    <dgm:cxn modelId="{0251D5EB-88CC-4DB2-A3DE-805BBF498ED6}" type="presOf" srcId="{DD5D79C3-92D8-494D-ABA7-673A4338B0BF}" destId="{16F5B2F3-CDC1-4A59-8812-689059B7F32E}" srcOrd="0" destOrd="0" presId="urn:microsoft.com/office/officeart/2005/8/layout/vList2"/>
    <dgm:cxn modelId="{D330408A-3C1F-4AD5-82C9-B3AC13674FB3}" type="presParOf" srcId="{16F5B2F3-CDC1-4A59-8812-689059B7F32E}" destId="{A1AC8DB3-4552-4F47-8233-F08CF7585D48}" srcOrd="0" destOrd="0" presId="urn:microsoft.com/office/officeart/2005/8/layout/vList2"/>
    <dgm:cxn modelId="{EC1EA5F5-5422-4215-A8CE-5AEEEB50CF4F}" type="presParOf" srcId="{16F5B2F3-CDC1-4A59-8812-689059B7F32E}" destId="{77808403-AFFE-4E10-A58E-50AB7A08F4DB}" srcOrd="1" destOrd="0" presId="urn:microsoft.com/office/officeart/2005/8/layout/vList2"/>
    <dgm:cxn modelId="{60DFDA2E-6827-4C35-ADE8-326B675BD5A3}" type="presParOf" srcId="{16F5B2F3-CDC1-4A59-8812-689059B7F32E}" destId="{7EFF0B3A-9507-43E4-8DF9-840C1C14EF6D}" srcOrd="2" destOrd="0" presId="urn:microsoft.com/office/officeart/2005/8/layout/vList2"/>
    <dgm:cxn modelId="{643BBD93-2EAA-4193-ABC6-8826F65D4B69}" type="presParOf" srcId="{16F5B2F3-CDC1-4A59-8812-689059B7F32E}" destId="{52E2930B-031D-4628-9A89-76E9DB9C5F8B}" srcOrd="3" destOrd="0" presId="urn:microsoft.com/office/officeart/2005/8/layout/vList2"/>
    <dgm:cxn modelId="{550718A9-63CA-4346-843E-ACD4447605A5}" type="presParOf" srcId="{16F5B2F3-CDC1-4A59-8812-689059B7F32E}" destId="{15CC0EE4-9AA5-491B-BEEB-DB39BC770489}" srcOrd="4" destOrd="0" presId="urn:microsoft.com/office/officeart/2005/8/layout/vList2"/>
    <dgm:cxn modelId="{F5F4184B-E06A-4250-B3FC-7A14463DB698}" type="presParOf" srcId="{16F5B2F3-CDC1-4A59-8812-689059B7F32E}" destId="{44863651-50DC-4B2A-8928-B49871D4B62C}" srcOrd="5" destOrd="0" presId="urn:microsoft.com/office/officeart/2005/8/layout/vList2"/>
    <dgm:cxn modelId="{79115DC7-0806-4293-B400-35607DAD60E8}" type="presParOf" srcId="{16F5B2F3-CDC1-4A59-8812-689059B7F32E}" destId="{15EFE105-686E-4A8B-BC33-6340A4DEE5A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DD7754-56BB-441C-9E86-292AF491105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8DBBA25-E157-47E3-A408-154C0EB4A8BA}">
      <dgm:prSet/>
      <dgm:spPr/>
      <dgm:t>
        <a:bodyPr/>
        <a:lstStyle/>
        <a:p>
          <a:r>
            <a:rPr lang="en-US"/>
            <a:t>Bloque 1: Fundamentos</a:t>
          </a:r>
        </a:p>
      </dgm:t>
    </dgm:pt>
    <dgm:pt modelId="{4A70B2EE-AA02-4EB6-8C40-3512283811D4}" type="parTrans" cxnId="{7FE18222-15C4-4675-B3CA-D736810DAAC4}">
      <dgm:prSet/>
      <dgm:spPr/>
      <dgm:t>
        <a:bodyPr/>
        <a:lstStyle/>
        <a:p>
          <a:endParaRPr lang="en-US"/>
        </a:p>
      </dgm:t>
    </dgm:pt>
    <dgm:pt modelId="{176244C5-84D4-4F08-B2B4-0D9B0B5FA84D}" type="sibTrans" cxnId="{7FE18222-15C4-4675-B3CA-D736810DAAC4}">
      <dgm:prSet/>
      <dgm:spPr/>
      <dgm:t>
        <a:bodyPr/>
        <a:lstStyle/>
        <a:p>
          <a:endParaRPr lang="en-US"/>
        </a:p>
      </dgm:t>
    </dgm:pt>
    <dgm:pt modelId="{C6DEF451-84FC-4C5A-99B3-0F9C0640338F}">
      <dgm:prSet/>
      <dgm:spPr/>
      <dgm:t>
        <a:bodyPr/>
        <a:lstStyle/>
        <a:p>
          <a:r>
            <a:rPr lang="en-US"/>
            <a:t>Bloque 2: Archivos, Procesos y Servicios</a:t>
          </a:r>
        </a:p>
      </dgm:t>
    </dgm:pt>
    <dgm:pt modelId="{5CD214C7-D765-4DED-B1AC-3E0ABDDCAB43}" type="parTrans" cxnId="{C33370E3-711D-4838-AD1D-5F9D5A596145}">
      <dgm:prSet/>
      <dgm:spPr/>
      <dgm:t>
        <a:bodyPr/>
        <a:lstStyle/>
        <a:p>
          <a:endParaRPr lang="en-US"/>
        </a:p>
      </dgm:t>
    </dgm:pt>
    <dgm:pt modelId="{02AB77BC-AD12-4807-B5DF-1C6F36DE4F2A}" type="sibTrans" cxnId="{C33370E3-711D-4838-AD1D-5F9D5A596145}">
      <dgm:prSet/>
      <dgm:spPr/>
      <dgm:t>
        <a:bodyPr/>
        <a:lstStyle/>
        <a:p>
          <a:endParaRPr lang="en-US"/>
        </a:p>
      </dgm:t>
    </dgm:pt>
    <dgm:pt modelId="{E6B7E234-814A-461A-93C8-FC55CFCCF1EF}">
      <dgm:prSet/>
      <dgm:spPr/>
      <dgm:t>
        <a:bodyPr/>
        <a:lstStyle/>
        <a:p>
          <a:r>
            <a:rPr lang="en-US"/>
            <a:t>Bloque 3: Redes, Eventos y Tareas Programadas</a:t>
          </a:r>
        </a:p>
      </dgm:t>
    </dgm:pt>
    <dgm:pt modelId="{A3643022-3D6C-4A3B-97BF-D2B376811FB6}" type="parTrans" cxnId="{950E6A6E-24E0-4922-B84D-9CB3AB211CE1}">
      <dgm:prSet/>
      <dgm:spPr/>
      <dgm:t>
        <a:bodyPr/>
        <a:lstStyle/>
        <a:p>
          <a:endParaRPr lang="en-US"/>
        </a:p>
      </dgm:t>
    </dgm:pt>
    <dgm:pt modelId="{6692E018-B2D3-4F81-91C1-753BE140200A}" type="sibTrans" cxnId="{950E6A6E-24E0-4922-B84D-9CB3AB211CE1}">
      <dgm:prSet/>
      <dgm:spPr/>
      <dgm:t>
        <a:bodyPr/>
        <a:lstStyle/>
        <a:p>
          <a:endParaRPr lang="en-US"/>
        </a:p>
      </dgm:t>
    </dgm:pt>
    <dgm:pt modelId="{5AF06304-9328-4485-884C-27056719D622}" type="pres">
      <dgm:prSet presAssocID="{0FDD7754-56BB-441C-9E86-292AF4911050}" presName="root" presStyleCnt="0">
        <dgm:presLayoutVars>
          <dgm:dir/>
          <dgm:resizeHandles val="exact"/>
        </dgm:presLayoutVars>
      </dgm:prSet>
      <dgm:spPr/>
    </dgm:pt>
    <dgm:pt modelId="{665F7A29-9311-4740-B6DD-B1FD4DFDDE9A}" type="pres">
      <dgm:prSet presAssocID="{18DBBA25-E157-47E3-A408-154C0EB4A8BA}" presName="compNode" presStyleCnt="0"/>
      <dgm:spPr/>
    </dgm:pt>
    <dgm:pt modelId="{CD08691D-9146-4FDB-8961-3322DE0A01DC}" type="pres">
      <dgm:prSet presAssocID="{18DBBA25-E157-47E3-A408-154C0EB4A8BA}" presName="bgRect" presStyleLbl="bgShp" presStyleIdx="0" presStyleCnt="3"/>
      <dgm:spPr/>
    </dgm:pt>
    <dgm:pt modelId="{313F6058-E412-424D-8BB3-4F12AB5D2B7B}" type="pres">
      <dgm:prSet presAssocID="{18DBBA25-E157-47E3-A408-154C0EB4A8B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12EFF1E9-CD74-45F7-A464-47682831F787}" type="pres">
      <dgm:prSet presAssocID="{18DBBA25-E157-47E3-A408-154C0EB4A8BA}" presName="spaceRect" presStyleCnt="0"/>
      <dgm:spPr/>
    </dgm:pt>
    <dgm:pt modelId="{72EF6F5B-500F-459C-BAC8-3A46E7E56E4B}" type="pres">
      <dgm:prSet presAssocID="{18DBBA25-E157-47E3-A408-154C0EB4A8BA}" presName="parTx" presStyleLbl="revTx" presStyleIdx="0" presStyleCnt="3">
        <dgm:presLayoutVars>
          <dgm:chMax val="0"/>
          <dgm:chPref val="0"/>
        </dgm:presLayoutVars>
      </dgm:prSet>
      <dgm:spPr/>
    </dgm:pt>
    <dgm:pt modelId="{B902C9DC-B253-4F3F-8CDA-9757FF378B28}" type="pres">
      <dgm:prSet presAssocID="{176244C5-84D4-4F08-B2B4-0D9B0B5FA84D}" presName="sibTrans" presStyleCnt="0"/>
      <dgm:spPr/>
    </dgm:pt>
    <dgm:pt modelId="{34EB4098-7328-4ECD-83D7-78A529A9F6E8}" type="pres">
      <dgm:prSet presAssocID="{C6DEF451-84FC-4C5A-99B3-0F9C0640338F}" presName="compNode" presStyleCnt="0"/>
      <dgm:spPr/>
    </dgm:pt>
    <dgm:pt modelId="{CD50C93E-9C5D-42A5-BE3C-270605E676C6}" type="pres">
      <dgm:prSet presAssocID="{C6DEF451-84FC-4C5A-99B3-0F9C0640338F}" presName="bgRect" presStyleLbl="bgShp" presStyleIdx="1" presStyleCnt="3"/>
      <dgm:spPr/>
    </dgm:pt>
    <dgm:pt modelId="{0562BE15-897C-4E7E-9344-2B38CCFA9DEA}" type="pres">
      <dgm:prSet presAssocID="{C6DEF451-84FC-4C5A-99B3-0F9C0640338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E2CBA4AA-E744-45D9-B60B-1778EC1536A0}" type="pres">
      <dgm:prSet presAssocID="{C6DEF451-84FC-4C5A-99B3-0F9C0640338F}" presName="spaceRect" presStyleCnt="0"/>
      <dgm:spPr/>
    </dgm:pt>
    <dgm:pt modelId="{622B0B49-38A1-41ED-B55D-0FD0214FAF52}" type="pres">
      <dgm:prSet presAssocID="{C6DEF451-84FC-4C5A-99B3-0F9C0640338F}" presName="parTx" presStyleLbl="revTx" presStyleIdx="1" presStyleCnt="3">
        <dgm:presLayoutVars>
          <dgm:chMax val="0"/>
          <dgm:chPref val="0"/>
        </dgm:presLayoutVars>
      </dgm:prSet>
      <dgm:spPr/>
    </dgm:pt>
    <dgm:pt modelId="{DAD871DF-3392-4785-9DF3-03927ED0CFB5}" type="pres">
      <dgm:prSet presAssocID="{02AB77BC-AD12-4807-B5DF-1C6F36DE4F2A}" presName="sibTrans" presStyleCnt="0"/>
      <dgm:spPr/>
    </dgm:pt>
    <dgm:pt modelId="{D40DFE09-05EF-464B-A2E2-E0DE884E99BD}" type="pres">
      <dgm:prSet presAssocID="{E6B7E234-814A-461A-93C8-FC55CFCCF1EF}" presName="compNode" presStyleCnt="0"/>
      <dgm:spPr/>
    </dgm:pt>
    <dgm:pt modelId="{1F002C72-C58B-44D0-9867-39BCBD319FAE}" type="pres">
      <dgm:prSet presAssocID="{E6B7E234-814A-461A-93C8-FC55CFCCF1EF}" presName="bgRect" presStyleLbl="bgShp" presStyleIdx="2" presStyleCnt="3"/>
      <dgm:spPr/>
    </dgm:pt>
    <dgm:pt modelId="{411D69B6-8DD7-4BBE-9DE3-3BE52205F079}" type="pres">
      <dgm:prSet presAssocID="{E6B7E234-814A-461A-93C8-FC55CFCCF1E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2BE4EEDE-78B5-4B48-9326-8946EB01B7AA}" type="pres">
      <dgm:prSet presAssocID="{E6B7E234-814A-461A-93C8-FC55CFCCF1EF}" presName="spaceRect" presStyleCnt="0"/>
      <dgm:spPr/>
    </dgm:pt>
    <dgm:pt modelId="{9178D0DD-AD98-4EE1-A16E-78FF7444DFDF}" type="pres">
      <dgm:prSet presAssocID="{E6B7E234-814A-461A-93C8-FC55CFCCF1E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4B7B012-0F4A-4290-BC70-2548D98D006E}" type="presOf" srcId="{18DBBA25-E157-47E3-A408-154C0EB4A8BA}" destId="{72EF6F5B-500F-459C-BAC8-3A46E7E56E4B}" srcOrd="0" destOrd="0" presId="urn:microsoft.com/office/officeart/2018/2/layout/IconVerticalSolidList"/>
    <dgm:cxn modelId="{7FE18222-15C4-4675-B3CA-D736810DAAC4}" srcId="{0FDD7754-56BB-441C-9E86-292AF4911050}" destId="{18DBBA25-E157-47E3-A408-154C0EB4A8BA}" srcOrd="0" destOrd="0" parTransId="{4A70B2EE-AA02-4EB6-8C40-3512283811D4}" sibTransId="{176244C5-84D4-4F08-B2B4-0D9B0B5FA84D}"/>
    <dgm:cxn modelId="{58567447-ED3C-4727-AFCF-5D87B08DA1B7}" type="presOf" srcId="{E6B7E234-814A-461A-93C8-FC55CFCCF1EF}" destId="{9178D0DD-AD98-4EE1-A16E-78FF7444DFDF}" srcOrd="0" destOrd="0" presId="urn:microsoft.com/office/officeart/2018/2/layout/IconVerticalSolidList"/>
    <dgm:cxn modelId="{191CFE6C-C2AA-4C50-9585-32A63B170E6D}" type="presOf" srcId="{C6DEF451-84FC-4C5A-99B3-0F9C0640338F}" destId="{622B0B49-38A1-41ED-B55D-0FD0214FAF52}" srcOrd="0" destOrd="0" presId="urn:microsoft.com/office/officeart/2018/2/layout/IconVerticalSolidList"/>
    <dgm:cxn modelId="{950E6A6E-24E0-4922-B84D-9CB3AB211CE1}" srcId="{0FDD7754-56BB-441C-9E86-292AF4911050}" destId="{E6B7E234-814A-461A-93C8-FC55CFCCF1EF}" srcOrd="2" destOrd="0" parTransId="{A3643022-3D6C-4A3B-97BF-D2B376811FB6}" sibTransId="{6692E018-B2D3-4F81-91C1-753BE140200A}"/>
    <dgm:cxn modelId="{C33370E3-711D-4838-AD1D-5F9D5A596145}" srcId="{0FDD7754-56BB-441C-9E86-292AF4911050}" destId="{C6DEF451-84FC-4C5A-99B3-0F9C0640338F}" srcOrd="1" destOrd="0" parTransId="{5CD214C7-D765-4DED-B1AC-3E0ABDDCAB43}" sibTransId="{02AB77BC-AD12-4807-B5DF-1C6F36DE4F2A}"/>
    <dgm:cxn modelId="{138273EA-3D62-4D50-8355-6E7878F13BF3}" type="presOf" srcId="{0FDD7754-56BB-441C-9E86-292AF4911050}" destId="{5AF06304-9328-4485-884C-27056719D622}" srcOrd="0" destOrd="0" presId="urn:microsoft.com/office/officeart/2018/2/layout/IconVerticalSolidList"/>
    <dgm:cxn modelId="{7102CB65-878F-46A4-9CED-C526A45CE022}" type="presParOf" srcId="{5AF06304-9328-4485-884C-27056719D622}" destId="{665F7A29-9311-4740-B6DD-B1FD4DFDDE9A}" srcOrd="0" destOrd="0" presId="urn:microsoft.com/office/officeart/2018/2/layout/IconVerticalSolidList"/>
    <dgm:cxn modelId="{786CA39E-F2E3-4375-BA60-49DC063000EE}" type="presParOf" srcId="{665F7A29-9311-4740-B6DD-B1FD4DFDDE9A}" destId="{CD08691D-9146-4FDB-8961-3322DE0A01DC}" srcOrd="0" destOrd="0" presId="urn:microsoft.com/office/officeart/2018/2/layout/IconVerticalSolidList"/>
    <dgm:cxn modelId="{DEBEA3E8-3D88-47C0-B858-CC2C0EA139A7}" type="presParOf" srcId="{665F7A29-9311-4740-B6DD-B1FD4DFDDE9A}" destId="{313F6058-E412-424D-8BB3-4F12AB5D2B7B}" srcOrd="1" destOrd="0" presId="urn:microsoft.com/office/officeart/2018/2/layout/IconVerticalSolidList"/>
    <dgm:cxn modelId="{8116B31D-51F6-4612-95C0-4EAE83267556}" type="presParOf" srcId="{665F7A29-9311-4740-B6DD-B1FD4DFDDE9A}" destId="{12EFF1E9-CD74-45F7-A464-47682831F787}" srcOrd="2" destOrd="0" presId="urn:microsoft.com/office/officeart/2018/2/layout/IconVerticalSolidList"/>
    <dgm:cxn modelId="{06AD73C2-E9B3-4E6D-89FB-800C76832D66}" type="presParOf" srcId="{665F7A29-9311-4740-B6DD-B1FD4DFDDE9A}" destId="{72EF6F5B-500F-459C-BAC8-3A46E7E56E4B}" srcOrd="3" destOrd="0" presId="urn:microsoft.com/office/officeart/2018/2/layout/IconVerticalSolidList"/>
    <dgm:cxn modelId="{A6D6A9FD-98B6-46EA-B736-CC30096AEB33}" type="presParOf" srcId="{5AF06304-9328-4485-884C-27056719D622}" destId="{B902C9DC-B253-4F3F-8CDA-9757FF378B28}" srcOrd="1" destOrd="0" presId="urn:microsoft.com/office/officeart/2018/2/layout/IconVerticalSolidList"/>
    <dgm:cxn modelId="{F71C36AF-E49D-45B1-9098-8A8816A23B5F}" type="presParOf" srcId="{5AF06304-9328-4485-884C-27056719D622}" destId="{34EB4098-7328-4ECD-83D7-78A529A9F6E8}" srcOrd="2" destOrd="0" presId="urn:microsoft.com/office/officeart/2018/2/layout/IconVerticalSolidList"/>
    <dgm:cxn modelId="{BA0B2E20-E99F-46E1-BD60-BAA6BC59756C}" type="presParOf" srcId="{34EB4098-7328-4ECD-83D7-78A529A9F6E8}" destId="{CD50C93E-9C5D-42A5-BE3C-270605E676C6}" srcOrd="0" destOrd="0" presId="urn:microsoft.com/office/officeart/2018/2/layout/IconVerticalSolidList"/>
    <dgm:cxn modelId="{B8B5E4AA-9D86-4545-8136-AFB0DF122465}" type="presParOf" srcId="{34EB4098-7328-4ECD-83D7-78A529A9F6E8}" destId="{0562BE15-897C-4E7E-9344-2B38CCFA9DEA}" srcOrd="1" destOrd="0" presId="urn:microsoft.com/office/officeart/2018/2/layout/IconVerticalSolidList"/>
    <dgm:cxn modelId="{34D6E7A6-9FBF-490C-A203-F1E90936AF80}" type="presParOf" srcId="{34EB4098-7328-4ECD-83D7-78A529A9F6E8}" destId="{E2CBA4AA-E744-45D9-B60B-1778EC1536A0}" srcOrd="2" destOrd="0" presId="urn:microsoft.com/office/officeart/2018/2/layout/IconVerticalSolidList"/>
    <dgm:cxn modelId="{34E592BD-0FC2-4915-AFE6-E47330BDE0C0}" type="presParOf" srcId="{34EB4098-7328-4ECD-83D7-78A529A9F6E8}" destId="{622B0B49-38A1-41ED-B55D-0FD0214FAF52}" srcOrd="3" destOrd="0" presId="urn:microsoft.com/office/officeart/2018/2/layout/IconVerticalSolidList"/>
    <dgm:cxn modelId="{6EF7DD0B-05DA-4DA2-81F2-CD8C0D528345}" type="presParOf" srcId="{5AF06304-9328-4485-884C-27056719D622}" destId="{DAD871DF-3392-4785-9DF3-03927ED0CFB5}" srcOrd="3" destOrd="0" presId="urn:microsoft.com/office/officeart/2018/2/layout/IconVerticalSolidList"/>
    <dgm:cxn modelId="{CCB22203-FAB0-4F9A-A97B-690EFFE9ACAE}" type="presParOf" srcId="{5AF06304-9328-4485-884C-27056719D622}" destId="{D40DFE09-05EF-464B-A2E2-E0DE884E99BD}" srcOrd="4" destOrd="0" presId="urn:microsoft.com/office/officeart/2018/2/layout/IconVerticalSolidList"/>
    <dgm:cxn modelId="{5CDBBCDF-B08F-43BE-B816-457A3C204F4B}" type="presParOf" srcId="{D40DFE09-05EF-464B-A2E2-E0DE884E99BD}" destId="{1F002C72-C58B-44D0-9867-39BCBD319FAE}" srcOrd="0" destOrd="0" presId="urn:microsoft.com/office/officeart/2018/2/layout/IconVerticalSolidList"/>
    <dgm:cxn modelId="{0582E127-1436-4659-A1BF-0EEC939E8412}" type="presParOf" srcId="{D40DFE09-05EF-464B-A2E2-E0DE884E99BD}" destId="{411D69B6-8DD7-4BBE-9DE3-3BE52205F079}" srcOrd="1" destOrd="0" presId="urn:microsoft.com/office/officeart/2018/2/layout/IconVerticalSolidList"/>
    <dgm:cxn modelId="{DB143179-3B5C-4AB2-AAE9-1E42A0B24538}" type="presParOf" srcId="{D40DFE09-05EF-464B-A2E2-E0DE884E99BD}" destId="{2BE4EEDE-78B5-4B48-9326-8946EB01B7AA}" srcOrd="2" destOrd="0" presId="urn:microsoft.com/office/officeart/2018/2/layout/IconVerticalSolidList"/>
    <dgm:cxn modelId="{136D1B71-74B2-4652-A694-801D958FB77A}" type="presParOf" srcId="{D40DFE09-05EF-464B-A2E2-E0DE884E99BD}" destId="{9178D0DD-AD98-4EE1-A16E-78FF7444DFD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39D003-8674-4305-8B97-D2A569B9B699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F14245AC-9F0B-42FF-BFAC-C841ACD989D2}">
      <dgm:prSet/>
      <dgm:spPr/>
      <dgm:t>
        <a:bodyPr/>
        <a:lstStyle/>
        <a:p>
          <a:r>
            <a:rPr lang="en-US"/>
            <a:t>• Diagnóstico de red en entornos corporativos</a:t>
          </a:r>
        </a:p>
      </dgm:t>
    </dgm:pt>
    <dgm:pt modelId="{E1DA01C9-53C0-4AA7-8E28-101CA6DE45DF}" type="parTrans" cxnId="{0CFCD3D7-052F-4110-B2DE-84F3CEB914F4}">
      <dgm:prSet/>
      <dgm:spPr/>
      <dgm:t>
        <a:bodyPr/>
        <a:lstStyle/>
        <a:p>
          <a:endParaRPr lang="en-US"/>
        </a:p>
      </dgm:t>
    </dgm:pt>
    <dgm:pt modelId="{76B6B4FA-B7C3-43F3-B773-D129758F25E0}" type="sibTrans" cxnId="{0CFCD3D7-052F-4110-B2DE-84F3CEB914F4}">
      <dgm:prSet/>
      <dgm:spPr/>
      <dgm:t>
        <a:bodyPr/>
        <a:lstStyle/>
        <a:p>
          <a:endParaRPr lang="en-US"/>
        </a:p>
      </dgm:t>
    </dgm:pt>
    <dgm:pt modelId="{E90AF22B-2E27-4E09-ACDD-3DBEC24EB178}">
      <dgm:prSet/>
      <dgm:spPr/>
      <dgm:t>
        <a:bodyPr/>
        <a:lstStyle/>
        <a:p>
          <a:r>
            <a:rPr lang="en-US"/>
            <a:t>• Auditoría de seguridad mediante eventos</a:t>
          </a:r>
        </a:p>
      </dgm:t>
    </dgm:pt>
    <dgm:pt modelId="{2A20F380-9FBA-4C47-82BC-2DE10BF48E91}" type="parTrans" cxnId="{5BB26B19-975E-4468-9C88-6EF35708C94B}">
      <dgm:prSet/>
      <dgm:spPr/>
      <dgm:t>
        <a:bodyPr/>
        <a:lstStyle/>
        <a:p>
          <a:endParaRPr lang="en-US"/>
        </a:p>
      </dgm:t>
    </dgm:pt>
    <dgm:pt modelId="{C5F46E06-0253-4A32-A6C4-D74704AF0C20}" type="sibTrans" cxnId="{5BB26B19-975E-4468-9C88-6EF35708C94B}">
      <dgm:prSet/>
      <dgm:spPr/>
      <dgm:t>
        <a:bodyPr/>
        <a:lstStyle/>
        <a:p>
          <a:endParaRPr lang="en-US"/>
        </a:p>
      </dgm:t>
    </dgm:pt>
    <dgm:pt modelId="{BE37979B-877B-4781-A6BC-7F093E22AEF7}">
      <dgm:prSet/>
      <dgm:spPr/>
      <dgm:t>
        <a:bodyPr/>
        <a:lstStyle/>
        <a:p>
          <a:r>
            <a:rPr lang="en-US"/>
            <a:t>• Automatización con tareas programadas</a:t>
          </a:r>
        </a:p>
      </dgm:t>
    </dgm:pt>
    <dgm:pt modelId="{DA0EA559-4D3F-47BC-9149-2935EB97EFC4}" type="parTrans" cxnId="{48E9B260-81CC-4B2F-B838-E279A3E86838}">
      <dgm:prSet/>
      <dgm:spPr/>
      <dgm:t>
        <a:bodyPr/>
        <a:lstStyle/>
        <a:p>
          <a:endParaRPr lang="en-US"/>
        </a:p>
      </dgm:t>
    </dgm:pt>
    <dgm:pt modelId="{A4E1BDC0-7328-4FAA-9EDF-78E2E44B525B}" type="sibTrans" cxnId="{48E9B260-81CC-4B2F-B838-E279A3E86838}">
      <dgm:prSet/>
      <dgm:spPr/>
      <dgm:t>
        <a:bodyPr/>
        <a:lstStyle/>
        <a:p>
          <a:endParaRPr lang="en-US"/>
        </a:p>
      </dgm:t>
    </dgm:pt>
    <dgm:pt modelId="{F8057A9F-21D0-4F52-A1F2-45EB3244D225}" type="pres">
      <dgm:prSet presAssocID="{7939D003-8674-4305-8B97-D2A569B9B699}" presName="vert0" presStyleCnt="0">
        <dgm:presLayoutVars>
          <dgm:dir/>
          <dgm:animOne val="branch"/>
          <dgm:animLvl val="lvl"/>
        </dgm:presLayoutVars>
      </dgm:prSet>
      <dgm:spPr/>
    </dgm:pt>
    <dgm:pt modelId="{6AFF7E54-70A1-4B14-BF4D-CE94EBD30B89}" type="pres">
      <dgm:prSet presAssocID="{F14245AC-9F0B-42FF-BFAC-C841ACD989D2}" presName="thickLine" presStyleLbl="alignNode1" presStyleIdx="0" presStyleCnt="3"/>
      <dgm:spPr/>
    </dgm:pt>
    <dgm:pt modelId="{4130D86C-8601-479F-BE1A-14F573A01E98}" type="pres">
      <dgm:prSet presAssocID="{F14245AC-9F0B-42FF-BFAC-C841ACD989D2}" presName="horz1" presStyleCnt="0"/>
      <dgm:spPr/>
    </dgm:pt>
    <dgm:pt modelId="{AD6D9F84-3564-4FC0-AE1C-C9360E7CE440}" type="pres">
      <dgm:prSet presAssocID="{F14245AC-9F0B-42FF-BFAC-C841ACD989D2}" presName="tx1" presStyleLbl="revTx" presStyleIdx="0" presStyleCnt="3"/>
      <dgm:spPr/>
    </dgm:pt>
    <dgm:pt modelId="{2CEE3A9B-3A4B-4E7E-ABF5-12544109F5F5}" type="pres">
      <dgm:prSet presAssocID="{F14245AC-9F0B-42FF-BFAC-C841ACD989D2}" presName="vert1" presStyleCnt="0"/>
      <dgm:spPr/>
    </dgm:pt>
    <dgm:pt modelId="{F6AB8FA3-FED3-4C22-A50E-EA210B0B3213}" type="pres">
      <dgm:prSet presAssocID="{E90AF22B-2E27-4E09-ACDD-3DBEC24EB178}" presName="thickLine" presStyleLbl="alignNode1" presStyleIdx="1" presStyleCnt="3"/>
      <dgm:spPr/>
    </dgm:pt>
    <dgm:pt modelId="{56CBFF91-FA59-4422-B9BA-F404ED31D3B0}" type="pres">
      <dgm:prSet presAssocID="{E90AF22B-2E27-4E09-ACDD-3DBEC24EB178}" presName="horz1" presStyleCnt="0"/>
      <dgm:spPr/>
    </dgm:pt>
    <dgm:pt modelId="{A92789C4-01D4-4B99-A31D-1A0A4DF992F5}" type="pres">
      <dgm:prSet presAssocID="{E90AF22B-2E27-4E09-ACDD-3DBEC24EB178}" presName="tx1" presStyleLbl="revTx" presStyleIdx="1" presStyleCnt="3"/>
      <dgm:spPr/>
    </dgm:pt>
    <dgm:pt modelId="{330FCEBA-E66F-496C-8987-58CEF0AF215A}" type="pres">
      <dgm:prSet presAssocID="{E90AF22B-2E27-4E09-ACDD-3DBEC24EB178}" presName="vert1" presStyleCnt="0"/>
      <dgm:spPr/>
    </dgm:pt>
    <dgm:pt modelId="{A5B00BEF-C225-4F29-B24A-D12F2DD424CA}" type="pres">
      <dgm:prSet presAssocID="{BE37979B-877B-4781-A6BC-7F093E22AEF7}" presName="thickLine" presStyleLbl="alignNode1" presStyleIdx="2" presStyleCnt="3"/>
      <dgm:spPr/>
    </dgm:pt>
    <dgm:pt modelId="{F134410E-504D-4042-95C7-7C0FFB6187AA}" type="pres">
      <dgm:prSet presAssocID="{BE37979B-877B-4781-A6BC-7F093E22AEF7}" presName="horz1" presStyleCnt="0"/>
      <dgm:spPr/>
    </dgm:pt>
    <dgm:pt modelId="{96F5E7EA-A5C5-41A7-9004-FB4FAAF7FE12}" type="pres">
      <dgm:prSet presAssocID="{BE37979B-877B-4781-A6BC-7F093E22AEF7}" presName="tx1" presStyleLbl="revTx" presStyleIdx="2" presStyleCnt="3"/>
      <dgm:spPr/>
    </dgm:pt>
    <dgm:pt modelId="{7E6EEE25-84B0-4129-AA7A-C87D82AB0370}" type="pres">
      <dgm:prSet presAssocID="{BE37979B-877B-4781-A6BC-7F093E22AEF7}" presName="vert1" presStyleCnt="0"/>
      <dgm:spPr/>
    </dgm:pt>
  </dgm:ptLst>
  <dgm:cxnLst>
    <dgm:cxn modelId="{5BB26B19-975E-4468-9C88-6EF35708C94B}" srcId="{7939D003-8674-4305-8B97-D2A569B9B699}" destId="{E90AF22B-2E27-4E09-ACDD-3DBEC24EB178}" srcOrd="1" destOrd="0" parTransId="{2A20F380-9FBA-4C47-82BC-2DE10BF48E91}" sibTransId="{C5F46E06-0253-4A32-A6C4-D74704AF0C20}"/>
    <dgm:cxn modelId="{48E9B260-81CC-4B2F-B838-E279A3E86838}" srcId="{7939D003-8674-4305-8B97-D2A569B9B699}" destId="{BE37979B-877B-4781-A6BC-7F093E22AEF7}" srcOrd="2" destOrd="0" parTransId="{DA0EA559-4D3F-47BC-9149-2935EB97EFC4}" sibTransId="{A4E1BDC0-7328-4FAA-9EDF-78E2E44B525B}"/>
    <dgm:cxn modelId="{D6DA5CA7-CFAD-4F8C-8D23-F9CD4D959FE9}" type="presOf" srcId="{E90AF22B-2E27-4E09-ACDD-3DBEC24EB178}" destId="{A92789C4-01D4-4B99-A31D-1A0A4DF992F5}" srcOrd="0" destOrd="0" presId="urn:microsoft.com/office/officeart/2008/layout/LinedList"/>
    <dgm:cxn modelId="{85A64EAE-AC51-4AFA-BBB4-39F4992A3466}" type="presOf" srcId="{7939D003-8674-4305-8B97-D2A569B9B699}" destId="{F8057A9F-21D0-4F52-A1F2-45EB3244D225}" srcOrd="0" destOrd="0" presId="urn:microsoft.com/office/officeart/2008/layout/LinedList"/>
    <dgm:cxn modelId="{0CD25BC3-A1A8-459A-B9ED-334FA7319554}" type="presOf" srcId="{BE37979B-877B-4781-A6BC-7F093E22AEF7}" destId="{96F5E7EA-A5C5-41A7-9004-FB4FAAF7FE12}" srcOrd="0" destOrd="0" presId="urn:microsoft.com/office/officeart/2008/layout/LinedList"/>
    <dgm:cxn modelId="{0CFCD3D7-052F-4110-B2DE-84F3CEB914F4}" srcId="{7939D003-8674-4305-8B97-D2A569B9B699}" destId="{F14245AC-9F0B-42FF-BFAC-C841ACD989D2}" srcOrd="0" destOrd="0" parTransId="{E1DA01C9-53C0-4AA7-8E28-101CA6DE45DF}" sibTransId="{76B6B4FA-B7C3-43F3-B773-D129758F25E0}"/>
    <dgm:cxn modelId="{120C1ED9-9D50-4C56-9E79-8C27519010BA}" type="presOf" srcId="{F14245AC-9F0B-42FF-BFAC-C841ACD989D2}" destId="{AD6D9F84-3564-4FC0-AE1C-C9360E7CE440}" srcOrd="0" destOrd="0" presId="urn:microsoft.com/office/officeart/2008/layout/LinedList"/>
    <dgm:cxn modelId="{FBF2B1DC-39DA-4103-B63A-B30018A3906A}" type="presParOf" srcId="{F8057A9F-21D0-4F52-A1F2-45EB3244D225}" destId="{6AFF7E54-70A1-4B14-BF4D-CE94EBD30B89}" srcOrd="0" destOrd="0" presId="urn:microsoft.com/office/officeart/2008/layout/LinedList"/>
    <dgm:cxn modelId="{1EE136F5-50F9-4645-8E24-9C85FDB076F9}" type="presParOf" srcId="{F8057A9F-21D0-4F52-A1F2-45EB3244D225}" destId="{4130D86C-8601-479F-BE1A-14F573A01E98}" srcOrd="1" destOrd="0" presId="urn:microsoft.com/office/officeart/2008/layout/LinedList"/>
    <dgm:cxn modelId="{DE6955F0-A24E-4F16-9350-1FD36594E5FC}" type="presParOf" srcId="{4130D86C-8601-479F-BE1A-14F573A01E98}" destId="{AD6D9F84-3564-4FC0-AE1C-C9360E7CE440}" srcOrd="0" destOrd="0" presId="urn:microsoft.com/office/officeart/2008/layout/LinedList"/>
    <dgm:cxn modelId="{1ECF1873-EB81-4822-8DE1-70C113CF48FA}" type="presParOf" srcId="{4130D86C-8601-479F-BE1A-14F573A01E98}" destId="{2CEE3A9B-3A4B-4E7E-ABF5-12544109F5F5}" srcOrd="1" destOrd="0" presId="urn:microsoft.com/office/officeart/2008/layout/LinedList"/>
    <dgm:cxn modelId="{8F143F62-1655-4222-B849-14DE138C3856}" type="presParOf" srcId="{F8057A9F-21D0-4F52-A1F2-45EB3244D225}" destId="{F6AB8FA3-FED3-4C22-A50E-EA210B0B3213}" srcOrd="2" destOrd="0" presId="urn:microsoft.com/office/officeart/2008/layout/LinedList"/>
    <dgm:cxn modelId="{E7E78136-6986-4F95-9190-256232B8E578}" type="presParOf" srcId="{F8057A9F-21D0-4F52-A1F2-45EB3244D225}" destId="{56CBFF91-FA59-4422-B9BA-F404ED31D3B0}" srcOrd="3" destOrd="0" presId="urn:microsoft.com/office/officeart/2008/layout/LinedList"/>
    <dgm:cxn modelId="{47F6BDFE-3910-4B17-824C-BDB077C20765}" type="presParOf" srcId="{56CBFF91-FA59-4422-B9BA-F404ED31D3B0}" destId="{A92789C4-01D4-4B99-A31D-1A0A4DF992F5}" srcOrd="0" destOrd="0" presId="urn:microsoft.com/office/officeart/2008/layout/LinedList"/>
    <dgm:cxn modelId="{F85E2765-C237-43A6-A5AA-7EDF5F697191}" type="presParOf" srcId="{56CBFF91-FA59-4422-B9BA-F404ED31D3B0}" destId="{330FCEBA-E66F-496C-8987-58CEF0AF215A}" srcOrd="1" destOrd="0" presId="urn:microsoft.com/office/officeart/2008/layout/LinedList"/>
    <dgm:cxn modelId="{2B12290C-C7A4-43F2-909E-37E851F12D1F}" type="presParOf" srcId="{F8057A9F-21D0-4F52-A1F2-45EB3244D225}" destId="{A5B00BEF-C225-4F29-B24A-D12F2DD424CA}" srcOrd="4" destOrd="0" presId="urn:microsoft.com/office/officeart/2008/layout/LinedList"/>
    <dgm:cxn modelId="{2D34D810-D625-42FA-A972-CEA3E6654DB4}" type="presParOf" srcId="{F8057A9F-21D0-4F52-A1F2-45EB3244D225}" destId="{F134410E-504D-4042-95C7-7C0FFB6187AA}" srcOrd="5" destOrd="0" presId="urn:microsoft.com/office/officeart/2008/layout/LinedList"/>
    <dgm:cxn modelId="{960374E6-637F-49A5-BAC2-26E0C92F3B66}" type="presParOf" srcId="{F134410E-504D-4042-95C7-7C0FFB6187AA}" destId="{96F5E7EA-A5C5-41A7-9004-FB4FAAF7FE12}" srcOrd="0" destOrd="0" presId="urn:microsoft.com/office/officeart/2008/layout/LinedList"/>
    <dgm:cxn modelId="{E659710D-0698-4C46-A8E4-71584CF33093}" type="presParOf" srcId="{F134410E-504D-4042-95C7-7C0FFB6187AA}" destId="{7E6EEE25-84B0-4129-AA7A-C87D82AB037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3A19332-6153-4B3F-907C-18A8CAD7432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FF5501F-3F3F-4C95-A574-124E391E4FC1}">
      <dgm:prSet/>
      <dgm:spPr/>
      <dgm:t>
        <a:bodyPr/>
        <a:lstStyle/>
        <a:p>
          <a:r>
            <a:rPr lang="en-US"/>
            <a:t>• Test-Connection → Ping desde PowerShell</a:t>
          </a:r>
        </a:p>
      </dgm:t>
    </dgm:pt>
    <dgm:pt modelId="{00FA7C54-EFE5-4153-89D2-5D6489489299}" type="parTrans" cxnId="{B6F659BC-1A9C-4A28-A9E5-89AD8C581AB0}">
      <dgm:prSet/>
      <dgm:spPr/>
      <dgm:t>
        <a:bodyPr/>
        <a:lstStyle/>
        <a:p>
          <a:endParaRPr lang="en-US"/>
        </a:p>
      </dgm:t>
    </dgm:pt>
    <dgm:pt modelId="{AF9DD55C-B09B-4A37-8209-B2C689571AD4}" type="sibTrans" cxnId="{B6F659BC-1A9C-4A28-A9E5-89AD8C581AB0}">
      <dgm:prSet/>
      <dgm:spPr/>
      <dgm:t>
        <a:bodyPr/>
        <a:lstStyle/>
        <a:p>
          <a:endParaRPr lang="en-US"/>
        </a:p>
      </dgm:t>
    </dgm:pt>
    <dgm:pt modelId="{60AB2D19-8ECD-45DC-84CB-ABD23C13F632}">
      <dgm:prSet/>
      <dgm:spPr/>
      <dgm:t>
        <a:bodyPr/>
        <a:lstStyle/>
        <a:p>
          <a:r>
            <a:rPr lang="en-US"/>
            <a:t>• Test-NetConnection → Diagnóstico de red (puertos, traceroute)</a:t>
          </a:r>
        </a:p>
      </dgm:t>
    </dgm:pt>
    <dgm:pt modelId="{85C0D537-54D4-4469-8E4E-861BB3660287}" type="parTrans" cxnId="{049B292B-370D-4D44-9900-875F62961592}">
      <dgm:prSet/>
      <dgm:spPr/>
      <dgm:t>
        <a:bodyPr/>
        <a:lstStyle/>
        <a:p>
          <a:endParaRPr lang="en-US"/>
        </a:p>
      </dgm:t>
    </dgm:pt>
    <dgm:pt modelId="{92ABB34C-1BB8-46A9-8151-7F15838AE305}" type="sibTrans" cxnId="{049B292B-370D-4D44-9900-875F62961592}">
      <dgm:prSet/>
      <dgm:spPr/>
      <dgm:t>
        <a:bodyPr/>
        <a:lstStyle/>
        <a:p>
          <a:endParaRPr lang="en-US"/>
        </a:p>
      </dgm:t>
    </dgm:pt>
    <dgm:pt modelId="{FB8B6ADA-8DF2-4B39-95B9-D378D1D6FDE0}">
      <dgm:prSet/>
      <dgm:spPr/>
      <dgm:t>
        <a:bodyPr/>
        <a:lstStyle/>
        <a:p>
          <a:r>
            <a:rPr lang="en-US"/>
            <a:t>• Get-</a:t>
          </a:r>
          <a:r>
            <a:rPr lang="en-US" err="1"/>
            <a:t>NetIPAddress</a:t>
          </a:r>
          <a:r>
            <a:rPr lang="en-US"/>
            <a:t> → </a:t>
          </a:r>
          <a:r>
            <a:rPr lang="en-US" err="1"/>
            <a:t>Dirección</a:t>
          </a:r>
          <a:r>
            <a:rPr lang="en-US"/>
            <a:t> IP del </a:t>
          </a:r>
          <a:r>
            <a:rPr lang="en-US" err="1"/>
            <a:t>sistema</a:t>
          </a:r>
          <a:endParaRPr lang="en-US"/>
        </a:p>
      </dgm:t>
    </dgm:pt>
    <dgm:pt modelId="{CAF830FC-E53E-4F5E-A333-E0F5427F2B57}" type="parTrans" cxnId="{15EEB2A7-15B7-4F78-89DD-FEC49163FC5F}">
      <dgm:prSet/>
      <dgm:spPr/>
      <dgm:t>
        <a:bodyPr/>
        <a:lstStyle/>
        <a:p>
          <a:endParaRPr lang="en-US"/>
        </a:p>
      </dgm:t>
    </dgm:pt>
    <dgm:pt modelId="{6FAD052C-4640-46AC-8B6C-E8FC7AB8A70E}" type="sibTrans" cxnId="{15EEB2A7-15B7-4F78-89DD-FEC49163FC5F}">
      <dgm:prSet/>
      <dgm:spPr/>
      <dgm:t>
        <a:bodyPr/>
        <a:lstStyle/>
        <a:p>
          <a:endParaRPr lang="en-US"/>
        </a:p>
      </dgm:t>
    </dgm:pt>
    <dgm:pt modelId="{780DAE89-3F02-4F30-B206-1A4126301B3C}">
      <dgm:prSet/>
      <dgm:spPr/>
      <dgm:t>
        <a:bodyPr/>
        <a:lstStyle/>
        <a:p>
          <a:r>
            <a:rPr lang="en-US"/>
            <a:t>• Get-</a:t>
          </a:r>
          <a:r>
            <a:rPr lang="en-US" err="1"/>
            <a:t>NetAdapter</a:t>
          </a:r>
          <a:r>
            <a:rPr lang="en-US"/>
            <a:t> → </a:t>
          </a:r>
          <a:r>
            <a:rPr lang="en-US" err="1"/>
            <a:t>Información</a:t>
          </a:r>
          <a:r>
            <a:rPr lang="en-US"/>
            <a:t> de interfaces de red</a:t>
          </a:r>
        </a:p>
      </dgm:t>
    </dgm:pt>
    <dgm:pt modelId="{20834E71-FCA7-4A3A-B68F-25A6C6744C3F}" type="parTrans" cxnId="{B4CACFD5-0BF9-41E7-BA79-24864D3B9E00}">
      <dgm:prSet/>
      <dgm:spPr/>
      <dgm:t>
        <a:bodyPr/>
        <a:lstStyle/>
        <a:p>
          <a:endParaRPr lang="en-US"/>
        </a:p>
      </dgm:t>
    </dgm:pt>
    <dgm:pt modelId="{00A3FA63-A1BA-4449-8D7A-D3AD62F701EA}" type="sibTrans" cxnId="{B4CACFD5-0BF9-41E7-BA79-24864D3B9E00}">
      <dgm:prSet/>
      <dgm:spPr/>
      <dgm:t>
        <a:bodyPr/>
        <a:lstStyle/>
        <a:p>
          <a:endParaRPr lang="en-US"/>
        </a:p>
      </dgm:t>
    </dgm:pt>
    <dgm:pt modelId="{C89776A0-2C78-4DE9-BAC8-49C4E8DE8AC2}" type="pres">
      <dgm:prSet presAssocID="{83A19332-6153-4B3F-907C-18A8CAD7432D}" presName="root" presStyleCnt="0">
        <dgm:presLayoutVars>
          <dgm:dir/>
          <dgm:resizeHandles val="exact"/>
        </dgm:presLayoutVars>
      </dgm:prSet>
      <dgm:spPr/>
    </dgm:pt>
    <dgm:pt modelId="{FABFF645-A7C2-4628-96BB-91E1DF3F1032}" type="pres">
      <dgm:prSet presAssocID="{9FF5501F-3F3F-4C95-A574-124E391E4FC1}" presName="compNode" presStyleCnt="0"/>
      <dgm:spPr/>
    </dgm:pt>
    <dgm:pt modelId="{41B6A8A5-3907-4A74-8997-8C99BCBA3211}" type="pres">
      <dgm:prSet presAssocID="{9FF5501F-3F3F-4C95-A574-124E391E4FC1}" presName="bgRect" presStyleLbl="bgShp" presStyleIdx="0" presStyleCnt="4"/>
      <dgm:spPr/>
    </dgm:pt>
    <dgm:pt modelId="{9C6FB902-7757-4381-8763-58EFC9663633}" type="pres">
      <dgm:prSet presAssocID="{9FF5501F-3F3F-4C95-A574-124E391E4FC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 tennis"/>
        </a:ext>
      </dgm:extLst>
    </dgm:pt>
    <dgm:pt modelId="{76BF3DD8-1BA7-4598-8BC3-A0CAFFC07A37}" type="pres">
      <dgm:prSet presAssocID="{9FF5501F-3F3F-4C95-A574-124E391E4FC1}" presName="spaceRect" presStyleCnt="0"/>
      <dgm:spPr/>
    </dgm:pt>
    <dgm:pt modelId="{948341C7-FD31-4787-BFEF-10CDC6A0DAC1}" type="pres">
      <dgm:prSet presAssocID="{9FF5501F-3F3F-4C95-A574-124E391E4FC1}" presName="parTx" presStyleLbl="revTx" presStyleIdx="0" presStyleCnt="4">
        <dgm:presLayoutVars>
          <dgm:chMax val="0"/>
          <dgm:chPref val="0"/>
        </dgm:presLayoutVars>
      </dgm:prSet>
      <dgm:spPr/>
    </dgm:pt>
    <dgm:pt modelId="{21DDF9FE-0717-4648-BDE6-00565F0E9064}" type="pres">
      <dgm:prSet presAssocID="{AF9DD55C-B09B-4A37-8209-B2C689571AD4}" presName="sibTrans" presStyleCnt="0"/>
      <dgm:spPr/>
    </dgm:pt>
    <dgm:pt modelId="{7A00836A-A16E-4AE6-8EB8-CA4CB3959E00}" type="pres">
      <dgm:prSet presAssocID="{60AB2D19-8ECD-45DC-84CB-ABD23C13F632}" presName="compNode" presStyleCnt="0"/>
      <dgm:spPr/>
    </dgm:pt>
    <dgm:pt modelId="{CEAEB356-7BE2-485D-B553-F4D68BD158A8}" type="pres">
      <dgm:prSet presAssocID="{60AB2D19-8ECD-45DC-84CB-ABD23C13F632}" presName="bgRect" presStyleLbl="bgShp" presStyleIdx="1" presStyleCnt="4"/>
      <dgm:spPr/>
    </dgm:pt>
    <dgm:pt modelId="{B3CEA14C-5F46-431E-B5F7-0229BFAC1FD1}" type="pres">
      <dgm:prSet presAssocID="{60AB2D19-8ECD-45DC-84CB-ABD23C13F63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cla"/>
        </a:ext>
      </dgm:extLst>
    </dgm:pt>
    <dgm:pt modelId="{9968C6B0-FCD7-450A-92B6-EFC78A19B46A}" type="pres">
      <dgm:prSet presAssocID="{60AB2D19-8ECD-45DC-84CB-ABD23C13F632}" presName="spaceRect" presStyleCnt="0"/>
      <dgm:spPr/>
    </dgm:pt>
    <dgm:pt modelId="{2A5B4B51-E646-4484-9B01-37DDDAE504DB}" type="pres">
      <dgm:prSet presAssocID="{60AB2D19-8ECD-45DC-84CB-ABD23C13F632}" presName="parTx" presStyleLbl="revTx" presStyleIdx="1" presStyleCnt="4">
        <dgm:presLayoutVars>
          <dgm:chMax val="0"/>
          <dgm:chPref val="0"/>
        </dgm:presLayoutVars>
      </dgm:prSet>
      <dgm:spPr/>
    </dgm:pt>
    <dgm:pt modelId="{EF70BBFC-5672-4A27-9079-45C5336BAF02}" type="pres">
      <dgm:prSet presAssocID="{92ABB34C-1BB8-46A9-8151-7F15838AE305}" presName="sibTrans" presStyleCnt="0"/>
      <dgm:spPr/>
    </dgm:pt>
    <dgm:pt modelId="{357E323A-C299-4664-A00D-C0F7442B2BC2}" type="pres">
      <dgm:prSet presAssocID="{FB8B6ADA-8DF2-4B39-95B9-D378D1D6FDE0}" presName="compNode" presStyleCnt="0"/>
      <dgm:spPr/>
    </dgm:pt>
    <dgm:pt modelId="{1919BE62-F43C-45F7-9875-D8D03C103F05}" type="pres">
      <dgm:prSet presAssocID="{FB8B6ADA-8DF2-4B39-95B9-D378D1D6FDE0}" presName="bgRect" presStyleLbl="bgShp" presStyleIdx="2" presStyleCnt="4"/>
      <dgm:spPr/>
    </dgm:pt>
    <dgm:pt modelId="{613442F6-8385-49CE-AAA5-17C817D36652}" type="pres">
      <dgm:prSet presAssocID="{FB8B6ADA-8DF2-4B39-95B9-D378D1D6FDE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E83E64B1-4B86-47C3-8855-9117D82082E0}" type="pres">
      <dgm:prSet presAssocID="{FB8B6ADA-8DF2-4B39-95B9-D378D1D6FDE0}" presName="spaceRect" presStyleCnt="0"/>
      <dgm:spPr/>
    </dgm:pt>
    <dgm:pt modelId="{CA1E2104-D484-410F-9AC2-5D75CDCFBE61}" type="pres">
      <dgm:prSet presAssocID="{FB8B6ADA-8DF2-4B39-95B9-D378D1D6FDE0}" presName="parTx" presStyleLbl="revTx" presStyleIdx="2" presStyleCnt="4">
        <dgm:presLayoutVars>
          <dgm:chMax val="0"/>
          <dgm:chPref val="0"/>
        </dgm:presLayoutVars>
      </dgm:prSet>
      <dgm:spPr/>
    </dgm:pt>
    <dgm:pt modelId="{533056F0-6361-4AC4-B675-AC2140A91381}" type="pres">
      <dgm:prSet presAssocID="{6FAD052C-4640-46AC-8B6C-E8FC7AB8A70E}" presName="sibTrans" presStyleCnt="0"/>
      <dgm:spPr/>
    </dgm:pt>
    <dgm:pt modelId="{854749F7-B08B-447D-B301-D8C2D0A18357}" type="pres">
      <dgm:prSet presAssocID="{780DAE89-3F02-4F30-B206-1A4126301B3C}" presName="compNode" presStyleCnt="0"/>
      <dgm:spPr/>
    </dgm:pt>
    <dgm:pt modelId="{30B1F91B-1423-4091-8648-907C23841F52}" type="pres">
      <dgm:prSet presAssocID="{780DAE89-3F02-4F30-B206-1A4126301B3C}" presName="bgRect" presStyleLbl="bgShp" presStyleIdx="3" presStyleCnt="4"/>
      <dgm:spPr/>
    </dgm:pt>
    <dgm:pt modelId="{4DFDA161-7640-4642-82D3-E9B79AB0CB2A}" type="pres">
      <dgm:prSet presAssocID="{780DAE89-3F02-4F30-B206-1A4126301B3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E296F7F9-681B-4169-AB45-A7DD3D03778D}" type="pres">
      <dgm:prSet presAssocID="{780DAE89-3F02-4F30-B206-1A4126301B3C}" presName="spaceRect" presStyleCnt="0"/>
      <dgm:spPr/>
    </dgm:pt>
    <dgm:pt modelId="{2CCC2500-CEB9-43FF-9756-8BC2F8E4A9DC}" type="pres">
      <dgm:prSet presAssocID="{780DAE89-3F02-4F30-B206-1A4126301B3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49B292B-370D-4D44-9900-875F62961592}" srcId="{83A19332-6153-4B3F-907C-18A8CAD7432D}" destId="{60AB2D19-8ECD-45DC-84CB-ABD23C13F632}" srcOrd="1" destOrd="0" parTransId="{85C0D537-54D4-4469-8E4E-861BB3660287}" sibTransId="{92ABB34C-1BB8-46A9-8151-7F15838AE305}"/>
    <dgm:cxn modelId="{9D936D65-353E-403D-B029-8ADA7AA21068}" type="presOf" srcId="{60AB2D19-8ECD-45DC-84CB-ABD23C13F632}" destId="{2A5B4B51-E646-4484-9B01-37DDDAE504DB}" srcOrd="0" destOrd="0" presId="urn:microsoft.com/office/officeart/2018/2/layout/IconVerticalSolidList"/>
    <dgm:cxn modelId="{578FE688-4173-44EE-B9E6-24FAEC9E001E}" type="presOf" srcId="{780DAE89-3F02-4F30-B206-1A4126301B3C}" destId="{2CCC2500-CEB9-43FF-9756-8BC2F8E4A9DC}" srcOrd="0" destOrd="0" presId="urn:microsoft.com/office/officeart/2018/2/layout/IconVerticalSolidList"/>
    <dgm:cxn modelId="{15EEB2A7-15B7-4F78-89DD-FEC49163FC5F}" srcId="{83A19332-6153-4B3F-907C-18A8CAD7432D}" destId="{FB8B6ADA-8DF2-4B39-95B9-D378D1D6FDE0}" srcOrd="2" destOrd="0" parTransId="{CAF830FC-E53E-4F5E-A333-E0F5427F2B57}" sibTransId="{6FAD052C-4640-46AC-8B6C-E8FC7AB8A70E}"/>
    <dgm:cxn modelId="{B6F659BC-1A9C-4A28-A9E5-89AD8C581AB0}" srcId="{83A19332-6153-4B3F-907C-18A8CAD7432D}" destId="{9FF5501F-3F3F-4C95-A574-124E391E4FC1}" srcOrd="0" destOrd="0" parTransId="{00FA7C54-EFE5-4153-89D2-5D6489489299}" sibTransId="{AF9DD55C-B09B-4A37-8209-B2C689571AD4}"/>
    <dgm:cxn modelId="{B4CACFD5-0BF9-41E7-BA79-24864D3B9E00}" srcId="{83A19332-6153-4B3F-907C-18A8CAD7432D}" destId="{780DAE89-3F02-4F30-B206-1A4126301B3C}" srcOrd="3" destOrd="0" parTransId="{20834E71-FCA7-4A3A-B68F-25A6C6744C3F}" sibTransId="{00A3FA63-A1BA-4449-8D7A-D3AD62F701EA}"/>
    <dgm:cxn modelId="{214359DC-ED2B-4A75-B9B1-D6795D5D39B1}" type="presOf" srcId="{9FF5501F-3F3F-4C95-A574-124E391E4FC1}" destId="{948341C7-FD31-4787-BFEF-10CDC6A0DAC1}" srcOrd="0" destOrd="0" presId="urn:microsoft.com/office/officeart/2018/2/layout/IconVerticalSolidList"/>
    <dgm:cxn modelId="{776578E2-ED65-442E-A345-269D1C48A88F}" type="presOf" srcId="{83A19332-6153-4B3F-907C-18A8CAD7432D}" destId="{C89776A0-2C78-4DE9-BAC8-49C4E8DE8AC2}" srcOrd="0" destOrd="0" presId="urn:microsoft.com/office/officeart/2018/2/layout/IconVerticalSolidList"/>
    <dgm:cxn modelId="{9C86E0E5-489A-4364-8172-B8A4DDE3B63A}" type="presOf" srcId="{FB8B6ADA-8DF2-4B39-95B9-D378D1D6FDE0}" destId="{CA1E2104-D484-410F-9AC2-5D75CDCFBE61}" srcOrd="0" destOrd="0" presId="urn:microsoft.com/office/officeart/2018/2/layout/IconVerticalSolidList"/>
    <dgm:cxn modelId="{CD914DBA-82AA-4A62-B052-E54B7EC60956}" type="presParOf" srcId="{C89776A0-2C78-4DE9-BAC8-49C4E8DE8AC2}" destId="{FABFF645-A7C2-4628-96BB-91E1DF3F1032}" srcOrd="0" destOrd="0" presId="urn:microsoft.com/office/officeart/2018/2/layout/IconVerticalSolidList"/>
    <dgm:cxn modelId="{A8AFE729-9EBB-4DCF-BE5A-E7622321D30C}" type="presParOf" srcId="{FABFF645-A7C2-4628-96BB-91E1DF3F1032}" destId="{41B6A8A5-3907-4A74-8997-8C99BCBA3211}" srcOrd="0" destOrd="0" presId="urn:microsoft.com/office/officeart/2018/2/layout/IconVerticalSolidList"/>
    <dgm:cxn modelId="{2650A791-09C7-4F75-9C62-CBBC6439D89F}" type="presParOf" srcId="{FABFF645-A7C2-4628-96BB-91E1DF3F1032}" destId="{9C6FB902-7757-4381-8763-58EFC9663633}" srcOrd="1" destOrd="0" presId="urn:microsoft.com/office/officeart/2018/2/layout/IconVerticalSolidList"/>
    <dgm:cxn modelId="{019B31B4-CEF3-4A56-9617-C9AF405943DC}" type="presParOf" srcId="{FABFF645-A7C2-4628-96BB-91E1DF3F1032}" destId="{76BF3DD8-1BA7-4598-8BC3-A0CAFFC07A37}" srcOrd="2" destOrd="0" presId="urn:microsoft.com/office/officeart/2018/2/layout/IconVerticalSolidList"/>
    <dgm:cxn modelId="{8BC9B9C8-C894-4B1A-8640-99F690DE1668}" type="presParOf" srcId="{FABFF645-A7C2-4628-96BB-91E1DF3F1032}" destId="{948341C7-FD31-4787-BFEF-10CDC6A0DAC1}" srcOrd="3" destOrd="0" presId="urn:microsoft.com/office/officeart/2018/2/layout/IconVerticalSolidList"/>
    <dgm:cxn modelId="{9F2CF5BF-A963-426F-85D6-05CEDBE90BE4}" type="presParOf" srcId="{C89776A0-2C78-4DE9-BAC8-49C4E8DE8AC2}" destId="{21DDF9FE-0717-4648-BDE6-00565F0E9064}" srcOrd="1" destOrd="0" presId="urn:microsoft.com/office/officeart/2018/2/layout/IconVerticalSolidList"/>
    <dgm:cxn modelId="{35F87407-F59F-4DA5-8DFE-599B2ED6E327}" type="presParOf" srcId="{C89776A0-2C78-4DE9-BAC8-49C4E8DE8AC2}" destId="{7A00836A-A16E-4AE6-8EB8-CA4CB3959E00}" srcOrd="2" destOrd="0" presId="urn:microsoft.com/office/officeart/2018/2/layout/IconVerticalSolidList"/>
    <dgm:cxn modelId="{B6A50882-E332-408F-8180-344997EEDA75}" type="presParOf" srcId="{7A00836A-A16E-4AE6-8EB8-CA4CB3959E00}" destId="{CEAEB356-7BE2-485D-B553-F4D68BD158A8}" srcOrd="0" destOrd="0" presId="urn:microsoft.com/office/officeart/2018/2/layout/IconVerticalSolidList"/>
    <dgm:cxn modelId="{C09890E0-67CD-451C-BF09-A7CA499EBF8D}" type="presParOf" srcId="{7A00836A-A16E-4AE6-8EB8-CA4CB3959E00}" destId="{B3CEA14C-5F46-431E-B5F7-0229BFAC1FD1}" srcOrd="1" destOrd="0" presId="urn:microsoft.com/office/officeart/2018/2/layout/IconVerticalSolidList"/>
    <dgm:cxn modelId="{B9A6083F-6257-4F43-8684-CFE4A2F5CAF0}" type="presParOf" srcId="{7A00836A-A16E-4AE6-8EB8-CA4CB3959E00}" destId="{9968C6B0-FCD7-450A-92B6-EFC78A19B46A}" srcOrd="2" destOrd="0" presId="urn:microsoft.com/office/officeart/2018/2/layout/IconVerticalSolidList"/>
    <dgm:cxn modelId="{E7FE8FBD-5380-4A09-B956-C53C40EEC25F}" type="presParOf" srcId="{7A00836A-A16E-4AE6-8EB8-CA4CB3959E00}" destId="{2A5B4B51-E646-4484-9B01-37DDDAE504DB}" srcOrd="3" destOrd="0" presId="urn:microsoft.com/office/officeart/2018/2/layout/IconVerticalSolidList"/>
    <dgm:cxn modelId="{2CE5FD1E-7C3A-4A9D-8444-2917003AE188}" type="presParOf" srcId="{C89776A0-2C78-4DE9-BAC8-49C4E8DE8AC2}" destId="{EF70BBFC-5672-4A27-9079-45C5336BAF02}" srcOrd="3" destOrd="0" presId="urn:microsoft.com/office/officeart/2018/2/layout/IconVerticalSolidList"/>
    <dgm:cxn modelId="{A0054ABB-58D1-40BC-985E-C6DE4336890A}" type="presParOf" srcId="{C89776A0-2C78-4DE9-BAC8-49C4E8DE8AC2}" destId="{357E323A-C299-4664-A00D-C0F7442B2BC2}" srcOrd="4" destOrd="0" presId="urn:microsoft.com/office/officeart/2018/2/layout/IconVerticalSolidList"/>
    <dgm:cxn modelId="{6B8F5BD9-29FF-406D-9893-651ECF03B0AE}" type="presParOf" srcId="{357E323A-C299-4664-A00D-C0F7442B2BC2}" destId="{1919BE62-F43C-45F7-9875-D8D03C103F05}" srcOrd="0" destOrd="0" presId="urn:microsoft.com/office/officeart/2018/2/layout/IconVerticalSolidList"/>
    <dgm:cxn modelId="{B33A4529-3FBC-4D4F-8850-9C4C6AA15349}" type="presParOf" srcId="{357E323A-C299-4664-A00D-C0F7442B2BC2}" destId="{613442F6-8385-49CE-AAA5-17C817D36652}" srcOrd="1" destOrd="0" presId="urn:microsoft.com/office/officeart/2018/2/layout/IconVerticalSolidList"/>
    <dgm:cxn modelId="{72138CEC-531D-425E-BCD4-D399130B9DED}" type="presParOf" srcId="{357E323A-C299-4664-A00D-C0F7442B2BC2}" destId="{E83E64B1-4B86-47C3-8855-9117D82082E0}" srcOrd="2" destOrd="0" presId="urn:microsoft.com/office/officeart/2018/2/layout/IconVerticalSolidList"/>
    <dgm:cxn modelId="{9CD3F642-7C61-4DDB-9DD8-F592D59178FC}" type="presParOf" srcId="{357E323A-C299-4664-A00D-C0F7442B2BC2}" destId="{CA1E2104-D484-410F-9AC2-5D75CDCFBE61}" srcOrd="3" destOrd="0" presId="urn:microsoft.com/office/officeart/2018/2/layout/IconVerticalSolidList"/>
    <dgm:cxn modelId="{635A9E28-EC6C-48B3-8441-16C798B67AFC}" type="presParOf" srcId="{C89776A0-2C78-4DE9-BAC8-49C4E8DE8AC2}" destId="{533056F0-6361-4AC4-B675-AC2140A91381}" srcOrd="5" destOrd="0" presId="urn:microsoft.com/office/officeart/2018/2/layout/IconVerticalSolidList"/>
    <dgm:cxn modelId="{8321D98D-C0AF-4AC1-A0CC-17ABDCBE1147}" type="presParOf" srcId="{C89776A0-2C78-4DE9-BAC8-49C4E8DE8AC2}" destId="{854749F7-B08B-447D-B301-D8C2D0A18357}" srcOrd="6" destOrd="0" presId="urn:microsoft.com/office/officeart/2018/2/layout/IconVerticalSolidList"/>
    <dgm:cxn modelId="{621FE8B3-5E1A-437D-81DB-97487695DBAE}" type="presParOf" srcId="{854749F7-B08B-447D-B301-D8C2D0A18357}" destId="{30B1F91B-1423-4091-8648-907C23841F52}" srcOrd="0" destOrd="0" presId="urn:microsoft.com/office/officeart/2018/2/layout/IconVerticalSolidList"/>
    <dgm:cxn modelId="{57EE1D0F-C765-4055-8EFD-214C83E72F31}" type="presParOf" srcId="{854749F7-B08B-447D-B301-D8C2D0A18357}" destId="{4DFDA161-7640-4642-82D3-E9B79AB0CB2A}" srcOrd="1" destOrd="0" presId="urn:microsoft.com/office/officeart/2018/2/layout/IconVerticalSolidList"/>
    <dgm:cxn modelId="{49A530D6-A21F-4564-A0BE-A52B04471028}" type="presParOf" srcId="{854749F7-B08B-447D-B301-D8C2D0A18357}" destId="{E296F7F9-681B-4169-AB45-A7DD3D03778D}" srcOrd="2" destOrd="0" presId="urn:microsoft.com/office/officeart/2018/2/layout/IconVerticalSolidList"/>
    <dgm:cxn modelId="{5D51E474-0BAC-471A-ACE0-CBDDA065A39F}" type="presParOf" srcId="{854749F7-B08B-447D-B301-D8C2D0A18357}" destId="{2CCC2500-CEB9-43FF-9756-8BC2F8E4A9D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4E2C0BF-41DF-491F-A200-03D251A7D73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F613366-AB4C-4E29-A806-3DA36C866DD4}">
      <dgm:prSet/>
      <dgm:spPr/>
      <dgm:t>
        <a:bodyPr/>
        <a:lstStyle/>
        <a:p>
          <a:r>
            <a:rPr lang="en-US"/>
            <a:t>Test-Connection google.com -Count 4</a:t>
          </a:r>
        </a:p>
      </dgm:t>
    </dgm:pt>
    <dgm:pt modelId="{C5001DC2-5402-489E-87B1-C91407C50E5F}" type="parTrans" cxnId="{C29E24D4-DEB5-4EFC-876E-2E3F56DC728F}">
      <dgm:prSet/>
      <dgm:spPr/>
      <dgm:t>
        <a:bodyPr/>
        <a:lstStyle/>
        <a:p>
          <a:endParaRPr lang="en-US"/>
        </a:p>
      </dgm:t>
    </dgm:pt>
    <dgm:pt modelId="{76064E0C-6FA6-482A-A7C5-988B64E3EBE4}" type="sibTrans" cxnId="{C29E24D4-DEB5-4EFC-876E-2E3F56DC728F}">
      <dgm:prSet/>
      <dgm:spPr/>
      <dgm:t>
        <a:bodyPr/>
        <a:lstStyle/>
        <a:p>
          <a:endParaRPr lang="en-US"/>
        </a:p>
      </dgm:t>
    </dgm:pt>
    <dgm:pt modelId="{BCF41E64-009E-4DFF-BD5D-9A748AA0C8D1}">
      <dgm:prSet/>
      <dgm:spPr/>
      <dgm:t>
        <a:bodyPr/>
        <a:lstStyle/>
        <a:p>
          <a:r>
            <a:rPr lang="en-US"/>
            <a:t>Muestra 4 respuestas de ping con latencia.</a:t>
          </a:r>
        </a:p>
      </dgm:t>
    </dgm:pt>
    <dgm:pt modelId="{BD998BA3-BBA9-4FCE-B474-2CB39E6B176C}" type="parTrans" cxnId="{98DE2A7D-ED13-429D-AE98-25DB3E348198}">
      <dgm:prSet/>
      <dgm:spPr/>
      <dgm:t>
        <a:bodyPr/>
        <a:lstStyle/>
        <a:p>
          <a:endParaRPr lang="en-US"/>
        </a:p>
      </dgm:t>
    </dgm:pt>
    <dgm:pt modelId="{57127C60-0B5A-426E-A87C-71C16DA16927}" type="sibTrans" cxnId="{98DE2A7D-ED13-429D-AE98-25DB3E348198}">
      <dgm:prSet/>
      <dgm:spPr/>
      <dgm:t>
        <a:bodyPr/>
        <a:lstStyle/>
        <a:p>
          <a:endParaRPr lang="en-US"/>
        </a:p>
      </dgm:t>
    </dgm:pt>
    <dgm:pt modelId="{EB97C01A-BEFF-4C0B-9FD2-7DBF3A37B57D}" type="pres">
      <dgm:prSet presAssocID="{D4E2C0BF-41DF-491F-A200-03D251A7D730}" presName="root" presStyleCnt="0">
        <dgm:presLayoutVars>
          <dgm:dir/>
          <dgm:resizeHandles val="exact"/>
        </dgm:presLayoutVars>
      </dgm:prSet>
      <dgm:spPr/>
    </dgm:pt>
    <dgm:pt modelId="{CE2FC572-9F45-4F13-9CD1-780F671D01B4}" type="pres">
      <dgm:prSet presAssocID="{4F613366-AB4C-4E29-A806-3DA36C866DD4}" presName="compNode" presStyleCnt="0"/>
      <dgm:spPr/>
    </dgm:pt>
    <dgm:pt modelId="{1F799979-91C1-4F91-8167-6E8F32074175}" type="pres">
      <dgm:prSet presAssocID="{4F613366-AB4C-4E29-A806-3DA36C866DD4}" presName="bgRect" presStyleLbl="bgShp" presStyleIdx="0" presStyleCnt="2"/>
      <dgm:spPr/>
    </dgm:pt>
    <dgm:pt modelId="{01B7F537-D4E4-4640-9864-A7563CC73A0C}" type="pres">
      <dgm:prSet presAssocID="{4F613366-AB4C-4E29-A806-3DA36C866DD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alámbrico"/>
        </a:ext>
      </dgm:extLst>
    </dgm:pt>
    <dgm:pt modelId="{22E11C14-4DB2-41C2-B085-D75EDD117AA8}" type="pres">
      <dgm:prSet presAssocID="{4F613366-AB4C-4E29-A806-3DA36C866DD4}" presName="spaceRect" presStyleCnt="0"/>
      <dgm:spPr/>
    </dgm:pt>
    <dgm:pt modelId="{0F4F011D-ED67-45B6-B663-6D33F3BA1056}" type="pres">
      <dgm:prSet presAssocID="{4F613366-AB4C-4E29-A806-3DA36C866DD4}" presName="parTx" presStyleLbl="revTx" presStyleIdx="0" presStyleCnt="2">
        <dgm:presLayoutVars>
          <dgm:chMax val="0"/>
          <dgm:chPref val="0"/>
        </dgm:presLayoutVars>
      </dgm:prSet>
      <dgm:spPr/>
    </dgm:pt>
    <dgm:pt modelId="{05238FB9-4027-4ABE-A77A-F14858F1780F}" type="pres">
      <dgm:prSet presAssocID="{76064E0C-6FA6-482A-A7C5-988B64E3EBE4}" presName="sibTrans" presStyleCnt="0"/>
      <dgm:spPr/>
    </dgm:pt>
    <dgm:pt modelId="{EEF84000-FA7F-4133-B507-CAF730E98543}" type="pres">
      <dgm:prSet presAssocID="{BCF41E64-009E-4DFF-BD5D-9A748AA0C8D1}" presName="compNode" presStyleCnt="0"/>
      <dgm:spPr/>
    </dgm:pt>
    <dgm:pt modelId="{1B4662A2-2267-41B6-B578-E1C0204901CE}" type="pres">
      <dgm:prSet presAssocID="{BCF41E64-009E-4DFF-BD5D-9A748AA0C8D1}" presName="bgRect" presStyleLbl="bgShp" presStyleIdx="1" presStyleCnt="2"/>
      <dgm:spPr/>
    </dgm:pt>
    <dgm:pt modelId="{4EFEC1CC-53A1-45D4-880F-7119521ED5FD}" type="pres">
      <dgm:prSet presAssocID="{BCF41E64-009E-4DFF-BD5D-9A748AA0C8D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 tennis"/>
        </a:ext>
      </dgm:extLst>
    </dgm:pt>
    <dgm:pt modelId="{FA3EA927-C033-40ED-805F-4F5E4C6958C7}" type="pres">
      <dgm:prSet presAssocID="{BCF41E64-009E-4DFF-BD5D-9A748AA0C8D1}" presName="spaceRect" presStyleCnt="0"/>
      <dgm:spPr/>
    </dgm:pt>
    <dgm:pt modelId="{764EBEFE-CF98-4E2B-B6C1-F3C96B599938}" type="pres">
      <dgm:prSet presAssocID="{BCF41E64-009E-4DFF-BD5D-9A748AA0C8D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3E7FE0C-D086-4DA8-8F03-E6F7D9138933}" type="presOf" srcId="{4F613366-AB4C-4E29-A806-3DA36C866DD4}" destId="{0F4F011D-ED67-45B6-B663-6D33F3BA1056}" srcOrd="0" destOrd="0" presId="urn:microsoft.com/office/officeart/2018/2/layout/IconVerticalSolidList"/>
    <dgm:cxn modelId="{2BB28640-C4B9-4602-B23A-2FCDD0EB4B12}" type="presOf" srcId="{D4E2C0BF-41DF-491F-A200-03D251A7D730}" destId="{EB97C01A-BEFF-4C0B-9FD2-7DBF3A37B57D}" srcOrd="0" destOrd="0" presId="urn:microsoft.com/office/officeart/2018/2/layout/IconVerticalSolidList"/>
    <dgm:cxn modelId="{98DE2A7D-ED13-429D-AE98-25DB3E348198}" srcId="{D4E2C0BF-41DF-491F-A200-03D251A7D730}" destId="{BCF41E64-009E-4DFF-BD5D-9A748AA0C8D1}" srcOrd="1" destOrd="0" parTransId="{BD998BA3-BBA9-4FCE-B474-2CB39E6B176C}" sibTransId="{57127C60-0B5A-426E-A87C-71C16DA16927}"/>
    <dgm:cxn modelId="{E82EBCA4-D7AE-49A0-8361-70CA3EDC005E}" type="presOf" srcId="{BCF41E64-009E-4DFF-BD5D-9A748AA0C8D1}" destId="{764EBEFE-CF98-4E2B-B6C1-F3C96B599938}" srcOrd="0" destOrd="0" presId="urn:microsoft.com/office/officeart/2018/2/layout/IconVerticalSolidList"/>
    <dgm:cxn modelId="{C29E24D4-DEB5-4EFC-876E-2E3F56DC728F}" srcId="{D4E2C0BF-41DF-491F-A200-03D251A7D730}" destId="{4F613366-AB4C-4E29-A806-3DA36C866DD4}" srcOrd="0" destOrd="0" parTransId="{C5001DC2-5402-489E-87B1-C91407C50E5F}" sibTransId="{76064E0C-6FA6-482A-A7C5-988B64E3EBE4}"/>
    <dgm:cxn modelId="{FEA0D18C-63A4-4F89-92B6-6EDABC4082A4}" type="presParOf" srcId="{EB97C01A-BEFF-4C0B-9FD2-7DBF3A37B57D}" destId="{CE2FC572-9F45-4F13-9CD1-780F671D01B4}" srcOrd="0" destOrd="0" presId="urn:microsoft.com/office/officeart/2018/2/layout/IconVerticalSolidList"/>
    <dgm:cxn modelId="{7016760C-4CF3-465B-A0AF-35C368F158BF}" type="presParOf" srcId="{CE2FC572-9F45-4F13-9CD1-780F671D01B4}" destId="{1F799979-91C1-4F91-8167-6E8F32074175}" srcOrd="0" destOrd="0" presId="urn:microsoft.com/office/officeart/2018/2/layout/IconVerticalSolidList"/>
    <dgm:cxn modelId="{096B4A5F-36A3-45E7-867E-260017D15E1C}" type="presParOf" srcId="{CE2FC572-9F45-4F13-9CD1-780F671D01B4}" destId="{01B7F537-D4E4-4640-9864-A7563CC73A0C}" srcOrd="1" destOrd="0" presId="urn:microsoft.com/office/officeart/2018/2/layout/IconVerticalSolidList"/>
    <dgm:cxn modelId="{9861695D-AB5A-4D96-8406-F518AC675B92}" type="presParOf" srcId="{CE2FC572-9F45-4F13-9CD1-780F671D01B4}" destId="{22E11C14-4DB2-41C2-B085-D75EDD117AA8}" srcOrd="2" destOrd="0" presId="urn:microsoft.com/office/officeart/2018/2/layout/IconVerticalSolidList"/>
    <dgm:cxn modelId="{ACFAFCCE-49E2-4C44-A6E8-29C48C40690D}" type="presParOf" srcId="{CE2FC572-9F45-4F13-9CD1-780F671D01B4}" destId="{0F4F011D-ED67-45B6-B663-6D33F3BA1056}" srcOrd="3" destOrd="0" presId="urn:microsoft.com/office/officeart/2018/2/layout/IconVerticalSolidList"/>
    <dgm:cxn modelId="{03ED4816-86A7-46E0-89DF-131DAAE9F2C9}" type="presParOf" srcId="{EB97C01A-BEFF-4C0B-9FD2-7DBF3A37B57D}" destId="{05238FB9-4027-4ABE-A77A-F14858F1780F}" srcOrd="1" destOrd="0" presId="urn:microsoft.com/office/officeart/2018/2/layout/IconVerticalSolidList"/>
    <dgm:cxn modelId="{E2C050A9-CE2F-45A0-AD2B-79042F83753D}" type="presParOf" srcId="{EB97C01A-BEFF-4C0B-9FD2-7DBF3A37B57D}" destId="{EEF84000-FA7F-4133-B507-CAF730E98543}" srcOrd="2" destOrd="0" presId="urn:microsoft.com/office/officeart/2018/2/layout/IconVerticalSolidList"/>
    <dgm:cxn modelId="{0AB1A430-19DB-4F9D-9380-87DD96DF061F}" type="presParOf" srcId="{EEF84000-FA7F-4133-B507-CAF730E98543}" destId="{1B4662A2-2267-41B6-B578-E1C0204901CE}" srcOrd="0" destOrd="0" presId="urn:microsoft.com/office/officeart/2018/2/layout/IconVerticalSolidList"/>
    <dgm:cxn modelId="{96D19515-7D59-47B7-A185-ADEEF23BC9D8}" type="presParOf" srcId="{EEF84000-FA7F-4133-B507-CAF730E98543}" destId="{4EFEC1CC-53A1-45D4-880F-7119521ED5FD}" srcOrd="1" destOrd="0" presId="urn:microsoft.com/office/officeart/2018/2/layout/IconVerticalSolidList"/>
    <dgm:cxn modelId="{37DC983B-F901-42C6-ADEB-7FD2300842D3}" type="presParOf" srcId="{EEF84000-FA7F-4133-B507-CAF730E98543}" destId="{FA3EA927-C033-40ED-805F-4F5E4C6958C7}" srcOrd="2" destOrd="0" presId="urn:microsoft.com/office/officeart/2018/2/layout/IconVerticalSolidList"/>
    <dgm:cxn modelId="{026D4A43-DDBF-4FD5-B673-9135D8A30D66}" type="presParOf" srcId="{EEF84000-FA7F-4133-B507-CAF730E98543}" destId="{764EBEFE-CF98-4E2B-B6C1-F3C96B59993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FC18542-DB6B-499A-A8F0-4EBD4225757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2758374-466A-4A8C-AE37-A21C27042B10}">
      <dgm:prSet/>
      <dgm:spPr/>
      <dgm:t>
        <a:bodyPr/>
        <a:lstStyle/>
        <a:p>
          <a:r>
            <a:rPr lang="en-US"/>
            <a:t>Test-</a:t>
          </a:r>
          <a:r>
            <a:rPr lang="en-US" err="1"/>
            <a:t>NetConnection</a:t>
          </a:r>
          <a:r>
            <a:rPr lang="en-US"/>
            <a:t> -</a:t>
          </a:r>
          <a:r>
            <a:rPr lang="en-US" err="1"/>
            <a:t>ComputerName</a:t>
          </a:r>
          <a:r>
            <a:rPr lang="en-US"/>
            <a:t> google.com -Port 443</a:t>
          </a:r>
        </a:p>
      </dgm:t>
    </dgm:pt>
    <dgm:pt modelId="{2465C24A-5130-4089-A255-CB278FD8F861}" type="parTrans" cxnId="{7B18C923-0470-460D-84DB-37A6CA598110}">
      <dgm:prSet/>
      <dgm:spPr/>
      <dgm:t>
        <a:bodyPr/>
        <a:lstStyle/>
        <a:p>
          <a:endParaRPr lang="en-US"/>
        </a:p>
      </dgm:t>
    </dgm:pt>
    <dgm:pt modelId="{AB28F2A9-F795-45E5-89E2-14F5EFBCCDB5}" type="sibTrans" cxnId="{7B18C923-0470-460D-84DB-37A6CA598110}">
      <dgm:prSet/>
      <dgm:spPr/>
      <dgm:t>
        <a:bodyPr/>
        <a:lstStyle/>
        <a:p>
          <a:endParaRPr lang="en-US"/>
        </a:p>
      </dgm:t>
    </dgm:pt>
    <dgm:pt modelId="{694FE093-DE5C-4F17-917A-84EFDB1913CA}">
      <dgm:prSet/>
      <dgm:spPr/>
      <dgm:t>
        <a:bodyPr/>
        <a:lstStyle/>
        <a:p>
          <a:r>
            <a:rPr lang="en-US"/>
            <a:t>Comprueba si el puerto 443 (HTTPS) está abierto.</a:t>
          </a:r>
        </a:p>
      </dgm:t>
    </dgm:pt>
    <dgm:pt modelId="{CBD31550-BE35-4A11-BD70-AF5A4EF3A003}" type="parTrans" cxnId="{E6EBD951-9ED3-4D69-91BB-FA305EDDE786}">
      <dgm:prSet/>
      <dgm:spPr/>
      <dgm:t>
        <a:bodyPr/>
        <a:lstStyle/>
        <a:p>
          <a:endParaRPr lang="en-US"/>
        </a:p>
      </dgm:t>
    </dgm:pt>
    <dgm:pt modelId="{89826CBE-8DFE-4313-8C85-649430852AA1}" type="sibTrans" cxnId="{E6EBD951-9ED3-4D69-91BB-FA305EDDE786}">
      <dgm:prSet/>
      <dgm:spPr/>
      <dgm:t>
        <a:bodyPr/>
        <a:lstStyle/>
        <a:p>
          <a:endParaRPr lang="en-US"/>
        </a:p>
      </dgm:t>
    </dgm:pt>
    <dgm:pt modelId="{ADAAA811-C4B8-491E-BD47-AFFA5B92944F}" type="pres">
      <dgm:prSet presAssocID="{7FC18542-DB6B-499A-A8F0-4EBD42257578}" presName="root" presStyleCnt="0">
        <dgm:presLayoutVars>
          <dgm:dir/>
          <dgm:resizeHandles val="exact"/>
        </dgm:presLayoutVars>
      </dgm:prSet>
      <dgm:spPr/>
    </dgm:pt>
    <dgm:pt modelId="{0B41C3C5-2717-4610-8123-BE2E5D55EE5F}" type="pres">
      <dgm:prSet presAssocID="{E2758374-466A-4A8C-AE37-A21C27042B10}" presName="compNode" presStyleCnt="0"/>
      <dgm:spPr/>
    </dgm:pt>
    <dgm:pt modelId="{18FCF680-BD6A-437B-B7E4-7FAD1DE131D1}" type="pres">
      <dgm:prSet presAssocID="{E2758374-466A-4A8C-AE37-A21C27042B10}" presName="bgRect" presStyleLbl="bgShp" presStyleIdx="0" presStyleCnt="2"/>
      <dgm:spPr/>
    </dgm:pt>
    <dgm:pt modelId="{CEA1D835-0E4F-45D2-B099-2EA6E23E859B}" type="pres">
      <dgm:prSet presAssocID="{E2758374-466A-4A8C-AE37-A21C27042B1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shi"/>
        </a:ext>
      </dgm:extLst>
    </dgm:pt>
    <dgm:pt modelId="{D8A9DB7C-84AD-4794-A834-2B68ACCBBDF9}" type="pres">
      <dgm:prSet presAssocID="{E2758374-466A-4A8C-AE37-A21C27042B10}" presName="spaceRect" presStyleCnt="0"/>
      <dgm:spPr/>
    </dgm:pt>
    <dgm:pt modelId="{F867BE78-B6E4-4865-A1E2-DC9FA66E18A5}" type="pres">
      <dgm:prSet presAssocID="{E2758374-466A-4A8C-AE37-A21C27042B10}" presName="parTx" presStyleLbl="revTx" presStyleIdx="0" presStyleCnt="2">
        <dgm:presLayoutVars>
          <dgm:chMax val="0"/>
          <dgm:chPref val="0"/>
        </dgm:presLayoutVars>
      </dgm:prSet>
      <dgm:spPr/>
    </dgm:pt>
    <dgm:pt modelId="{C6D8EE5F-0E41-4546-94F1-00B0FD3DA865}" type="pres">
      <dgm:prSet presAssocID="{AB28F2A9-F795-45E5-89E2-14F5EFBCCDB5}" presName="sibTrans" presStyleCnt="0"/>
      <dgm:spPr/>
    </dgm:pt>
    <dgm:pt modelId="{BFCCF557-A03A-42A1-9B36-B6C8D93CC9AC}" type="pres">
      <dgm:prSet presAssocID="{694FE093-DE5C-4F17-917A-84EFDB1913CA}" presName="compNode" presStyleCnt="0"/>
      <dgm:spPr/>
    </dgm:pt>
    <dgm:pt modelId="{58A5D425-A2D1-47D3-80D9-4531A98AC27E}" type="pres">
      <dgm:prSet presAssocID="{694FE093-DE5C-4F17-917A-84EFDB1913CA}" presName="bgRect" presStyleLbl="bgShp" presStyleIdx="1" presStyleCnt="2"/>
      <dgm:spPr/>
    </dgm:pt>
    <dgm:pt modelId="{202331C9-7B2E-46B9-AE5C-04D4A8A3764D}" type="pres">
      <dgm:prSet presAssocID="{694FE093-DE5C-4F17-917A-84EFDB1913C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g boat"/>
        </a:ext>
      </dgm:extLst>
    </dgm:pt>
    <dgm:pt modelId="{B72D8FCF-1EC5-4357-A894-50CE6FFCD259}" type="pres">
      <dgm:prSet presAssocID="{694FE093-DE5C-4F17-917A-84EFDB1913CA}" presName="spaceRect" presStyleCnt="0"/>
      <dgm:spPr/>
    </dgm:pt>
    <dgm:pt modelId="{2F9A4E7E-BE4F-48B0-8CDB-469409397A7D}" type="pres">
      <dgm:prSet presAssocID="{694FE093-DE5C-4F17-917A-84EFDB1913C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7B18C923-0470-460D-84DB-37A6CA598110}" srcId="{7FC18542-DB6B-499A-A8F0-4EBD42257578}" destId="{E2758374-466A-4A8C-AE37-A21C27042B10}" srcOrd="0" destOrd="0" parTransId="{2465C24A-5130-4089-A255-CB278FD8F861}" sibTransId="{AB28F2A9-F795-45E5-89E2-14F5EFBCCDB5}"/>
    <dgm:cxn modelId="{E15FB23D-1B8E-4A66-BD78-021CE3069093}" type="presOf" srcId="{E2758374-466A-4A8C-AE37-A21C27042B10}" destId="{F867BE78-B6E4-4865-A1E2-DC9FA66E18A5}" srcOrd="0" destOrd="0" presId="urn:microsoft.com/office/officeart/2018/2/layout/IconVerticalSolidList"/>
    <dgm:cxn modelId="{F1EECA48-D87A-4298-BF37-006398761BB6}" type="presOf" srcId="{7FC18542-DB6B-499A-A8F0-4EBD42257578}" destId="{ADAAA811-C4B8-491E-BD47-AFFA5B92944F}" srcOrd="0" destOrd="0" presId="urn:microsoft.com/office/officeart/2018/2/layout/IconVerticalSolidList"/>
    <dgm:cxn modelId="{E6EBD951-9ED3-4D69-91BB-FA305EDDE786}" srcId="{7FC18542-DB6B-499A-A8F0-4EBD42257578}" destId="{694FE093-DE5C-4F17-917A-84EFDB1913CA}" srcOrd="1" destOrd="0" parTransId="{CBD31550-BE35-4A11-BD70-AF5A4EF3A003}" sibTransId="{89826CBE-8DFE-4313-8C85-649430852AA1}"/>
    <dgm:cxn modelId="{90EDBFD3-21ED-47A4-AE87-EFBF61FC07F0}" type="presOf" srcId="{694FE093-DE5C-4F17-917A-84EFDB1913CA}" destId="{2F9A4E7E-BE4F-48B0-8CDB-469409397A7D}" srcOrd="0" destOrd="0" presId="urn:microsoft.com/office/officeart/2018/2/layout/IconVerticalSolidList"/>
    <dgm:cxn modelId="{1BF986CA-8A57-44D2-8B18-1DABCE65F3C8}" type="presParOf" srcId="{ADAAA811-C4B8-491E-BD47-AFFA5B92944F}" destId="{0B41C3C5-2717-4610-8123-BE2E5D55EE5F}" srcOrd="0" destOrd="0" presId="urn:microsoft.com/office/officeart/2018/2/layout/IconVerticalSolidList"/>
    <dgm:cxn modelId="{13B8A754-D795-4BF4-9B61-DE83E8AB6E17}" type="presParOf" srcId="{0B41C3C5-2717-4610-8123-BE2E5D55EE5F}" destId="{18FCF680-BD6A-437B-B7E4-7FAD1DE131D1}" srcOrd="0" destOrd="0" presId="urn:microsoft.com/office/officeart/2018/2/layout/IconVerticalSolidList"/>
    <dgm:cxn modelId="{DE977427-B7A3-4D76-91AB-2A340831137A}" type="presParOf" srcId="{0B41C3C5-2717-4610-8123-BE2E5D55EE5F}" destId="{CEA1D835-0E4F-45D2-B099-2EA6E23E859B}" srcOrd="1" destOrd="0" presId="urn:microsoft.com/office/officeart/2018/2/layout/IconVerticalSolidList"/>
    <dgm:cxn modelId="{9C458842-AFBD-480A-B326-FEE153015B05}" type="presParOf" srcId="{0B41C3C5-2717-4610-8123-BE2E5D55EE5F}" destId="{D8A9DB7C-84AD-4794-A834-2B68ACCBBDF9}" srcOrd="2" destOrd="0" presId="urn:microsoft.com/office/officeart/2018/2/layout/IconVerticalSolidList"/>
    <dgm:cxn modelId="{1235DCB0-3C49-4691-B5BB-E2D58A1E98A5}" type="presParOf" srcId="{0B41C3C5-2717-4610-8123-BE2E5D55EE5F}" destId="{F867BE78-B6E4-4865-A1E2-DC9FA66E18A5}" srcOrd="3" destOrd="0" presId="urn:microsoft.com/office/officeart/2018/2/layout/IconVerticalSolidList"/>
    <dgm:cxn modelId="{93754478-6509-4BAF-973F-9BB4A353582F}" type="presParOf" srcId="{ADAAA811-C4B8-491E-BD47-AFFA5B92944F}" destId="{C6D8EE5F-0E41-4546-94F1-00B0FD3DA865}" srcOrd="1" destOrd="0" presId="urn:microsoft.com/office/officeart/2018/2/layout/IconVerticalSolidList"/>
    <dgm:cxn modelId="{80143FF0-1063-47D0-B7FA-B3113966BBC1}" type="presParOf" srcId="{ADAAA811-C4B8-491E-BD47-AFFA5B92944F}" destId="{BFCCF557-A03A-42A1-9B36-B6C8D93CC9AC}" srcOrd="2" destOrd="0" presId="urn:microsoft.com/office/officeart/2018/2/layout/IconVerticalSolidList"/>
    <dgm:cxn modelId="{6C34AAD5-F9C5-4D01-81FA-8C464FBBABB3}" type="presParOf" srcId="{BFCCF557-A03A-42A1-9B36-B6C8D93CC9AC}" destId="{58A5D425-A2D1-47D3-80D9-4531A98AC27E}" srcOrd="0" destOrd="0" presId="urn:microsoft.com/office/officeart/2018/2/layout/IconVerticalSolidList"/>
    <dgm:cxn modelId="{4E11219E-76AE-4D0E-A0ED-A8C7F2FD47A3}" type="presParOf" srcId="{BFCCF557-A03A-42A1-9B36-B6C8D93CC9AC}" destId="{202331C9-7B2E-46B9-AE5C-04D4A8A3764D}" srcOrd="1" destOrd="0" presId="urn:microsoft.com/office/officeart/2018/2/layout/IconVerticalSolidList"/>
    <dgm:cxn modelId="{C1328FBC-BBE1-47D4-9410-799F7ADF1AAC}" type="presParOf" srcId="{BFCCF557-A03A-42A1-9B36-B6C8D93CC9AC}" destId="{B72D8FCF-1EC5-4357-A894-50CE6FFCD259}" srcOrd="2" destOrd="0" presId="urn:microsoft.com/office/officeart/2018/2/layout/IconVerticalSolidList"/>
    <dgm:cxn modelId="{A93C62D3-D653-4F2E-A376-9FE6AA298D3E}" type="presParOf" srcId="{BFCCF557-A03A-42A1-9B36-B6C8D93CC9AC}" destId="{2F9A4E7E-BE4F-48B0-8CDB-469409397A7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D1CC7F0-E35D-4C05-8CDB-6DE13E701B8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93D1AE4-03D5-4FE5-9209-57431EE1A130}">
      <dgm:prSet/>
      <dgm:spPr/>
      <dgm:t>
        <a:bodyPr/>
        <a:lstStyle/>
        <a:p>
          <a:r>
            <a:rPr lang="en-US"/>
            <a:t>• Get-EventLog → Consultar registros clásicos (Application, System, Security)</a:t>
          </a:r>
        </a:p>
      </dgm:t>
    </dgm:pt>
    <dgm:pt modelId="{09A134A0-00F8-49E9-A21E-7FCAEF477F6E}" type="parTrans" cxnId="{42E7441A-1563-4063-ABAE-AC6B3C23BC79}">
      <dgm:prSet/>
      <dgm:spPr/>
      <dgm:t>
        <a:bodyPr/>
        <a:lstStyle/>
        <a:p>
          <a:endParaRPr lang="en-US"/>
        </a:p>
      </dgm:t>
    </dgm:pt>
    <dgm:pt modelId="{71EAD920-646E-4DED-9F2F-718E5D29DF18}" type="sibTrans" cxnId="{42E7441A-1563-4063-ABAE-AC6B3C23BC79}">
      <dgm:prSet/>
      <dgm:spPr/>
      <dgm:t>
        <a:bodyPr/>
        <a:lstStyle/>
        <a:p>
          <a:endParaRPr lang="en-US"/>
        </a:p>
      </dgm:t>
    </dgm:pt>
    <dgm:pt modelId="{116455D9-BDF8-4AFE-BD51-326E6F0F7E9A}">
      <dgm:prSet/>
      <dgm:spPr/>
      <dgm:t>
        <a:bodyPr/>
        <a:lstStyle/>
        <a:p>
          <a:r>
            <a:rPr lang="en-US"/>
            <a:t>• Get-WinEvent → Consultar registros modernos y con más filtros</a:t>
          </a:r>
        </a:p>
      </dgm:t>
    </dgm:pt>
    <dgm:pt modelId="{AA6A1FA3-7F7E-414A-A4E5-CF41C55D27F3}" type="parTrans" cxnId="{31934302-B924-4E34-AED0-32A688ECF461}">
      <dgm:prSet/>
      <dgm:spPr/>
      <dgm:t>
        <a:bodyPr/>
        <a:lstStyle/>
        <a:p>
          <a:endParaRPr lang="en-US"/>
        </a:p>
      </dgm:t>
    </dgm:pt>
    <dgm:pt modelId="{DE512465-FCE4-4A9E-B6FE-8FA0FBFA8B58}" type="sibTrans" cxnId="{31934302-B924-4E34-AED0-32A688ECF461}">
      <dgm:prSet/>
      <dgm:spPr/>
      <dgm:t>
        <a:bodyPr/>
        <a:lstStyle/>
        <a:p>
          <a:endParaRPr lang="en-US"/>
        </a:p>
      </dgm:t>
    </dgm:pt>
    <dgm:pt modelId="{E3AC832D-23AB-4834-8067-20298EB50407}" type="pres">
      <dgm:prSet presAssocID="{ED1CC7F0-E35D-4C05-8CDB-6DE13E701B8C}" presName="linear" presStyleCnt="0">
        <dgm:presLayoutVars>
          <dgm:animLvl val="lvl"/>
          <dgm:resizeHandles val="exact"/>
        </dgm:presLayoutVars>
      </dgm:prSet>
      <dgm:spPr/>
    </dgm:pt>
    <dgm:pt modelId="{5D2FDF4B-3F3D-42DD-A8F0-8C807C836BD1}" type="pres">
      <dgm:prSet presAssocID="{493D1AE4-03D5-4FE5-9209-57431EE1A13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0C14306-7F6B-46B4-960C-320C428738B0}" type="pres">
      <dgm:prSet presAssocID="{71EAD920-646E-4DED-9F2F-718E5D29DF18}" presName="spacer" presStyleCnt="0"/>
      <dgm:spPr/>
    </dgm:pt>
    <dgm:pt modelId="{BDF277D0-9C65-47FD-84F5-35B9D5612A2B}" type="pres">
      <dgm:prSet presAssocID="{116455D9-BDF8-4AFE-BD51-326E6F0F7E9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1934302-B924-4E34-AED0-32A688ECF461}" srcId="{ED1CC7F0-E35D-4C05-8CDB-6DE13E701B8C}" destId="{116455D9-BDF8-4AFE-BD51-326E6F0F7E9A}" srcOrd="1" destOrd="0" parTransId="{AA6A1FA3-7F7E-414A-A4E5-CF41C55D27F3}" sibTransId="{DE512465-FCE4-4A9E-B6FE-8FA0FBFA8B58}"/>
    <dgm:cxn modelId="{42E7441A-1563-4063-ABAE-AC6B3C23BC79}" srcId="{ED1CC7F0-E35D-4C05-8CDB-6DE13E701B8C}" destId="{493D1AE4-03D5-4FE5-9209-57431EE1A130}" srcOrd="0" destOrd="0" parTransId="{09A134A0-00F8-49E9-A21E-7FCAEF477F6E}" sibTransId="{71EAD920-646E-4DED-9F2F-718E5D29DF18}"/>
    <dgm:cxn modelId="{5FCBFE61-4740-46C4-BB39-E5D01F901E83}" type="presOf" srcId="{ED1CC7F0-E35D-4C05-8CDB-6DE13E701B8C}" destId="{E3AC832D-23AB-4834-8067-20298EB50407}" srcOrd="0" destOrd="0" presId="urn:microsoft.com/office/officeart/2005/8/layout/vList2"/>
    <dgm:cxn modelId="{1734F455-D017-4F73-B691-161E8C11A296}" type="presOf" srcId="{116455D9-BDF8-4AFE-BD51-326E6F0F7E9A}" destId="{BDF277D0-9C65-47FD-84F5-35B9D5612A2B}" srcOrd="0" destOrd="0" presId="urn:microsoft.com/office/officeart/2005/8/layout/vList2"/>
    <dgm:cxn modelId="{C44731F7-000C-4630-A124-A55A9CF0CAAA}" type="presOf" srcId="{493D1AE4-03D5-4FE5-9209-57431EE1A130}" destId="{5D2FDF4B-3F3D-42DD-A8F0-8C807C836BD1}" srcOrd="0" destOrd="0" presId="urn:microsoft.com/office/officeart/2005/8/layout/vList2"/>
    <dgm:cxn modelId="{67A48FA6-6A5C-431B-9F3B-1BB47CD36424}" type="presParOf" srcId="{E3AC832D-23AB-4834-8067-20298EB50407}" destId="{5D2FDF4B-3F3D-42DD-A8F0-8C807C836BD1}" srcOrd="0" destOrd="0" presId="urn:microsoft.com/office/officeart/2005/8/layout/vList2"/>
    <dgm:cxn modelId="{F995F5A0-ECBA-491A-976F-B5556FC730A7}" type="presParOf" srcId="{E3AC832D-23AB-4834-8067-20298EB50407}" destId="{00C14306-7F6B-46B4-960C-320C428738B0}" srcOrd="1" destOrd="0" presId="urn:microsoft.com/office/officeart/2005/8/layout/vList2"/>
    <dgm:cxn modelId="{1AC97386-4D17-44D8-86E0-2DD345B92BBA}" type="presParOf" srcId="{E3AC832D-23AB-4834-8067-20298EB50407}" destId="{BDF277D0-9C65-47FD-84F5-35B9D5612A2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A7BCCAA-EE6D-457A-AAE6-02ADB243970F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F5F40E2-5D86-41DC-AC41-4D1B46C4C230}">
      <dgm:prSet custT="1"/>
      <dgm:spPr/>
      <dgm:t>
        <a:bodyPr/>
        <a:lstStyle/>
        <a:p>
          <a:r>
            <a:rPr lang="en-US" sz="2400" b="1" err="1"/>
            <a:t>Creamos</a:t>
          </a:r>
          <a:r>
            <a:rPr lang="en-US" sz="2400" b="1"/>
            <a:t> la variable</a:t>
          </a:r>
          <a:r>
            <a:rPr lang="en-US" sz="1800"/>
            <a:t>:</a:t>
          </a:r>
        </a:p>
      </dgm:t>
    </dgm:pt>
    <dgm:pt modelId="{45EDD4A4-D955-4F76-B492-1331E16D5728}" type="parTrans" cxnId="{2422E379-24C5-4409-83DE-499A14808CC8}">
      <dgm:prSet/>
      <dgm:spPr/>
      <dgm:t>
        <a:bodyPr/>
        <a:lstStyle/>
        <a:p>
          <a:endParaRPr lang="en-US"/>
        </a:p>
      </dgm:t>
    </dgm:pt>
    <dgm:pt modelId="{F6FB0B6E-344B-4513-B94B-6981141C3C95}" type="sibTrans" cxnId="{2422E379-24C5-4409-83DE-499A14808CC8}">
      <dgm:prSet/>
      <dgm:spPr/>
      <dgm:t>
        <a:bodyPr/>
        <a:lstStyle/>
        <a:p>
          <a:endParaRPr lang="en-US"/>
        </a:p>
      </dgm:t>
    </dgm:pt>
    <dgm:pt modelId="{92219B24-E0A2-4F58-8CC6-2E6F8273C000}">
      <dgm:prSet/>
      <dgm:spPr/>
      <dgm:t>
        <a:bodyPr/>
        <a:lstStyle/>
        <a:p>
          <a:r>
            <a:rPr lang="en-US"/>
            <a:t>$trigger = New-</a:t>
          </a:r>
          <a:r>
            <a:rPr lang="en-US" err="1"/>
            <a:t>ScheduledTaskTrigger</a:t>
          </a:r>
          <a:r>
            <a:rPr lang="en-US"/>
            <a:t> -Daily -At 09:00</a:t>
          </a:r>
        </a:p>
      </dgm:t>
    </dgm:pt>
    <dgm:pt modelId="{4638D3AD-81F1-4551-907D-3128732433B5}" type="parTrans" cxnId="{560D3D1C-B436-4AC3-BDD7-021C67E31FFE}">
      <dgm:prSet/>
      <dgm:spPr/>
      <dgm:t>
        <a:bodyPr/>
        <a:lstStyle/>
        <a:p>
          <a:endParaRPr lang="en-US"/>
        </a:p>
      </dgm:t>
    </dgm:pt>
    <dgm:pt modelId="{94734DB6-BE59-4719-A8D8-3744DD314617}" type="sibTrans" cxnId="{560D3D1C-B436-4AC3-BDD7-021C67E31FFE}">
      <dgm:prSet/>
      <dgm:spPr/>
      <dgm:t>
        <a:bodyPr/>
        <a:lstStyle/>
        <a:p>
          <a:endParaRPr lang="en-US"/>
        </a:p>
      </dgm:t>
    </dgm:pt>
    <dgm:pt modelId="{6F0EF531-A117-475B-981F-19A598B63AB6}">
      <dgm:prSet/>
      <dgm:spPr/>
      <dgm:t>
        <a:bodyPr/>
        <a:lstStyle/>
        <a:p>
          <a:r>
            <a:rPr lang="en-US"/>
            <a:t>Register-</a:t>
          </a:r>
          <a:r>
            <a:rPr lang="en-US" err="1"/>
            <a:t>ScheduledTask</a:t>
          </a:r>
          <a:r>
            <a:rPr lang="en-US"/>
            <a:t> -Action $action -Trigger $trigger -</a:t>
          </a:r>
          <a:r>
            <a:rPr lang="en-US" err="1"/>
            <a:t>TaskName</a:t>
          </a:r>
          <a:r>
            <a:rPr lang="en-US"/>
            <a:t> '</a:t>
          </a:r>
          <a:r>
            <a:rPr lang="en-US" err="1"/>
            <a:t>InformeDiario</a:t>
          </a:r>
          <a:r>
            <a:rPr lang="en-US"/>
            <a:t>'</a:t>
          </a:r>
        </a:p>
      </dgm:t>
    </dgm:pt>
    <dgm:pt modelId="{5F22B686-0FD1-479B-9E6C-A944052982C2}" type="parTrans" cxnId="{B10D7F63-7EC1-4D2C-8638-8330A7D4752E}">
      <dgm:prSet/>
      <dgm:spPr/>
      <dgm:t>
        <a:bodyPr/>
        <a:lstStyle/>
        <a:p>
          <a:endParaRPr lang="en-US"/>
        </a:p>
      </dgm:t>
    </dgm:pt>
    <dgm:pt modelId="{D6962BB1-97FA-40F6-A29B-1025E0D795C4}" type="sibTrans" cxnId="{B10D7F63-7EC1-4D2C-8638-8330A7D4752E}">
      <dgm:prSet/>
      <dgm:spPr/>
      <dgm:t>
        <a:bodyPr/>
        <a:lstStyle/>
        <a:p>
          <a:endParaRPr lang="en-US"/>
        </a:p>
      </dgm:t>
    </dgm:pt>
    <dgm:pt modelId="{3DA62E5A-F12D-4CD0-B183-8B68A53525F3}">
      <dgm:prSet/>
      <dgm:spPr/>
      <dgm:t>
        <a:bodyPr/>
        <a:lstStyle/>
        <a:p>
          <a:r>
            <a:rPr lang="en-US"/>
            <a:t>$action = New-</a:t>
          </a:r>
          <a:r>
            <a:rPr lang="en-US" err="1"/>
            <a:t>ScheduledTaskAction</a:t>
          </a:r>
          <a:r>
            <a:rPr lang="en-US"/>
            <a:t> -Execute 'PowerShell.exe' -Argument '-File C:\Scripts\informe.ps1'</a:t>
          </a:r>
        </a:p>
      </dgm:t>
    </dgm:pt>
    <dgm:pt modelId="{4BA6F303-B356-42F3-BF0E-4689E99C59D6}" type="parTrans" cxnId="{EDD8D964-9091-4E01-A0AA-1337F30B1F7F}">
      <dgm:prSet/>
      <dgm:spPr/>
      <dgm:t>
        <a:bodyPr/>
        <a:lstStyle/>
        <a:p>
          <a:endParaRPr lang="es-ES"/>
        </a:p>
      </dgm:t>
    </dgm:pt>
    <dgm:pt modelId="{D47E527D-26A1-4BCC-8E91-E4E0DAEAFEE0}" type="sibTrans" cxnId="{EDD8D964-9091-4E01-A0AA-1337F30B1F7F}">
      <dgm:prSet/>
      <dgm:spPr/>
      <dgm:t>
        <a:bodyPr/>
        <a:lstStyle/>
        <a:p>
          <a:endParaRPr lang="es-ES"/>
        </a:p>
      </dgm:t>
    </dgm:pt>
    <dgm:pt modelId="{5499296A-4B13-4A9A-9DB4-A5C00A1998F7}">
      <dgm:prSet custT="1"/>
      <dgm:spPr/>
      <dgm:t>
        <a:bodyPr/>
        <a:lstStyle/>
        <a:p>
          <a:r>
            <a:rPr lang="en-US" sz="2400" b="1" err="1"/>
            <a:t>Creamos</a:t>
          </a:r>
          <a:r>
            <a:rPr lang="en-US" sz="2400" b="1"/>
            <a:t> </a:t>
          </a:r>
          <a:r>
            <a:rPr lang="en-US" sz="2400" b="1" err="1"/>
            <a:t>el</a:t>
          </a:r>
          <a:r>
            <a:rPr lang="en-US" sz="2400" b="1"/>
            <a:t> </a:t>
          </a:r>
          <a:r>
            <a:rPr lang="en-US" sz="2400" b="1" err="1"/>
            <a:t>disparador</a:t>
          </a:r>
          <a:endParaRPr lang="en-US" sz="2400" b="1"/>
        </a:p>
      </dgm:t>
    </dgm:pt>
    <dgm:pt modelId="{4D7A6B21-FA89-4DA3-AE71-9A79AF8EC29A}" type="parTrans" cxnId="{1D13E910-B6FC-451A-B9D1-9929DDABB676}">
      <dgm:prSet/>
      <dgm:spPr/>
      <dgm:t>
        <a:bodyPr/>
        <a:lstStyle/>
        <a:p>
          <a:endParaRPr lang="es-ES"/>
        </a:p>
      </dgm:t>
    </dgm:pt>
    <dgm:pt modelId="{DB042A1D-4F4A-47F8-A6E6-09B1723BEB0B}" type="sibTrans" cxnId="{1D13E910-B6FC-451A-B9D1-9929DDABB676}">
      <dgm:prSet/>
      <dgm:spPr/>
      <dgm:t>
        <a:bodyPr/>
        <a:lstStyle/>
        <a:p>
          <a:endParaRPr lang="es-ES"/>
        </a:p>
      </dgm:t>
    </dgm:pt>
    <dgm:pt modelId="{125E4F1D-1CFD-4DDF-849F-740FB3B81389}">
      <dgm:prSet custT="1"/>
      <dgm:spPr/>
      <dgm:t>
        <a:bodyPr/>
        <a:lstStyle/>
        <a:p>
          <a:r>
            <a:rPr lang="en-US" sz="2400" b="1" err="1"/>
            <a:t>Registramos</a:t>
          </a:r>
          <a:r>
            <a:rPr lang="en-US" sz="2400" b="1"/>
            <a:t> la </a:t>
          </a:r>
          <a:r>
            <a:rPr lang="en-US" sz="2400" b="1" err="1"/>
            <a:t>tarea</a:t>
          </a:r>
          <a:endParaRPr lang="en-US" sz="2400" b="1"/>
        </a:p>
      </dgm:t>
    </dgm:pt>
    <dgm:pt modelId="{9E809662-AED0-476E-B602-23731FCDF43C}" type="parTrans" cxnId="{5D025567-7E10-4D69-8EF9-534EF0EEA547}">
      <dgm:prSet/>
      <dgm:spPr/>
      <dgm:t>
        <a:bodyPr/>
        <a:lstStyle/>
        <a:p>
          <a:endParaRPr lang="es-ES"/>
        </a:p>
      </dgm:t>
    </dgm:pt>
    <dgm:pt modelId="{D45CEC9F-AC91-4440-A238-DBBCEC1F7324}" type="sibTrans" cxnId="{5D025567-7E10-4D69-8EF9-534EF0EEA547}">
      <dgm:prSet/>
      <dgm:spPr/>
      <dgm:t>
        <a:bodyPr/>
        <a:lstStyle/>
        <a:p>
          <a:endParaRPr lang="es-ES"/>
        </a:p>
      </dgm:t>
    </dgm:pt>
    <dgm:pt modelId="{77F3284D-47C0-4593-B1FB-2FEC415DA4D2}" type="pres">
      <dgm:prSet presAssocID="{2A7BCCAA-EE6D-457A-AAE6-02ADB243970F}" presName="vert0" presStyleCnt="0">
        <dgm:presLayoutVars>
          <dgm:dir/>
          <dgm:animOne val="branch"/>
          <dgm:animLvl val="lvl"/>
        </dgm:presLayoutVars>
      </dgm:prSet>
      <dgm:spPr/>
    </dgm:pt>
    <dgm:pt modelId="{1AF9BE64-9BD7-4AF5-90EB-F3CA73D2C795}" type="pres">
      <dgm:prSet presAssocID="{5F5F40E2-5D86-41DC-AC41-4D1B46C4C230}" presName="thickLine" presStyleLbl="alignNode1" presStyleIdx="0" presStyleCnt="6"/>
      <dgm:spPr/>
    </dgm:pt>
    <dgm:pt modelId="{E3A91463-4ECD-4C31-80F2-D5CAF15B640F}" type="pres">
      <dgm:prSet presAssocID="{5F5F40E2-5D86-41DC-AC41-4D1B46C4C230}" presName="horz1" presStyleCnt="0"/>
      <dgm:spPr/>
    </dgm:pt>
    <dgm:pt modelId="{69178970-8DC9-4B4B-B990-30BF56BF44DA}" type="pres">
      <dgm:prSet presAssocID="{5F5F40E2-5D86-41DC-AC41-4D1B46C4C230}" presName="tx1" presStyleLbl="revTx" presStyleIdx="0" presStyleCnt="6"/>
      <dgm:spPr/>
    </dgm:pt>
    <dgm:pt modelId="{280584BF-044E-4E0F-B934-645799DAA83E}" type="pres">
      <dgm:prSet presAssocID="{5F5F40E2-5D86-41DC-AC41-4D1B46C4C230}" presName="vert1" presStyleCnt="0"/>
      <dgm:spPr/>
    </dgm:pt>
    <dgm:pt modelId="{81F72D75-90B0-446C-8263-46B1A32359B8}" type="pres">
      <dgm:prSet presAssocID="{3DA62E5A-F12D-4CD0-B183-8B68A53525F3}" presName="thickLine" presStyleLbl="alignNode1" presStyleIdx="1" presStyleCnt="6"/>
      <dgm:spPr/>
    </dgm:pt>
    <dgm:pt modelId="{FD794B13-039A-476A-8761-B5D85FEC2FE1}" type="pres">
      <dgm:prSet presAssocID="{3DA62E5A-F12D-4CD0-B183-8B68A53525F3}" presName="horz1" presStyleCnt="0"/>
      <dgm:spPr/>
    </dgm:pt>
    <dgm:pt modelId="{4908A9EF-F5C5-4E23-82A3-57E18B2081B6}" type="pres">
      <dgm:prSet presAssocID="{3DA62E5A-F12D-4CD0-B183-8B68A53525F3}" presName="tx1" presStyleLbl="revTx" presStyleIdx="1" presStyleCnt="6"/>
      <dgm:spPr/>
    </dgm:pt>
    <dgm:pt modelId="{45C4850C-47F0-4795-B169-0CB6BD92CC76}" type="pres">
      <dgm:prSet presAssocID="{3DA62E5A-F12D-4CD0-B183-8B68A53525F3}" presName="vert1" presStyleCnt="0"/>
      <dgm:spPr/>
    </dgm:pt>
    <dgm:pt modelId="{53190087-2BC5-4B6A-81D2-2AC044014666}" type="pres">
      <dgm:prSet presAssocID="{5499296A-4B13-4A9A-9DB4-A5C00A1998F7}" presName="thickLine" presStyleLbl="alignNode1" presStyleIdx="2" presStyleCnt="6"/>
      <dgm:spPr/>
    </dgm:pt>
    <dgm:pt modelId="{8320CA0D-567A-4C00-8859-A06D0FC56724}" type="pres">
      <dgm:prSet presAssocID="{5499296A-4B13-4A9A-9DB4-A5C00A1998F7}" presName="horz1" presStyleCnt="0"/>
      <dgm:spPr/>
    </dgm:pt>
    <dgm:pt modelId="{0CD591D8-73D9-443C-938C-B4016956DCDB}" type="pres">
      <dgm:prSet presAssocID="{5499296A-4B13-4A9A-9DB4-A5C00A1998F7}" presName="tx1" presStyleLbl="revTx" presStyleIdx="2" presStyleCnt="6"/>
      <dgm:spPr/>
    </dgm:pt>
    <dgm:pt modelId="{2850E8C7-0BB6-4BA1-94BD-7B3402FBDE47}" type="pres">
      <dgm:prSet presAssocID="{5499296A-4B13-4A9A-9DB4-A5C00A1998F7}" presName="vert1" presStyleCnt="0"/>
      <dgm:spPr/>
    </dgm:pt>
    <dgm:pt modelId="{73ABAEB8-2C9B-4688-84D8-761A23A28C53}" type="pres">
      <dgm:prSet presAssocID="{92219B24-E0A2-4F58-8CC6-2E6F8273C000}" presName="thickLine" presStyleLbl="alignNode1" presStyleIdx="3" presStyleCnt="6"/>
      <dgm:spPr/>
    </dgm:pt>
    <dgm:pt modelId="{971D072C-8E35-46D4-ACBA-6302C668FF5B}" type="pres">
      <dgm:prSet presAssocID="{92219B24-E0A2-4F58-8CC6-2E6F8273C000}" presName="horz1" presStyleCnt="0"/>
      <dgm:spPr/>
    </dgm:pt>
    <dgm:pt modelId="{83B2B3D5-9EC7-4487-850D-C64A1EA494AA}" type="pres">
      <dgm:prSet presAssocID="{92219B24-E0A2-4F58-8CC6-2E6F8273C000}" presName="tx1" presStyleLbl="revTx" presStyleIdx="3" presStyleCnt="6"/>
      <dgm:spPr/>
    </dgm:pt>
    <dgm:pt modelId="{30204C39-7EB4-4B71-BC45-261830695B88}" type="pres">
      <dgm:prSet presAssocID="{92219B24-E0A2-4F58-8CC6-2E6F8273C000}" presName="vert1" presStyleCnt="0"/>
      <dgm:spPr/>
    </dgm:pt>
    <dgm:pt modelId="{A4C7EB5C-0B2B-4F49-B80B-754C6C4F0087}" type="pres">
      <dgm:prSet presAssocID="{125E4F1D-1CFD-4DDF-849F-740FB3B81389}" presName="thickLine" presStyleLbl="alignNode1" presStyleIdx="4" presStyleCnt="6"/>
      <dgm:spPr/>
    </dgm:pt>
    <dgm:pt modelId="{3A4227D1-5D8A-4B68-B7DB-C1F90D6F05F8}" type="pres">
      <dgm:prSet presAssocID="{125E4F1D-1CFD-4DDF-849F-740FB3B81389}" presName="horz1" presStyleCnt="0"/>
      <dgm:spPr/>
    </dgm:pt>
    <dgm:pt modelId="{D18A52A2-6A59-41EB-8B06-32CDD7B17AEE}" type="pres">
      <dgm:prSet presAssocID="{125E4F1D-1CFD-4DDF-849F-740FB3B81389}" presName="tx1" presStyleLbl="revTx" presStyleIdx="4" presStyleCnt="6"/>
      <dgm:spPr/>
    </dgm:pt>
    <dgm:pt modelId="{39ED7983-91D2-471A-9ED4-D4EA25834A63}" type="pres">
      <dgm:prSet presAssocID="{125E4F1D-1CFD-4DDF-849F-740FB3B81389}" presName="vert1" presStyleCnt="0"/>
      <dgm:spPr/>
    </dgm:pt>
    <dgm:pt modelId="{955FA071-72BA-4B30-8AF3-6355D91378E6}" type="pres">
      <dgm:prSet presAssocID="{6F0EF531-A117-475B-981F-19A598B63AB6}" presName="thickLine" presStyleLbl="alignNode1" presStyleIdx="5" presStyleCnt="6"/>
      <dgm:spPr/>
    </dgm:pt>
    <dgm:pt modelId="{7772C541-12BA-43E4-9771-25FF2A75FFFF}" type="pres">
      <dgm:prSet presAssocID="{6F0EF531-A117-475B-981F-19A598B63AB6}" presName="horz1" presStyleCnt="0"/>
      <dgm:spPr/>
    </dgm:pt>
    <dgm:pt modelId="{E9D249D3-8576-4ED0-A126-7BEC68463996}" type="pres">
      <dgm:prSet presAssocID="{6F0EF531-A117-475B-981F-19A598B63AB6}" presName="tx1" presStyleLbl="revTx" presStyleIdx="5" presStyleCnt="6"/>
      <dgm:spPr/>
    </dgm:pt>
    <dgm:pt modelId="{7644B9D4-8036-4B82-AA67-8708EB771B68}" type="pres">
      <dgm:prSet presAssocID="{6F0EF531-A117-475B-981F-19A598B63AB6}" presName="vert1" presStyleCnt="0"/>
      <dgm:spPr/>
    </dgm:pt>
  </dgm:ptLst>
  <dgm:cxnLst>
    <dgm:cxn modelId="{1D13E910-B6FC-451A-B9D1-9929DDABB676}" srcId="{2A7BCCAA-EE6D-457A-AAE6-02ADB243970F}" destId="{5499296A-4B13-4A9A-9DB4-A5C00A1998F7}" srcOrd="2" destOrd="0" parTransId="{4D7A6B21-FA89-4DA3-AE71-9A79AF8EC29A}" sibTransId="{DB042A1D-4F4A-47F8-A6E6-09B1723BEB0B}"/>
    <dgm:cxn modelId="{560D3D1C-B436-4AC3-BDD7-021C67E31FFE}" srcId="{2A7BCCAA-EE6D-457A-AAE6-02ADB243970F}" destId="{92219B24-E0A2-4F58-8CC6-2E6F8273C000}" srcOrd="3" destOrd="0" parTransId="{4638D3AD-81F1-4551-907D-3128732433B5}" sibTransId="{94734DB6-BE59-4719-A8D8-3744DD314617}"/>
    <dgm:cxn modelId="{B655BF28-25B9-44D9-9C62-860C285275DC}" type="presOf" srcId="{2A7BCCAA-EE6D-457A-AAE6-02ADB243970F}" destId="{77F3284D-47C0-4593-B1FB-2FEC415DA4D2}" srcOrd="0" destOrd="0" presId="urn:microsoft.com/office/officeart/2008/layout/LinedList"/>
    <dgm:cxn modelId="{F8ACD13B-3DA7-4ACF-A351-ADC936E15031}" type="presOf" srcId="{92219B24-E0A2-4F58-8CC6-2E6F8273C000}" destId="{83B2B3D5-9EC7-4487-850D-C64A1EA494AA}" srcOrd="0" destOrd="0" presId="urn:microsoft.com/office/officeart/2008/layout/LinedList"/>
    <dgm:cxn modelId="{936A3A5B-46A1-4334-9F97-CD1D17B599EF}" type="presOf" srcId="{6F0EF531-A117-475B-981F-19A598B63AB6}" destId="{E9D249D3-8576-4ED0-A126-7BEC68463996}" srcOrd="0" destOrd="0" presId="urn:microsoft.com/office/officeart/2008/layout/LinedList"/>
    <dgm:cxn modelId="{B10D7F63-7EC1-4D2C-8638-8330A7D4752E}" srcId="{2A7BCCAA-EE6D-457A-AAE6-02ADB243970F}" destId="{6F0EF531-A117-475B-981F-19A598B63AB6}" srcOrd="5" destOrd="0" parTransId="{5F22B686-0FD1-479B-9E6C-A944052982C2}" sibTransId="{D6962BB1-97FA-40F6-A29B-1025E0D795C4}"/>
    <dgm:cxn modelId="{EDD8D964-9091-4E01-A0AA-1337F30B1F7F}" srcId="{2A7BCCAA-EE6D-457A-AAE6-02ADB243970F}" destId="{3DA62E5A-F12D-4CD0-B183-8B68A53525F3}" srcOrd="1" destOrd="0" parTransId="{4BA6F303-B356-42F3-BF0E-4689E99C59D6}" sibTransId="{D47E527D-26A1-4BCC-8E91-E4E0DAEAFEE0}"/>
    <dgm:cxn modelId="{5D025567-7E10-4D69-8EF9-534EF0EEA547}" srcId="{2A7BCCAA-EE6D-457A-AAE6-02ADB243970F}" destId="{125E4F1D-1CFD-4DDF-849F-740FB3B81389}" srcOrd="4" destOrd="0" parTransId="{9E809662-AED0-476E-B602-23731FCDF43C}" sibTransId="{D45CEC9F-AC91-4440-A238-DBBCEC1F7324}"/>
    <dgm:cxn modelId="{2422E379-24C5-4409-83DE-499A14808CC8}" srcId="{2A7BCCAA-EE6D-457A-AAE6-02ADB243970F}" destId="{5F5F40E2-5D86-41DC-AC41-4D1B46C4C230}" srcOrd="0" destOrd="0" parTransId="{45EDD4A4-D955-4F76-B492-1331E16D5728}" sibTransId="{F6FB0B6E-344B-4513-B94B-6981141C3C95}"/>
    <dgm:cxn modelId="{965313A3-7EED-4F88-8609-BB7C22C4BBE9}" type="presOf" srcId="{3DA62E5A-F12D-4CD0-B183-8B68A53525F3}" destId="{4908A9EF-F5C5-4E23-82A3-57E18B2081B6}" srcOrd="0" destOrd="0" presId="urn:microsoft.com/office/officeart/2008/layout/LinedList"/>
    <dgm:cxn modelId="{470677A4-79FA-47AC-A1EF-43E85A1E2EDE}" type="presOf" srcId="{125E4F1D-1CFD-4DDF-849F-740FB3B81389}" destId="{D18A52A2-6A59-41EB-8B06-32CDD7B17AEE}" srcOrd="0" destOrd="0" presId="urn:microsoft.com/office/officeart/2008/layout/LinedList"/>
    <dgm:cxn modelId="{0331BDC5-C593-4DAF-A583-1B1DC0AC7CE1}" type="presOf" srcId="{5499296A-4B13-4A9A-9DB4-A5C00A1998F7}" destId="{0CD591D8-73D9-443C-938C-B4016956DCDB}" srcOrd="0" destOrd="0" presId="urn:microsoft.com/office/officeart/2008/layout/LinedList"/>
    <dgm:cxn modelId="{A2BDCFDB-5A97-4D29-A50F-E8667601DBE1}" type="presOf" srcId="{5F5F40E2-5D86-41DC-AC41-4D1B46C4C230}" destId="{69178970-8DC9-4B4B-B990-30BF56BF44DA}" srcOrd="0" destOrd="0" presId="urn:microsoft.com/office/officeart/2008/layout/LinedList"/>
    <dgm:cxn modelId="{B8064F3E-7496-44AE-BBB0-BCB027F55172}" type="presParOf" srcId="{77F3284D-47C0-4593-B1FB-2FEC415DA4D2}" destId="{1AF9BE64-9BD7-4AF5-90EB-F3CA73D2C795}" srcOrd="0" destOrd="0" presId="urn:microsoft.com/office/officeart/2008/layout/LinedList"/>
    <dgm:cxn modelId="{13887167-43E1-4ABA-9F0F-F2B4D5F60D99}" type="presParOf" srcId="{77F3284D-47C0-4593-B1FB-2FEC415DA4D2}" destId="{E3A91463-4ECD-4C31-80F2-D5CAF15B640F}" srcOrd="1" destOrd="0" presId="urn:microsoft.com/office/officeart/2008/layout/LinedList"/>
    <dgm:cxn modelId="{322F24C5-BD84-4C2C-A62D-807B028666F2}" type="presParOf" srcId="{E3A91463-4ECD-4C31-80F2-D5CAF15B640F}" destId="{69178970-8DC9-4B4B-B990-30BF56BF44DA}" srcOrd="0" destOrd="0" presId="urn:microsoft.com/office/officeart/2008/layout/LinedList"/>
    <dgm:cxn modelId="{7D868B76-C289-4908-B0C7-CA39591DE66F}" type="presParOf" srcId="{E3A91463-4ECD-4C31-80F2-D5CAF15B640F}" destId="{280584BF-044E-4E0F-B934-645799DAA83E}" srcOrd="1" destOrd="0" presId="urn:microsoft.com/office/officeart/2008/layout/LinedList"/>
    <dgm:cxn modelId="{AB391C13-59A3-43C1-8E6C-421BD5244998}" type="presParOf" srcId="{77F3284D-47C0-4593-B1FB-2FEC415DA4D2}" destId="{81F72D75-90B0-446C-8263-46B1A32359B8}" srcOrd="2" destOrd="0" presId="urn:microsoft.com/office/officeart/2008/layout/LinedList"/>
    <dgm:cxn modelId="{369FCEDC-9A5E-419D-883D-9F050CB8C3E0}" type="presParOf" srcId="{77F3284D-47C0-4593-B1FB-2FEC415DA4D2}" destId="{FD794B13-039A-476A-8761-B5D85FEC2FE1}" srcOrd="3" destOrd="0" presId="urn:microsoft.com/office/officeart/2008/layout/LinedList"/>
    <dgm:cxn modelId="{B6352A5C-F366-416F-BB34-AF5EFC267AAB}" type="presParOf" srcId="{FD794B13-039A-476A-8761-B5D85FEC2FE1}" destId="{4908A9EF-F5C5-4E23-82A3-57E18B2081B6}" srcOrd="0" destOrd="0" presId="urn:microsoft.com/office/officeart/2008/layout/LinedList"/>
    <dgm:cxn modelId="{11C51B29-2FC3-498D-B852-7B4067F56B92}" type="presParOf" srcId="{FD794B13-039A-476A-8761-B5D85FEC2FE1}" destId="{45C4850C-47F0-4795-B169-0CB6BD92CC76}" srcOrd="1" destOrd="0" presId="urn:microsoft.com/office/officeart/2008/layout/LinedList"/>
    <dgm:cxn modelId="{77FC44BA-AD12-4AAC-97D3-69DF369C22A1}" type="presParOf" srcId="{77F3284D-47C0-4593-B1FB-2FEC415DA4D2}" destId="{53190087-2BC5-4B6A-81D2-2AC044014666}" srcOrd="4" destOrd="0" presId="urn:microsoft.com/office/officeart/2008/layout/LinedList"/>
    <dgm:cxn modelId="{EB0D4A5C-4144-4873-B56A-D9DFCC3D08CF}" type="presParOf" srcId="{77F3284D-47C0-4593-B1FB-2FEC415DA4D2}" destId="{8320CA0D-567A-4C00-8859-A06D0FC56724}" srcOrd="5" destOrd="0" presId="urn:microsoft.com/office/officeart/2008/layout/LinedList"/>
    <dgm:cxn modelId="{4387789C-9246-43B7-8B90-46E0565737B2}" type="presParOf" srcId="{8320CA0D-567A-4C00-8859-A06D0FC56724}" destId="{0CD591D8-73D9-443C-938C-B4016956DCDB}" srcOrd="0" destOrd="0" presId="urn:microsoft.com/office/officeart/2008/layout/LinedList"/>
    <dgm:cxn modelId="{9650122B-14D2-46D8-9E06-6E3C70E6FB3F}" type="presParOf" srcId="{8320CA0D-567A-4C00-8859-A06D0FC56724}" destId="{2850E8C7-0BB6-4BA1-94BD-7B3402FBDE47}" srcOrd="1" destOrd="0" presId="urn:microsoft.com/office/officeart/2008/layout/LinedList"/>
    <dgm:cxn modelId="{C4DA94ED-18F4-4C33-9F6B-96637D985A60}" type="presParOf" srcId="{77F3284D-47C0-4593-B1FB-2FEC415DA4D2}" destId="{73ABAEB8-2C9B-4688-84D8-761A23A28C53}" srcOrd="6" destOrd="0" presId="urn:microsoft.com/office/officeart/2008/layout/LinedList"/>
    <dgm:cxn modelId="{AEEC7FD0-2E65-4181-90B7-592A380C5A4B}" type="presParOf" srcId="{77F3284D-47C0-4593-B1FB-2FEC415DA4D2}" destId="{971D072C-8E35-46D4-ACBA-6302C668FF5B}" srcOrd="7" destOrd="0" presId="urn:microsoft.com/office/officeart/2008/layout/LinedList"/>
    <dgm:cxn modelId="{2A5B3612-9717-48DB-9058-4A913D6D8D0F}" type="presParOf" srcId="{971D072C-8E35-46D4-ACBA-6302C668FF5B}" destId="{83B2B3D5-9EC7-4487-850D-C64A1EA494AA}" srcOrd="0" destOrd="0" presId="urn:microsoft.com/office/officeart/2008/layout/LinedList"/>
    <dgm:cxn modelId="{8C64C12D-03DA-4D6A-934E-505106E8664C}" type="presParOf" srcId="{971D072C-8E35-46D4-ACBA-6302C668FF5B}" destId="{30204C39-7EB4-4B71-BC45-261830695B88}" srcOrd="1" destOrd="0" presId="urn:microsoft.com/office/officeart/2008/layout/LinedList"/>
    <dgm:cxn modelId="{612D4AC7-CB38-42C3-B57D-78714B9C50B5}" type="presParOf" srcId="{77F3284D-47C0-4593-B1FB-2FEC415DA4D2}" destId="{A4C7EB5C-0B2B-4F49-B80B-754C6C4F0087}" srcOrd="8" destOrd="0" presId="urn:microsoft.com/office/officeart/2008/layout/LinedList"/>
    <dgm:cxn modelId="{6DDD0A49-F5E3-4EAB-BF19-034ED7D8AFA7}" type="presParOf" srcId="{77F3284D-47C0-4593-B1FB-2FEC415DA4D2}" destId="{3A4227D1-5D8A-4B68-B7DB-C1F90D6F05F8}" srcOrd="9" destOrd="0" presId="urn:microsoft.com/office/officeart/2008/layout/LinedList"/>
    <dgm:cxn modelId="{90180CDB-AB6C-430C-8195-95D0AE8E75AB}" type="presParOf" srcId="{3A4227D1-5D8A-4B68-B7DB-C1F90D6F05F8}" destId="{D18A52A2-6A59-41EB-8B06-32CDD7B17AEE}" srcOrd="0" destOrd="0" presId="urn:microsoft.com/office/officeart/2008/layout/LinedList"/>
    <dgm:cxn modelId="{D051643F-6238-459A-A818-622EF7DCE3E1}" type="presParOf" srcId="{3A4227D1-5D8A-4B68-B7DB-C1F90D6F05F8}" destId="{39ED7983-91D2-471A-9ED4-D4EA25834A63}" srcOrd="1" destOrd="0" presId="urn:microsoft.com/office/officeart/2008/layout/LinedList"/>
    <dgm:cxn modelId="{02E2A8C7-3A7C-44F8-921E-4ACC0A86EB83}" type="presParOf" srcId="{77F3284D-47C0-4593-B1FB-2FEC415DA4D2}" destId="{955FA071-72BA-4B30-8AF3-6355D91378E6}" srcOrd="10" destOrd="0" presId="urn:microsoft.com/office/officeart/2008/layout/LinedList"/>
    <dgm:cxn modelId="{56B69602-B206-452B-AAA2-BD69186CBC15}" type="presParOf" srcId="{77F3284D-47C0-4593-B1FB-2FEC415DA4D2}" destId="{7772C541-12BA-43E4-9771-25FF2A75FFFF}" srcOrd="11" destOrd="0" presId="urn:microsoft.com/office/officeart/2008/layout/LinedList"/>
    <dgm:cxn modelId="{9A983795-19CD-45D5-9BB8-9E1B614BD24E}" type="presParOf" srcId="{7772C541-12BA-43E4-9771-25FF2A75FFFF}" destId="{E9D249D3-8576-4ED0-A126-7BEC68463996}" srcOrd="0" destOrd="0" presId="urn:microsoft.com/office/officeart/2008/layout/LinedList"/>
    <dgm:cxn modelId="{3CF5FDBA-F36D-414E-AAB5-5D91ACF2B593}" type="presParOf" srcId="{7772C541-12BA-43E4-9771-25FF2A75FFFF}" destId="{7644B9D4-8036-4B82-AA67-8708EB771B6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22087DE-94FD-488E-ACA9-4AE448C109D5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6513386-CC04-43B4-B139-050D231AD14F}">
      <dgm:prSet/>
      <dgm:spPr/>
      <dgm:t>
        <a:bodyPr/>
        <a:lstStyle/>
        <a:p>
          <a:r>
            <a:rPr lang="en-US"/>
            <a:t>1. Haz ping a google.com con Test-Connection</a:t>
          </a:r>
        </a:p>
      </dgm:t>
    </dgm:pt>
    <dgm:pt modelId="{BC1D66AD-7FF2-43BD-B72A-A2C2ADD6577B}" type="parTrans" cxnId="{A0429B91-AEC7-4BF9-BCC0-4E0155499D04}">
      <dgm:prSet/>
      <dgm:spPr/>
      <dgm:t>
        <a:bodyPr/>
        <a:lstStyle/>
        <a:p>
          <a:endParaRPr lang="en-US"/>
        </a:p>
      </dgm:t>
    </dgm:pt>
    <dgm:pt modelId="{91CC13F8-9295-4ED9-ABC0-59941DA18408}" type="sibTrans" cxnId="{A0429B91-AEC7-4BF9-BCC0-4E0155499D04}">
      <dgm:prSet/>
      <dgm:spPr/>
      <dgm:t>
        <a:bodyPr/>
        <a:lstStyle/>
        <a:p>
          <a:endParaRPr lang="en-US"/>
        </a:p>
      </dgm:t>
    </dgm:pt>
    <dgm:pt modelId="{B82BA0CB-952E-4E7A-893E-CA18F2FB5A56}">
      <dgm:prSet/>
      <dgm:spPr/>
      <dgm:t>
        <a:bodyPr/>
        <a:lstStyle/>
        <a:p>
          <a:r>
            <a:rPr lang="en-US"/>
            <a:t>2. </a:t>
          </a:r>
          <a:r>
            <a:rPr lang="en-US" err="1"/>
            <a:t>Comprueba</a:t>
          </a:r>
          <a:r>
            <a:rPr lang="en-US"/>
            <a:t> </a:t>
          </a:r>
          <a:r>
            <a:rPr lang="en-US" err="1"/>
            <a:t>si</a:t>
          </a:r>
          <a:r>
            <a:rPr lang="en-US"/>
            <a:t> </a:t>
          </a:r>
          <a:r>
            <a:rPr lang="en-US" err="1"/>
            <a:t>el</a:t>
          </a:r>
          <a:r>
            <a:rPr lang="en-US"/>
            <a:t> </a:t>
          </a:r>
          <a:r>
            <a:rPr lang="en-US" err="1"/>
            <a:t>puerto</a:t>
          </a:r>
          <a:r>
            <a:rPr lang="en-US"/>
            <a:t> 80 de www.microsoft.com </a:t>
          </a:r>
          <a:r>
            <a:rPr lang="en-US" err="1"/>
            <a:t>está</a:t>
          </a:r>
          <a:r>
            <a:rPr lang="en-US"/>
            <a:t> </a:t>
          </a:r>
          <a:r>
            <a:rPr lang="en-US" err="1"/>
            <a:t>abierto</a:t>
          </a:r>
          <a:endParaRPr lang="en-US"/>
        </a:p>
      </dgm:t>
    </dgm:pt>
    <dgm:pt modelId="{6A2A456B-C0A9-440B-8226-B70298FC5D35}" type="parTrans" cxnId="{56C7190E-E6E8-4F38-A0CA-6F7AD3FF01BF}">
      <dgm:prSet/>
      <dgm:spPr/>
      <dgm:t>
        <a:bodyPr/>
        <a:lstStyle/>
        <a:p>
          <a:endParaRPr lang="en-US"/>
        </a:p>
      </dgm:t>
    </dgm:pt>
    <dgm:pt modelId="{255907D5-FD3D-472F-8B19-043034414DE2}" type="sibTrans" cxnId="{56C7190E-E6E8-4F38-A0CA-6F7AD3FF01BF}">
      <dgm:prSet/>
      <dgm:spPr/>
      <dgm:t>
        <a:bodyPr/>
        <a:lstStyle/>
        <a:p>
          <a:endParaRPr lang="en-US"/>
        </a:p>
      </dgm:t>
    </dgm:pt>
    <dgm:pt modelId="{EB424A8E-752D-4A89-83FA-5C7E8DE2EADB}">
      <dgm:prSet/>
      <dgm:spPr/>
      <dgm:t>
        <a:bodyPr/>
        <a:lstStyle/>
        <a:p>
          <a:r>
            <a:rPr lang="en-US"/>
            <a:t>3. Lista </a:t>
          </a:r>
          <a:r>
            <a:rPr lang="en-US" err="1"/>
            <a:t>todos</a:t>
          </a:r>
          <a:r>
            <a:rPr lang="en-US"/>
            <a:t> </a:t>
          </a:r>
          <a:r>
            <a:rPr lang="en-US" err="1"/>
            <a:t>los</a:t>
          </a:r>
          <a:r>
            <a:rPr lang="en-US"/>
            <a:t> </a:t>
          </a:r>
          <a:r>
            <a:rPr lang="en-US" err="1"/>
            <a:t>adaptadores</a:t>
          </a:r>
          <a:r>
            <a:rPr lang="en-US"/>
            <a:t> de red y sus </a:t>
          </a:r>
          <a:r>
            <a:rPr lang="en-US" err="1"/>
            <a:t>velocidades</a:t>
          </a:r>
          <a:endParaRPr lang="en-US"/>
        </a:p>
      </dgm:t>
    </dgm:pt>
    <dgm:pt modelId="{9CEB94DD-FAD3-48B8-9389-459C0AEDF771}" type="parTrans" cxnId="{7E235D38-B959-4978-99E7-3167B58E41C3}">
      <dgm:prSet/>
      <dgm:spPr/>
      <dgm:t>
        <a:bodyPr/>
        <a:lstStyle/>
        <a:p>
          <a:endParaRPr lang="en-US"/>
        </a:p>
      </dgm:t>
    </dgm:pt>
    <dgm:pt modelId="{B4BFDAED-63DC-469D-815C-1207FC0FBB4B}" type="sibTrans" cxnId="{7E235D38-B959-4978-99E7-3167B58E41C3}">
      <dgm:prSet/>
      <dgm:spPr/>
      <dgm:t>
        <a:bodyPr/>
        <a:lstStyle/>
        <a:p>
          <a:endParaRPr lang="en-US"/>
        </a:p>
      </dgm:t>
    </dgm:pt>
    <dgm:pt modelId="{3B90DBFB-2C64-4E3A-8820-EA5DA2E86297}">
      <dgm:prSet/>
      <dgm:spPr/>
      <dgm:t>
        <a:bodyPr/>
        <a:lstStyle/>
        <a:p>
          <a:r>
            <a:rPr lang="en-US"/>
            <a:t>4. </a:t>
          </a:r>
          <a:r>
            <a:rPr lang="en-US" err="1"/>
            <a:t>Muestra</a:t>
          </a:r>
          <a:r>
            <a:rPr lang="en-US"/>
            <a:t> solo las </a:t>
          </a:r>
          <a:r>
            <a:rPr lang="en-US" err="1"/>
            <a:t>direcciones</a:t>
          </a:r>
          <a:r>
            <a:rPr lang="en-US"/>
            <a:t> IPv4 de </a:t>
          </a:r>
          <a:r>
            <a:rPr lang="en-US" err="1"/>
            <a:t>tu</a:t>
          </a:r>
          <a:r>
            <a:rPr lang="en-US"/>
            <a:t> </a:t>
          </a:r>
          <a:r>
            <a:rPr lang="en-US" err="1"/>
            <a:t>sistema</a:t>
          </a:r>
          <a:endParaRPr lang="en-US"/>
        </a:p>
      </dgm:t>
    </dgm:pt>
    <dgm:pt modelId="{D11139DD-D5BF-4A4D-BBDE-2A7B28796D2F}" type="parTrans" cxnId="{D5940936-498E-43CE-B5AB-15EB34403F15}">
      <dgm:prSet/>
      <dgm:spPr/>
      <dgm:t>
        <a:bodyPr/>
        <a:lstStyle/>
        <a:p>
          <a:endParaRPr lang="en-US"/>
        </a:p>
      </dgm:t>
    </dgm:pt>
    <dgm:pt modelId="{5CE57C01-CC41-4EA7-BD1A-AED78831DFA9}" type="sibTrans" cxnId="{D5940936-498E-43CE-B5AB-15EB34403F15}">
      <dgm:prSet/>
      <dgm:spPr/>
      <dgm:t>
        <a:bodyPr/>
        <a:lstStyle/>
        <a:p>
          <a:endParaRPr lang="en-US"/>
        </a:p>
      </dgm:t>
    </dgm:pt>
    <dgm:pt modelId="{898911FC-1310-4882-A2A0-DC3BE6454361}" type="pres">
      <dgm:prSet presAssocID="{C22087DE-94FD-488E-ACA9-4AE448C109D5}" presName="vert0" presStyleCnt="0">
        <dgm:presLayoutVars>
          <dgm:dir/>
          <dgm:animOne val="branch"/>
          <dgm:animLvl val="lvl"/>
        </dgm:presLayoutVars>
      </dgm:prSet>
      <dgm:spPr/>
    </dgm:pt>
    <dgm:pt modelId="{779207A6-65AA-4997-BDC2-91A78018D40D}" type="pres">
      <dgm:prSet presAssocID="{C6513386-CC04-43B4-B139-050D231AD14F}" presName="thickLine" presStyleLbl="alignNode1" presStyleIdx="0" presStyleCnt="4"/>
      <dgm:spPr/>
    </dgm:pt>
    <dgm:pt modelId="{2F1DEDC5-0BFC-44F0-9D0C-1B60B7367235}" type="pres">
      <dgm:prSet presAssocID="{C6513386-CC04-43B4-B139-050D231AD14F}" presName="horz1" presStyleCnt="0"/>
      <dgm:spPr/>
    </dgm:pt>
    <dgm:pt modelId="{F77314E6-70F9-4002-89B8-C1F08A0A5CE7}" type="pres">
      <dgm:prSet presAssocID="{C6513386-CC04-43B4-B139-050D231AD14F}" presName="tx1" presStyleLbl="revTx" presStyleIdx="0" presStyleCnt="4"/>
      <dgm:spPr/>
    </dgm:pt>
    <dgm:pt modelId="{6242ABF0-B4DC-43C4-AB1C-5D80D9E8CCC5}" type="pres">
      <dgm:prSet presAssocID="{C6513386-CC04-43B4-B139-050D231AD14F}" presName="vert1" presStyleCnt="0"/>
      <dgm:spPr/>
    </dgm:pt>
    <dgm:pt modelId="{3AEB86D5-7671-4A73-BF00-CCB2857D2C25}" type="pres">
      <dgm:prSet presAssocID="{B82BA0CB-952E-4E7A-893E-CA18F2FB5A56}" presName="thickLine" presStyleLbl="alignNode1" presStyleIdx="1" presStyleCnt="4"/>
      <dgm:spPr/>
    </dgm:pt>
    <dgm:pt modelId="{87B0947D-8C14-4560-9965-356799D0D44D}" type="pres">
      <dgm:prSet presAssocID="{B82BA0CB-952E-4E7A-893E-CA18F2FB5A56}" presName="horz1" presStyleCnt="0"/>
      <dgm:spPr/>
    </dgm:pt>
    <dgm:pt modelId="{6FB83EB4-51B2-4DEB-BC51-D7EAA88BFB72}" type="pres">
      <dgm:prSet presAssocID="{B82BA0CB-952E-4E7A-893E-CA18F2FB5A56}" presName="tx1" presStyleLbl="revTx" presStyleIdx="1" presStyleCnt="4"/>
      <dgm:spPr/>
    </dgm:pt>
    <dgm:pt modelId="{3661B67D-11F4-46E9-AB0F-E7641A25881D}" type="pres">
      <dgm:prSet presAssocID="{B82BA0CB-952E-4E7A-893E-CA18F2FB5A56}" presName="vert1" presStyleCnt="0"/>
      <dgm:spPr/>
    </dgm:pt>
    <dgm:pt modelId="{DD58FD6C-E5D4-4802-BA3A-6255209D32B3}" type="pres">
      <dgm:prSet presAssocID="{EB424A8E-752D-4A89-83FA-5C7E8DE2EADB}" presName="thickLine" presStyleLbl="alignNode1" presStyleIdx="2" presStyleCnt="4"/>
      <dgm:spPr/>
    </dgm:pt>
    <dgm:pt modelId="{70A4ED10-F2BB-4E7F-8E52-BFCA9EA5D366}" type="pres">
      <dgm:prSet presAssocID="{EB424A8E-752D-4A89-83FA-5C7E8DE2EADB}" presName="horz1" presStyleCnt="0"/>
      <dgm:spPr/>
    </dgm:pt>
    <dgm:pt modelId="{424C7B59-F7A6-4FBD-8BF1-F42A103801E7}" type="pres">
      <dgm:prSet presAssocID="{EB424A8E-752D-4A89-83FA-5C7E8DE2EADB}" presName="tx1" presStyleLbl="revTx" presStyleIdx="2" presStyleCnt="4"/>
      <dgm:spPr/>
    </dgm:pt>
    <dgm:pt modelId="{1263E774-A84B-4FAA-AF71-4D122C6035BC}" type="pres">
      <dgm:prSet presAssocID="{EB424A8E-752D-4A89-83FA-5C7E8DE2EADB}" presName="vert1" presStyleCnt="0"/>
      <dgm:spPr/>
    </dgm:pt>
    <dgm:pt modelId="{B4964E44-D036-44EF-9BDD-3BE383A969EE}" type="pres">
      <dgm:prSet presAssocID="{3B90DBFB-2C64-4E3A-8820-EA5DA2E86297}" presName="thickLine" presStyleLbl="alignNode1" presStyleIdx="3" presStyleCnt="4"/>
      <dgm:spPr/>
    </dgm:pt>
    <dgm:pt modelId="{74957FAF-4822-4533-A1F1-978C3AA4F2DB}" type="pres">
      <dgm:prSet presAssocID="{3B90DBFB-2C64-4E3A-8820-EA5DA2E86297}" presName="horz1" presStyleCnt="0"/>
      <dgm:spPr/>
    </dgm:pt>
    <dgm:pt modelId="{913D019D-D8CB-4379-BE59-5731006AC710}" type="pres">
      <dgm:prSet presAssocID="{3B90DBFB-2C64-4E3A-8820-EA5DA2E86297}" presName="tx1" presStyleLbl="revTx" presStyleIdx="3" presStyleCnt="4"/>
      <dgm:spPr/>
    </dgm:pt>
    <dgm:pt modelId="{1BF8F084-FB39-4FAD-B0D8-CCD7C06B32CD}" type="pres">
      <dgm:prSet presAssocID="{3B90DBFB-2C64-4E3A-8820-EA5DA2E86297}" presName="vert1" presStyleCnt="0"/>
      <dgm:spPr/>
    </dgm:pt>
  </dgm:ptLst>
  <dgm:cxnLst>
    <dgm:cxn modelId="{56C7190E-E6E8-4F38-A0CA-6F7AD3FF01BF}" srcId="{C22087DE-94FD-488E-ACA9-4AE448C109D5}" destId="{B82BA0CB-952E-4E7A-893E-CA18F2FB5A56}" srcOrd="1" destOrd="0" parTransId="{6A2A456B-C0A9-440B-8226-B70298FC5D35}" sibTransId="{255907D5-FD3D-472F-8B19-043034414DE2}"/>
    <dgm:cxn modelId="{D5940936-498E-43CE-B5AB-15EB34403F15}" srcId="{C22087DE-94FD-488E-ACA9-4AE448C109D5}" destId="{3B90DBFB-2C64-4E3A-8820-EA5DA2E86297}" srcOrd="3" destOrd="0" parTransId="{D11139DD-D5BF-4A4D-BBDE-2A7B28796D2F}" sibTransId="{5CE57C01-CC41-4EA7-BD1A-AED78831DFA9}"/>
    <dgm:cxn modelId="{7E235D38-B959-4978-99E7-3167B58E41C3}" srcId="{C22087DE-94FD-488E-ACA9-4AE448C109D5}" destId="{EB424A8E-752D-4A89-83FA-5C7E8DE2EADB}" srcOrd="2" destOrd="0" parTransId="{9CEB94DD-FAD3-48B8-9389-459C0AEDF771}" sibTransId="{B4BFDAED-63DC-469D-815C-1207FC0FBB4B}"/>
    <dgm:cxn modelId="{9B0EB174-5D3D-4709-90D1-F9F9F19EBBC0}" type="presOf" srcId="{C6513386-CC04-43B4-B139-050D231AD14F}" destId="{F77314E6-70F9-4002-89B8-C1F08A0A5CE7}" srcOrd="0" destOrd="0" presId="urn:microsoft.com/office/officeart/2008/layout/LinedList"/>
    <dgm:cxn modelId="{A0429B91-AEC7-4BF9-BCC0-4E0155499D04}" srcId="{C22087DE-94FD-488E-ACA9-4AE448C109D5}" destId="{C6513386-CC04-43B4-B139-050D231AD14F}" srcOrd="0" destOrd="0" parTransId="{BC1D66AD-7FF2-43BD-B72A-A2C2ADD6577B}" sibTransId="{91CC13F8-9295-4ED9-ABC0-59941DA18408}"/>
    <dgm:cxn modelId="{0ECB1BBB-B772-4B7A-94C5-586CC900774D}" type="presOf" srcId="{EB424A8E-752D-4A89-83FA-5C7E8DE2EADB}" destId="{424C7B59-F7A6-4FBD-8BF1-F42A103801E7}" srcOrd="0" destOrd="0" presId="urn:microsoft.com/office/officeart/2008/layout/LinedList"/>
    <dgm:cxn modelId="{41DF0DCB-B88A-4249-9CFC-5A9247106E70}" type="presOf" srcId="{B82BA0CB-952E-4E7A-893E-CA18F2FB5A56}" destId="{6FB83EB4-51B2-4DEB-BC51-D7EAA88BFB72}" srcOrd="0" destOrd="0" presId="urn:microsoft.com/office/officeart/2008/layout/LinedList"/>
    <dgm:cxn modelId="{A49201D2-3AD0-461A-BD2C-2BF25765A9F7}" type="presOf" srcId="{C22087DE-94FD-488E-ACA9-4AE448C109D5}" destId="{898911FC-1310-4882-A2A0-DC3BE6454361}" srcOrd="0" destOrd="0" presId="urn:microsoft.com/office/officeart/2008/layout/LinedList"/>
    <dgm:cxn modelId="{F80FC4DA-C61B-4E64-8173-97E2DAEB07FC}" type="presOf" srcId="{3B90DBFB-2C64-4E3A-8820-EA5DA2E86297}" destId="{913D019D-D8CB-4379-BE59-5731006AC710}" srcOrd="0" destOrd="0" presId="urn:microsoft.com/office/officeart/2008/layout/LinedList"/>
    <dgm:cxn modelId="{52382801-E978-4504-A44F-03F0E4E5F0B1}" type="presParOf" srcId="{898911FC-1310-4882-A2A0-DC3BE6454361}" destId="{779207A6-65AA-4997-BDC2-91A78018D40D}" srcOrd="0" destOrd="0" presId="urn:microsoft.com/office/officeart/2008/layout/LinedList"/>
    <dgm:cxn modelId="{F1A87690-E7B7-493E-A592-71BA2D6056B2}" type="presParOf" srcId="{898911FC-1310-4882-A2A0-DC3BE6454361}" destId="{2F1DEDC5-0BFC-44F0-9D0C-1B60B7367235}" srcOrd="1" destOrd="0" presId="urn:microsoft.com/office/officeart/2008/layout/LinedList"/>
    <dgm:cxn modelId="{0675699B-D865-48FF-BAEA-4671E216E8D6}" type="presParOf" srcId="{2F1DEDC5-0BFC-44F0-9D0C-1B60B7367235}" destId="{F77314E6-70F9-4002-89B8-C1F08A0A5CE7}" srcOrd="0" destOrd="0" presId="urn:microsoft.com/office/officeart/2008/layout/LinedList"/>
    <dgm:cxn modelId="{84C39A36-9F16-4E2A-9ADA-3EDCA1AE7D3A}" type="presParOf" srcId="{2F1DEDC5-0BFC-44F0-9D0C-1B60B7367235}" destId="{6242ABF0-B4DC-43C4-AB1C-5D80D9E8CCC5}" srcOrd="1" destOrd="0" presId="urn:microsoft.com/office/officeart/2008/layout/LinedList"/>
    <dgm:cxn modelId="{706C8506-D097-49E2-9CDB-9AE9728D0998}" type="presParOf" srcId="{898911FC-1310-4882-A2A0-DC3BE6454361}" destId="{3AEB86D5-7671-4A73-BF00-CCB2857D2C25}" srcOrd="2" destOrd="0" presId="urn:microsoft.com/office/officeart/2008/layout/LinedList"/>
    <dgm:cxn modelId="{3B0CDB5F-B39B-4A60-A11C-EFAF2127C187}" type="presParOf" srcId="{898911FC-1310-4882-A2A0-DC3BE6454361}" destId="{87B0947D-8C14-4560-9965-356799D0D44D}" srcOrd="3" destOrd="0" presId="urn:microsoft.com/office/officeart/2008/layout/LinedList"/>
    <dgm:cxn modelId="{E5F27F49-AD43-42F8-AB49-957F1EF268A7}" type="presParOf" srcId="{87B0947D-8C14-4560-9965-356799D0D44D}" destId="{6FB83EB4-51B2-4DEB-BC51-D7EAA88BFB72}" srcOrd="0" destOrd="0" presId="urn:microsoft.com/office/officeart/2008/layout/LinedList"/>
    <dgm:cxn modelId="{E42C2D64-9BF2-4123-8636-FC6A050E8BEB}" type="presParOf" srcId="{87B0947D-8C14-4560-9965-356799D0D44D}" destId="{3661B67D-11F4-46E9-AB0F-E7641A25881D}" srcOrd="1" destOrd="0" presId="urn:microsoft.com/office/officeart/2008/layout/LinedList"/>
    <dgm:cxn modelId="{873F66DB-FFA9-4834-B879-429CD09B8969}" type="presParOf" srcId="{898911FC-1310-4882-A2A0-DC3BE6454361}" destId="{DD58FD6C-E5D4-4802-BA3A-6255209D32B3}" srcOrd="4" destOrd="0" presId="urn:microsoft.com/office/officeart/2008/layout/LinedList"/>
    <dgm:cxn modelId="{12DBAEFE-03B7-4F2A-8F55-0C9A62D5D4CF}" type="presParOf" srcId="{898911FC-1310-4882-A2A0-DC3BE6454361}" destId="{70A4ED10-F2BB-4E7F-8E52-BFCA9EA5D366}" srcOrd="5" destOrd="0" presId="urn:microsoft.com/office/officeart/2008/layout/LinedList"/>
    <dgm:cxn modelId="{0BE56C54-0C36-4657-9151-28877B89FA91}" type="presParOf" srcId="{70A4ED10-F2BB-4E7F-8E52-BFCA9EA5D366}" destId="{424C7B59-F7A6-4FBD-8BF1-F42A103801E7}" srcOrd="0" destOrd="0" presId="urn:microsoft.com/office/officeart/2008/layout/LinedList"/>
    <dgm:cxn modelId="{2B2CAC4E-D88A-4CD7-A3A3-A53508EC8F8B}" type="presParOf" srcId="{70A4ED10-F2BB-4E7F-8E52-BFCA9EA5D366}" destId="{1263E774-A84B-4FAA-AF71-4D122C6035BC}" srcOrd="1" destOrd="0" presId="urn:microsoft.com/office/officeart/2008/layout/LinedList"/>
    <dgm:cxn modelId="{483A649D-DB1E-41D1-87F2-C63005976617}" type="presParOf" srcId="{898911FC-1310-4882-A2A0-DC3BE6454361}" destId="{B4964E44-D036-44EF-9BDD-3BE383A969EE}" srcOrd="6" destOrd="0" presId="urn:microsoft.com/office/officeart/2008/layout/LinedList"/>
    <dgm:cxn modelId="{8CF00791-FA94-40AE-8189-3171B7C7B717}" type="presParOf" srcId="{898911FC-1310-4882-A2A0-DC3BE6454361}" destId="{74957FAF-4822-4533-A1F1-978C3AA4F2DB}" srcOrd="7" destOrd="0" presId="urn:microsoft.com/office/officeart/2008/layout/LinedList"/>
    <dgm:cxn modelId="{699D21D0-63A0-4A36-B7B6-3081F9C7787C}" type="presParOf" srcId="{74957FAF-4822-4533-A1F1-978C3AA4F2DB}" destId="{913D019D-D8CB-4379-BE59-5731006AC710}" srcOrd="0" destOrd="0" presId="urn:microsoft.com/office/officeart/2008/layout/LinedList"/>
    <dgm:cxn modelId="{361DFB4E-CBC1-49AB-87C2-4B1E36B6697C}" type="presParOf" srcId="{74957FAF-4822-4533-A1F1-978C3AA4F2DB}" destId="{1BF8F084-FB39-4FAD-B0D8-CCD7C06B32C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57651BF-35BD-4F61-897A-6F46607D3450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DA1043A-4D68-4808-8834-A5D6FB1A0DE0}">
      <dgm:prSet/>
      <dgm:spPr/>
      <dgm:t>
        <a:bodyPr/>
        <a:lstStyle/>
        <a:p>
          <a:r>
            <a:rPr lang="en-US"/>
            <a:t>5. </a:t>
          </a:r>
          <a:r>
            <a:rPr lang="en-US" err="1"/>
            <a:t>Muestra</a:t>
          </a:r>
          <a:r>
            <a:rPr lang="en-US"/>
            <a:t> </a:t>
          </a:r>
          <a:r>
            <a:rPr lang="en-US" err="1"/>
            <a:t>los</a:t>
          </a:r>
          <a:r>
            <a:rPr lang="en-US"/>
            <a:t> </a:t>
          </a:r>
          <a:r>
            <a:rPr lang="en-US" err="1"/>
            <a:t>últimos</a:t>
          </a:r>
          <a:r>
            <a:rPr lang="en-US"/>
            <a:t> 20 </a:t>
          </a:r>
          <a:r>
            <a:rPr lang="en-US" err="1"/>
            <a:t>eventos</a:t>
          </a:r>
          <a:r>
            <a:rPr lang="en-US"/>
            <a:t> del </a:t>
          </a:r>
          <a:r>
            <a:rPr lang="en-US" err="1"/>
            <a:t>registro</a:t>
          </a:r>
          <a:r>
            <a:rPr lang="en-US"/>
            <a:t> de </a:t>
          </a:r>
          <a:r>
            <a:rPr lang="en-US" err="1"/>
            <a:t>Aplicación</a:t>
          </a:r>
          <a:endParaRPr lang="en-US"/>
        </a:p>
      </dgm:t>
    </dgm:pt>
    <dgm:pt modelId="{6F09F49F-09FF-4E74-81A5-0EF9760DDD6A}" type="parTrans" cxnId="{89960155-9996-47F5-8571-BBA407C09AC3}">
      <dgm:prSet/>
      <dgm:spPr/>
      <dgm:t>
        <a:bodyPr/>
        <a:lstStyle/>
        <a:p>
          <a:endParaRPr lang="en-US"/>
        </a:p>
      </dgm:t>
    </dgm:pt>
    <dgm:pt modelId="{C5D91294-2805-4891-BA3B-EED6E8955025}" type="sibTrans" cxnId="{89960155-9996-47F5-8571-BBA407C09AC3}">
      <dgm:prSet/>
      <dgm:spPr/>
      <dgm:t>
        <a:bodyPr/>
        <a:lstStyle/>
        <a:p>
          <a:endParaRPr lang="en-US"/>
        </a:p>
      </dgm:t>
    </dgm:pt>
    <dgm:pt modelId="{4BD87222-55A7-4DA3-B02C-4C01F07726B9}">
      <dgm:prSet/>
      <dgm:spPr/>
      <dgm:t>
        <a:bodyPr/>
        <a:lstStyle/>
        <a:p>
          <a:r>
            <a:rPr lang="en-US"/>
            <a:t>6. Filtra solo </a:t>
          </a:r>
          <a:r>
            <a:rPr lang="en-US" err="1"/>
            <a:t>los</a:t>
          </a:r>
          <a:r>
            <a:rPr lang="en-US"/>
            <a:t> </a:t>
          </a:r>
          <a:r>
            <a:rPr lang="en-US" err="1"/>
            <a:t>errores</a:t>
          </a:r>
          <a:r>
            <a:rPr lang="en-US"/>
            <a:t> de Sistema</a:t>
          </a:r>
        </a:p>
      </dgm:t>
    </dgm:pt>
    <dgm:pt modelId="{F9A0173F-0974-4900-996D-CDD958A9DD32}" type="parTrans" cxnId="{BD5A0BD1-11C9-4665-9D0F-D26C2F7E9B50}">
      <dgm:prSet/>
      <dgm:spPr/>
      <dgm:t>
        <a:bodyPr/>
        <a:lstStyle/>
        <a:p>
          <a:endParaRPr lang="en-US"/>
        </a:p>
      </dgm:t>
    </dgm:pt>
    <dgm:pt modelId="{F40B1448-E844-4DC3-B837-0065301AAFF4}" type="sibTrans" cxnId="{BD5A0BD1-11C9-4665-9D0F-D26C2F7E9B50}">
      <dgm:prSet/>
      <dgm:spPr/>
      <dgm:t>
        <a:bodyPr/>
        <a:lstStyle/>
        <a:p>
          <a:endParaRPr lang="en-US"/>
        </a:p>
      </dgm:t>
    </dgm:pt>
    <dgm:pt modelId="{BE9A8CC6-16FE-4433-A622-6D53A2A2552E}">
      <dgm:prSet/>
      <dgm:spPr/>
      <dgm:t>
        <a:bodyPr/>
        <a:lstStyle/>
        <a:p>
          <a:r>
            <a:rPr lang="en-US"/>
            <a:t>7. </a:t>
          </a:r>
          <a:r>
            <a:rPr lang="en-US" err="1"/>
            <a:t>Exporta</a:t>
          </a:r>
          <a:r>
            <a:rPr lang="en-US"/>
            <a:t> a CSV </a:t>
          </a:r>
          <a:r>
            <a:rPr lang="en-US" err="1"/>
            <a:t>los</a:t>
          </a:r>
          <a:r>
            <a:rPr lang="en-US"/>
            <a:t> </a:t>
          </a:r>
          <a:r>
            <a:rPr lang="en-US" err="1"/>
            <a:t>últimos</a:t>
          </a:r>
          <a:r>
            <a:rPr lang="en-US"/>
            <a:t> 50 </a:t>
          </a:r>
          <a:r>
            <a:rPr lang="en-US" err="1"/>
            <a:t>eventos</a:t>
          </a:r>
          <a:r>
            <a:rPr lang="en-US"/>
            <a:t> de </a:t>
          </a:r>
          <a:r>
            <a:rPr lang="en-US" err="1"/>
            <a:t>Seguridad</a:t>
          </a:r>
          <a:endParaRPr lang="en-US"/>
        </a:p>
      </dgm:t>
    </dgm:pt>
    <dgm:pt modelId="{6A0FCCAE-EA66-4C66-B0AC-58968105AC83}" type="parTrans" cxnId="{9A0FD2CA-EEFB-435E-93A8-469B11AF0941}">
      <dgm:prSet/>
      <dgm:spPr/>
      <dgm:t>
        <a:bodyPr/>
        <a:lstStyle/>
        <a:p>
          <a:endParaRPr lang="en-US"/>
        </a:p>
      </dgm:t>
    </dgm:pt>
    <dgm:pt modelId="{66BCA358-70AE-4FCE-AB5C-727FA37994D9}" type="sibTrans" cxnId="{9A0FD2CA-EEFB-435E-93A8-469B11AF0941}">
      <dgm:prSet/>
      <dgm:spPr/>
      <dgm:t>
        <a:bodyPr/>
        <a:lstStyle/>
        <a:p>
          <a:endParaRPr lang="en-US"/>
        </a:p>
      </dgm:t>
    </dgm:pt>
    <dgm:pt modelId="{75007E09-B05B-4220-BF5E-DB73D20F1101}">
      <dgm:prSet/>
      <dgm:spPr/>
      <dgm:t>
        <a:bodyPr/>
        <a:lstStyle/>
        <a:p>
          <a:r>
            <a:rPr lang="en-US"/>
            <a:t>8. </a:t>
          </a:r>
          <a:r>
            <a:rPr lang="en-US" err="1"/>
            <a:t>Busca</a:t>
          </a:r>
          <a:r>
            <a:rPr lang="en-US"/>
            <a:t> </a:t>
          </a:r>
          <a:r>
            <a:rPr lang="en-US" err="1"/>
            <a:t>eventos</a:t>
          </a:r>
          <a:r>
            <a:rPr lang="en-US"/>
            <a:t> de </a:t>
          </a:r>
          <a:r>
            <a:rPr lang="en-US" err="1"/>
            <a:t>inicio</a:t>
          </a:r>
          <a:r>
            <a:rPr lang="en-US"/>
            <a:t> de </a:t>
          </a:r>
          <a:r>
            <a:rPr lang="en-US" err="1"/>
            <a:t>sesión</a:t>
          </a:r>
          <a:r>
            <a:rPr lang="en-US"/>
            <a:t> </a:t>
          </a:r>
          <a:r>
            <a:rPr lang="en-US" err="1"/>
            <a:t>exitoso</a:t>
          </a:r>
          <a:r>
            <a:rPr lang="en-US"/>
            <a:t> (ID 4624)</a:t>
          </a:r>
        </a:p>
      </dgm:t>
    </dgm:pt>
    <dgm:pt modelId="{A39D4BDA-C3A3-46D8-B26C-83A214B03CEF}" type="parTrans" cxnId="{C13ABCF4-FEE8-4B2C-B2F9-97D5B4CC4775}">
      <dgm:prSet/>
      <dgm:spPr/>
      <dgm:t>
        <a:bodyPr/>
        <a:lstStyle/>
        <a:p>
          <a:endParaRPr lang="en-US"/>
        </a:p>
      </dgm:t>
    </dgm:pt>
    <dgm:pt modelId="{C3E0DD8D-D053-41F3-B403-9999997B501B}" type="sibTrans" cxnId="{C13ABCF4-FEE8-4B2C-B2F9-97D5B4CC4775}">
      <dgm:prSet/>
      <dgm:spPr/>
      <dgm:t>
        <a:bodyPr/>
        <a:lstStyle/>
        <a:p>
          <a:endParaRPr lang="en-US"/>
        </a:p>
      </dgm:t>
    </dgm:pt>
    <dgm:pt modelId="{0D3398C7-1FC0-4DA4-8868-04B87ECB1F2C}" type="pres">
      <dgm:prSet presAssocID="{957651BF-35BD-4F61-897A-6F46607D3450}" presName="vert0" presStyleCnt="0">
        <dgm:presLayoutVars>
          <dgm:dir/>
          <dgm:animOne val="branch"/>
          <dgm:animLvl val="lvl"/>
        </dgm:presLayoutVars>
      </dgm:prSet>
      <dgm:spPr/>
    </dgm:pt>
    <dgm:pt modelId="{955A089D-2CD0-40A9-B11C-95F2EAEAD922}" type="pres">
      <dgm:prSet presAssocID="{4DA1043A-4D68-4808-8834-A5D6FB1A0DE0}" presName="thickLine" presStyleLbl="alignNode1" presStyleIdx="0" presStyleCnt="4"/>
      <dgm:spPr/>
    </dgm:pt>
    <dgm:pt modelId="{F0C2C0FA-5491-4317-89D1-2C37DD18CC3F}" type="pres">
      <dgm:prSet presAssocID="{4DA1043A-4D68-4808-8834-A5D6FB1A0DE0}" presName="horz1" presStyleCnt="0"/>
      <dgm:spPr/>
    </dgm:pt>
    <dgm:pt modelId="{6AE0297B-A1CE-4016-A4A1-1AC735292573}" type="pres">
      <dgm:prSet presAssocID="{4DA1043A-4D68-4808-8834-A5D6FB1A0DE0}" presName="tx1" presStyleLbl="revTx" presStyleIdx="0" presStyleCnt="4"/>
      <dgm:spPr/>
    </dgm:pt>
    <dgm:pt modelId="{4AEB15D4-88A8-4FE1-A046-82D9F68E5C06}" type="pres">
      <dgm:prSet presAssocID="{4DA1043A-4D68-4808-8834-A5D6FB1A0DE0}" presName="vert1" presStyleCnt="0"/>
      <dgm:spPr/>
    </dgm:pt>
    <dgm:pt modelId="{3784B517-2CEF-497F-BE11-51B7472C2263}" type="pres">
      <dgm:prSet presAssocID="{4BD87222-55A7-4DA3-B02C-4C01F07726B9}" presName="thickLine" presStyleLbl="alignNode1" presStyleIdx="1" presStyleCnt="4"/>
      <dgm:spPr/>
    </dgm:pt>
    <dgm:pt modelId="{F029A235-6EC8-4BCE-9D98-0F00391680B0}" type="pres">
      <dgm:prSet presAssocID="{4BD87222-55A7-4DA3-B02C-4C01F07726B9}" presName="horz1" presStyleCnt="0"/>
      <dgm:spPr/>
    </dgm:pt>
    <dgm:pt modelId="{685E5B45-C60B-40E6-8E36-156132B293B8}" type="pres">
      <dgm:prSet presAssocID="{4BD87222-55A7-4DA3-B02C-4C01F07726B9}" presName="tx1" presStyleLbl="revTx" presStyleIdx="1" presStyleCnt="4"/>
      <dgm:spPr/>
    </dgm:pt>
    <dgm:pt modelId="{264042E2-E741-44A6-96B7-B3B47F50761A}" type="pres">
      <dgm:prSet presAssocID="{4BD87222-55A7-4DA3-B02C-4C01F07726B9}" presName="vert1" presStyleCnt="0"/>
      <dgm:spPr/>
    </dgm:pt>
    <dgm:pt modelId="{CE3571EF-6D98-45C2-9421-0CEF966A4546}" type="pres">
      <dgm:prSet presAssocID="{BE9A8CC6-16FE-4433-A622-6D53A2A2552E}" presName="thickLine" presStyleLbl="alignNode1" presStyleIdx="2" presStyleCnt="4"/>
      <dgm:spPr/>
    </dgm:pt>
    <dgm:pt modelId="{93392DEF-C52E-4730-8FC8-E04FB7444E07}" type="pres">
      <dgm:prSet presAssocID="{BE9A8CC6-16FE-4433-A622-6D53A2A2552E}" presName="horz1" presStyleCnt="0"/>
      <dgm:spPr/>
    </dgm:pt>
    <dgm:pt modelId="{58C92B89-0538-4E0D-86CB-FB775DF0F89E}" type="pres">
      <dgm:prSet presAssocID="{BE9A8CC6-16FE-4433-A622-6D53A2A2552E}" presName="tx1" presStyleLbl="revTx" presStyleIdx="2" presStyleCnt="4"/>
      <dgm:spPr/>
    </dgm:pt>
    <dgm:pt modelId="{FE581989-A055-461D-B245-372F5D5E4C49}" type="pres">
      <dgm:prSet presAssocID="{BE9A8CC6-16FE-4433-A622-6D53A2A2552E}" presName="vert1" presStyleCnt="0"/>
      <dgm:spPr/>
    </dgm:pt>
    <dgm:pt modelId="{9FEE370B-BBDF-4E9C-9EC3-D786AF1581CC}" type="pres">
      <dgm:prSet presAssocID="{75007E09-B05B-4220-BF5E-DB73D20F1101}" presName="thickLine" presStyleLbl="alignNode1" presStyleIdx="3" presStyleCnt="4"/>
      <dgm:spPr/>
    </dgm:pt>
    <dgm:pt modelId="{E2CD79AC-C208-40E5-83AD-900C7E2A60B1}" type="pres">
      <dgm:prSet presAssocID="{75007E09-B05B-4220-BF5E-DB73D20F1101}" presName="horz1" presStyleCnt="0"/>
      <dgm:spPr/>
    </dgm:pt>
    <dgm:pt modelId="{CAA32937-5FCF-444B-822C-7897F28BE158}" type="pres">
      <dgm:prSet presAssocID="{75007E09-B05B-4220-BF5E-DB73D20F1101}" presName="tx1" presStyleLbl="revTx" presStyleIdx="3" presStyleCnt="4"/>
      <dgm:spPr/>
    </dgm:pt>
    <dgm:pt modelId="{E540B3EC-9BFB-49F1-9EF2-FFF19BA030AB}" type="pres">
      <dgm:prSet presAssocID="{75007E09-B05B-4220-BF5E-DB73D20F1101}" presName="vert1" presStyleCnt="0"/>
      <dgm:spPr/>
    </dgm:pt>
  </dgm:ptLst>
  <dgm:cxnLst>
    <dgm:cxn modelId="{A9A95108-08E3-43A0-8215-35A39B56C519}" type="presOf" srcId="{BE9A8CC6-16FE-4433-A622-6D53A2A2552E}" destId="{58C92B89-0538-4E0D-86CB-FB775DF0F89E}" srcOrd="0" destOrd="0" presId="urn:microsoft.com/office/officeart/2008/layout/LinedList"/>
    <dgm:cxn modelId="{76139A2A-7B51-44E6-9292-5F2164BF4675}" type="presOf" srcId="{4BD87222-55A7-4DA3-B02C-4C01F07726B9}" destId="{685E5B45-C60B-40E6-8E36-156132B293B8}" srcOrd="0" destOrd="0" presId="urn:microsoft.com/office/officeart/2008/layout/LinedList"/>
    <dgm:cxn modelId="{1A33B241-6EE4-4A27-B1EA-0A677E4F6D9B}" type="presOf" srcId="{957651BF-35BD-4F61-897A-6F46607D3450}" destId="{0D3398C7-1FC0-4DA4-8868-04B87ECB1F2C}" srcOrd="0" destOrd="0" presId="urn:microsoft.com/office/officeart/2008/layout/LinedList"/>
    <dgm:cxn modelId="{4858FE6E-4AEA-4576-9935-4CF7F1C046AF}" type="presOf" srcId="{4DA1043A-4D68-4808-8834-A5D6FB1A0DE0}" destId="{6AE0297B-A1CE-4016-A4A1-1AC735292573}" srcOrd="0" destOrd="0" presId="urn:microsoft.com/office/officeart/2008/layout/LinedList"/>
    <dgm:cxn modelId="{89960155-9996-47F5-8571-BBA407C09AC3}" srcId="{957651BF-35BD-4F61-897A-6F46607D3450}" destId="{4DA1043A-4D68-4808-8834-A5D6FB1A0DE0}" srcOrd="0" destOrd="0" parTransId="{6F09F49F-09FF-4E74-81A5-0EF9760DDD6A}" sibTransId="{C5D91294-2805-4891-BA3B-EED6E8955025}"/>
    <dgm:cxn modelId="{420921C4-DCD0-47BF-BE45-552F4DF3550F}" type="presOf" srcId="{75007E09-B05B-4220-BF5E-DB73D20F1101}" destId="{CAA32937-5FCF-444B-822C-7897F28BE158}" srcOrd="0" destOrd="0" presId="urn:microsoft.com/office/officeart/2008/layout/LinedList"/>
    <dgm:cxn modelId="{9A0FD2CA-EEFB-435E-93A8-469B11AF0941}" srcId="{957651BF-35BD-4F61-897A-6F46607D3450}" destId="{BE9A8CC6-16FE-4433-A622-6D53A2A2552E}" srcOrd="2" destOrd="0" parTransId="{6A0FCCAE-EA66-4C66-B0AC-58968105AC83}" sibTransId="{66BCA358-70AE-4FCE-AB5C-727FA37994D9}"/>
    <dgm:cxn modelId="{BD5A0BD1-11C9-4665-9D0F-D26C2F7E9B50}" srcId="{957651BF-35BD-4F61-897A-6F46607D3450}" destId="{4BD87222-55A7-4DA3-B02C-4C01F07726B9}" srcOrd="1" destOrd="0" parTransId="{F9A0173F-0974-4900-996D-CDD958A9DD32}" sibTransId="{F40B1448-E844-4DC3-B837-0065301AAFF4}"/>
    <dgm:cxn modelId="{C13ABCF4-FEE8-4B2C-B2F9-97D5B4CC4775}" srcId="{957651BF-35BD-4F61-897A-6F46607D3450}" destId="{75007E09-B05B-4220-BF5E-DB73D20F1101}" srcOrd="3" destOrd="0" parTransId="{A39D4BDA-C3A3-46D8-B26C-83A214B03CEF}" sibTransId="{C3E0DD8D-D053-41F3-B403-9999997B501B}"/>
    <dgm:cxn modelId="{55676E83-455C-46A8-A1D6-02E8F604A7C1}" type="presParOf" srcId="{0D3398C7-1FC0-4DA4-8868-04B87ECB1F2C}" destId="{955A089D-2CD0-40A9-B11C-95F2EAEAD922}" srcOrd="0" destOrd="0" presId="urn:microsoft.com/office/officeart/2008/layout/LinedList"/>
    <dgm:cxn modelId="{1687C000-9257-4964-8764-96310283A306}" type="presParOf" srcId="{0D3398C7-1FC0-4DA4-8868-04B87ECB1F2C}" destId="{F0C2C0FA-5491-4317-89D1-2C37DD18CC3F}" srcOrd="1" destOrd="0" presId="urn:microsoft.com/office/officeart/2008/layout/LinedList"/>
    <dgm:cxn modelId="{DAFF0A2D-0AE4-476E-9BF9-B76A9E1640DD}" type="presParOf" srcId="{F0C2C0FA-5491-4317-89D1-2C37DD18CC3F}" destId="{6AE0297B-A1CE-4016-A4A1-1AC735292573}" srcOrd="0" destOrd="0" presId="urn:microsoft.com/office/officeart/2008/layout/LinedList"/>
    <dgm:cxn modelId="{280A4267-3B93-4084-A976-21C361E7A36D}" type="presParOf" srcId="{F0C2C0FA-5491-4317-89D1-2C37DD18CC3F}" destId="{4AEB15D4-88A8-4FE1-A046-82D9F68E5C06}" srcOrd="1" destOrd="0" presId="urn:microsoft.com/office/officeart/2008/layout/LinedList"/>
    <dgm:cxn modelId="{1AF90C8A-46AE-4BA9-B8A8-37F3B3D05FBA}" type="presParOf" srcId="{0D3398C7-1FC0-4DA4-8868-04B87ECB1F2C}" destId="{3784B517-2CEF-497F-BE11-51B7472C2263}" srcOrd="2" destOrd="0" presId="urn:microsoft.com/office/officeart/2008/layout/LinedList"/>
    <dgm:cxn modelId="{CD95ED05-A8AF-4A09-9EBC-F778717A8FE1}" type="presParOf" srcId="{0D3398C7-1FC0-4DA4-8868-04B87ECB1F2C}" destId="{F029A235-6EC8-4BCE-9D98-0F00391680B0}" srcOrd="3" destOrd="0" presId="urn:microsoft.com/office/officeart/2008/layout/LinedList"/>
    <dgm:cxn modelId="{4A208A8F-C8E9-468E-BC32-720FE0C83404}" type="presParOf" srcId="{F029A235-6EC8-4BCE-9D98-0F00391680B0}" destId="{685E5B45-C60B-40E6-8E36-156132B293B8}" srcOrd="0" destOrd="0" presId="urn:microsoft.com/office/officeart/2008/layout/LinedList"/>
    <dgm:cxn modelId="{FEF0FE19-94DE-435A-8B7B-CB6BD7F1081C}" type="presParOf" srcId="{F029A235-6EC8-4BCE-9D98-0F00391680B0}" destId="{264042E2-E741-44A6-96B7-B3B47F50761A}" srcOrd="1" destOrd="0" presId="urn:microsoft.com/office/officeart/2008/layout/LinedList"/>
    <dgm:cxn modelId="{900C747B-C299-4089-9A00-AE214EE90BD5}" type="presParOf" srcId="{0D3398C7-1FC0-4DA4-8868-04B87ECB1F2C}" destId="{CE3571EF-6D98-45C2-9421-0CEF966A4546}" srcOrd="4" destOrd="0" presId="urn:microsoft.com/office/officeart/2008/layout/LinedList"/>
    <dgm:cxn modelId="{97F592D2-FF94-4990-9F0D-202E7C7AAD43}" type="presParOf" srcId="{0D3398C7-1FC0-4DA4-8868-04B87ECB1F2C}" destId="{93392DEF-C52E-4730-8FC8-E04FB7444E07}" srcOrd="5" destOrd="0" presId="urn:microsoft.com/office/officeart/2008/layout/LinedList"/>
    <dgm:cxn modelId="{8FD1ECB7-E453-4DB9-9EE3-D9610BCCDCCA}" type="presParOf" srcId="{93392DEF-C52E-4730-8FC8-E04FB7444E07}" destId="{58C92B89-0538-4E0D-86CB-FB775DF0F89E}" srcOrd="0" destOrd="0" presId="urn:microsoft.com/office/officeart/2008/layout/LinedList"/>
    <dgm:cxn modelId="{A9170DFE-6094-4C15-8806-66AC757D398E}" type="presParOf" srcId="{93392DEF-C52E-4730-8FC8-E04FB7444E07}" destId="{FE581989-A055-461D-B245-372F5D5E4C49}" srcOrd="1" destOrd="0" presId="urn:microsoft.com/office/officeart/2008/layout/LinedList"/>
    <dgm:cxn modelId="{F0E4EDB4-9E93-4D44-9667-376611FC56D1}" type="presParOf" srcId="{0D3398C7-1FC0-4DA4-8868-04B87ECB1F2C}" destId="{9FEE370B-BBDF-4E9C-9EC3-D786AF1581CC}" srcOrd="6" destOrd="0" presId="urn:microsoft.com/office/officeart/2008/layout/LinedList"/>
    <dgm:cxn modelId="{3C098E84-7FB9-4F0A-8A16-4E843207360A}" type="presParOf" srcId="{0D3398C7-1FC0-4DA4-8868-04B87ECB1F2C}" destId="{E2CD79AC-C208-40E5-83AD-900C7E2A60B1}" srcOrd="7" destOrd="0" presId="urn:microsoft.com/office/officeart/2008/layout/LinedList"/>
    <dgm:cxn modelId="{A21AD747-5CDD-4446-AAC8-95A8ABB20D5D}" type="presParOf" srcId="{E2CD79AC-C208-40E5-83AD-900C7E2A60B1}" destId="{CAA32937-5FCF-444B-822C-7897F28BE158}" srcOrd="0" destOrd="0" presId="urn:microsoft.com/office/officeart/2008/layout/LinedList"/>
    <dgm:cxn modelId="{974A7129-5FFC-4460-B33B-6AE670F9A9B1}" type="presParOf" srcId="{E2CD79AC-C208-40E5-83AD-900C7E2A60B1}" destId="{E540B3EC-9BFB-49F1-9EF2-FFF19BA030A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B210FBF-2D65-48F8-96CA-9827BB30D87D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CB9D8FB-77C6-47A1-8542-323B1F022E90}">
      <dgm:prSet/>
      <dgm:spPr/>
      <dgm:t>
        <a:bodyPr/>
        <a:lstStyle/>
        <a:p>
          <a:r>
            <a:rPr lang="en-US"/>
            <a:t>9. Lista </a:t>
          </a:r>
          <a:r>
            <a:rPr lang="en-US" err="1"/>
            <a:t>todas</a:t>
          </a:r>
          <a:r>
            <a:rPr lang="en-US"/>
            <a:t> las </a:t>
          </a:r>
          <a:r>
            <a:rPr lang="en-US" err="1"/>
            <a:t>tareas</a:t>
          </a:r>
          <a:r>
            <a:rPr lang="en-US"/>
            <a:t> </a:t>
          </a:r>
          <a:r>
            <a:rPr lang="en-US" err="1"/>
            <a:t>programadas</a:t>
          </a:r>
          <a:endParaRPr lang="en-US"/>
        </a:p>
      </dgm:t>
    </dgm:pt>
    <dgm:pt modelId="{364F79EE-82B8-4E95-8FB9-7E7F191CAF51}" type="parTrans" cxnId="{0574E30C-A06D-480A-BB94-1E3983CEA716}">
      <dgm:prSet/>
      <dgm:spPr/>
      <dgm:t>
        <a:bodyPr/>
        <a:lstStyle/>
        <a:p>
          <a:endParaRPr lang="en-US"/>
        </a:p>
      </dgm:t>
    </dgm:pt>
    <dgm:pt modelId="{E7A8CE0A-A8C1-4A53-A99B-BC8C890588F8}" type="sibTrans" cxnId="{0574E30C-A06D-480A-BB94-1E3983CEA716}">
      <dgm:prSet/>
      <dgm:spPr/>
      <dgm:t>
        <a:bodyPr/>
        <a:lstStyle/>
        <a:p>
          <a:endParaRPr lang="en-US"/>
        </a:p>
      </dgm:t>
    </dgm:pt>
    <dgm:pt modelId="{0E2FDF4F-E381-4C4E-BE44-AFD15705874B}">
      <dgm:prSet/>
      <dgm:spPr/>
      <dgm:t>
        <a:bodyPr/>
        <a:lstStyle/>
        <a:p>
          <a:r>
            <a:rPr lang="en-US"/>
            <a:t>10. Crea </a:t>
          </a:r>
          <a:r>
            <a:rPr lang="en-US" err="1"/>
            <a:t>una</a:t>
          </a:r>
          <a:r>
            <a:rPr lang="en-US"/>
            <a:t> </a:t>
          </a:r>
          <a:r>
            <a:rPr lang="en-US" err="1"/>
            <a:t>tarea</a:t>
          </a:r>
          <a:r>
            <a:rPr lang="en-US"/>
            <a:t> que abra </a:t>
          </a:r>
          <a:r>
            <a:rPr lang="en-US" err="1"/>
            <a:t>el</a:t>
          </a:r>
          <a:r>
            <a:rPr lang="en-US"/>
            <a:t> Bloc de </a:t>
          </a:r>
          <a:r>
            <a:rPr lang="en-US" err="1"/>
            <a:t>notas</a:t>
          </a:r>
          <a:r>
            <a:rPr lang="en-US"/>
            <a:t> a las 10:00</a:t>
          </a:r>
        </a:p>
      </dgm:t>
    </dgm:pt>
    <dgm:pt modelId="{C758D366-7414-4D09-9875-EEA31BCCC670}" type="parTrans" cxnId="{DD68082C-B891-492D-B872-751C347796A2}">
      <dgm:prSet/>
      <dgm:spPr/>
      <dgm:t>
        <a:bodyPr/>
        <a:lstStyle/>
        <a:p>
          <a:endParaRPr lang="en-US"/>
        </a:p>
      </dgm:t>
    </dgm:pt>
    <dgm:pt modelId="{D6DF0535-2458-482F-B87A-39E067B95FCB}" type="sibTrans" cxnId="{DD68082C-B891-492D-B872-751C347796A2}">
      <dgm:prSet/>
      <dgm:spPr/>
      <dgm:t>
        <a:bodyPr/>
        <a:lstStyle/>
        <a:p>
          <a:endParaRPr lang="en-US"/>
        </a:p>
      </dgm:t>
    </dgm:pt>
    <dgm:pt modelId="{D2E411DF-05FF-4F95-A62F-46F6958894DF}">
      <dgm:prSet/>
      <dgm:spPr/>
      <dgm:t>
        <a:bodyPr/>
        <a:lstStyle/>
        <a:p>
          <a:r>
            <a:rPr lang="en-US"/>
            <a:t>11. </a:t>
          </a:r>
          <a:r>
            <a:rPr lang="en-US" err="1"/>
            <a:t>Programa</a:t>
          </a:r>
          <a:r>
            <a:rPr lang="en-US"/>
            <a:t> </a:t>
          </a:r>
          <a:r>
            <a:rPr lang="en-US" err="1"/>
            <a:t>una</a:t>
          </a:r>
          <a:r>
            <a:rPr lang="en-US"/>
            <a:t> </a:t>
          </a:r>
          <a:r>
            <a:rPr lang="en-US" err="1"/>
            <a:t>tarea</a:t>
          </a:r>
          <a:r>
            <a:rPr lang="en-US"/>
            <a:t> </a:t>
          </a:r>
          <a:r>
            <a:rPr lang="en-US" err="1"/>
            <a:t>diaria</a:t>
          </a:r>
          <a:r>
            <a:rPr lang="en-US"/>
            <a:t> que </a:t>
          </a:r>
          <a:r>
            <a:rPr lang="en-US" err="1"/>
            <a:t>guarde</a:t>
          </a:r>
          <a:r>
            <a:rPr lang="en-US"/>
            <a:t> un log </a:t>
          </a:r>
          <a:r>
            <a:rPr lang="en-US" err="1"/>
            <a:t>en</a:t>
          </a:r>
          <a:r>
            <a:rPr lang="en-US"/>
            <a:t> C:\Logs</a:t>
          </a:r>
        </a:p>
      </dgm:t>
    </dgm:pt>
    <dgm:pt modelId="{91C95FEB-EDED-4579-B918-E50C0088A746}" type="parTrans" cxnId="{38BCB272-FCDB-4880-9A78-317150BFEFE7}">
      <dgm:prSet/>
      <dgm:spPr/>
      <dgm:t>
        <a:bodyPr/>
        <a:lstStyle/>
        <a:p>
          <a:endParaRPr lang="en-US"/>
        </a:p>
      </dgm:t>
    </dgm:pt>
    <dgm:pt modelId="{54F2F7D8-F53E-452C-8DA8-733848BEA1D1}" type="sibTrans" cxnId="{38BCB272-FCDB-4880-9A78-317150BFEFE7}">
      <dgm:prSet/>
      <dgm:spPr/>
      <dgm:t>
        <a:bodyPr/>
        <a:lstStyle/>
        <a:p>
          <a:endParaRPr lang="en-US"/>
        </a:p>
      </dgm:t>
    </dgm:pt>
    <dgm:pt modelId="{AB002662-5F25-4665-9B81-14E3593FF24B}">
      <dgm:prSet/>
      <dgm:spPr/>
      <dgm:t>
        <a:bodyPr/>
        <a:lstStyle/>
        <a:p>
          <a:r>
            <a:rPr lang="en-US"/>
            <a:t>12. </a:t>
          </a:r>
          <a:r>
            <a:rPr lang="en-US" err="1"/>
            <a:t>Deshabilita</a:t>
          </a:r>
          <a:r>
            <a:rPr lang="en-US"/>
            <a:t> </a:t>
          </a:r>
          <a:r>
            <a:rPr lang="en-US" err="1"/>
            <a:t>una</a:t>
          </a:r>
          <a:r>
            <a:rPr lang="en-US"/>
            <a:t> </a:t>
          </a:r>
          <a:r>
            <a:rPr lang="en-US" err="1"/>
            <a:t>tarea</a:t>
          </a:r>
          <a:r>
            <a:rPr lang="en-US"/>
            <a:t> </a:t>
          </a:r>
          <a:r>
            <a:rPr lang="en-US" err="1"/>
            <a:t>existente</a:t>
          </a:r>
          <a:r>
            <a:rPr lang="en-US"/>
            <a:t> y </a:t>
          </a:r>
          <a:r>
            <a:rPr lang="en-US" err="1"/>
            <a:t>vuelve</a:t>
          </a:r>
          <a:r>
            <a:rPr lang="en-US"/>
            <a:t> a </a:t>
          </a:r>
          <a:r>
            <a:rPr lang="en-US" err="1"/>
            <a:t>habilitarla</a:t>
          </a:r>
          <a:endParaRPr lang="en-US"/>
        </a:p>
      </dgm:t>
    </dgm:pt>
    <dgm:pt modelId="{621BB668-2E2E-4490-B989-3F40AC2CAF4B}" type="parTrans" cxnId="{35B1EC6F-BDBD-41C5-A724-CFC2122C8736}">
      <dgm:prSet/>
      <dgm:spPr/>
      <dgm:t>
        <a:bodyPr/>
        <a:lstStyle/>
        <a:p>
          <a:endParaRPr lang="en-US"/>
        </a:p>
      </dgm:t>
    </dgm:pt>
    <dgm:pt modelId="{3A876291-E9D6-4254-AD23-DCB9A8E6E6D5}" type="sibTrans" cxnId="{35B1EC6F-BDBD-41C5-A724-CFC2122C8736}">
      <dgm:prSet/>
      <dgm:spPr/>
      <dgm:t>
        <a:bodyPr/>
        <a:lstStyle/>
        <a:p>
          <a:endParaRPr lang="en-US"/>
        </a:p>
      </dgm:t>
    </dgm:pt>
    <dgm:pt modelId="{7A1FBA11-C2B4-44B4-B0A1-11A6E9DD6F80}" type="pres">
      <dgm:prSet presAssocID="{0B210FBF-2D65-48F8-96CA-9827BB30D87D}" presName="vert0" presStyleCnt="0">
        <dgm:presLayoutVars>
          <dgm:dir/>
          <dgm:animOne val="branch"/>
          <dgm:animLvl val="lvl"/>
        </dgm:presLayoutVars>
      </dgm:prSet>
      <dgm:spPr/>
    </dgm:pt>
    <dgm:pt modelId="{2A06E57E-22A9-4ADE-9062-D7D745845C9B}" type="pres">
      <dgm:prSet presAssocID="{3CB9D8FB-77C6-47A1-8542-323B1F022E90}" presName="thickLine" presStyleLbl="alignNode1" presStyleIdx="0" presStyleCnt="4"/>
      <dgm:spPr/>
    </dgm:pt>
    <dgm:pt modelId="{4AADACC2-FD72-4540-A73B-0A81C213E2B4}" type="pres">
      <dgm:prSet presAssocID="{3CB9D8FB-77C6-47A1-8542-323B1F022E90}" presName="horz1" presStyleCnt="0"/>
      <dgm:spPr/>
    </dgm:pt>
    <dgm:pt modelId="{F958EEB6-E71B-4471-9660-09671A23AE5C}" type="pres">
      <dgm:prSet presAssocID="{3CB9D8FB-77C6-47A1-8542-323B1F022E90}" presName="tx1" presStyleLbl="revTx" presStyleIdx="0" presStyleCnt="4"/>
      <dgm:spPr/>
    </dgm:pt>
    <dgm:pt modelId="{0AB990BE-76BA-4DFC-AB3B-07B61F664793}" type="pres">
      <dgm:prSet presAssocID="{3CB9D8FB-77C6-47A1-8542-323B1F022E90}" presName="vert1" presStyleCnt="0"/>
      <dgm:spPr/>
    </dgm:pt>
    <dgm:pt modelId="{AEA85EBA-6972-4DD1-9AB6-E5F7F8F5C2AB}" type="pres">
      <dgm:prSet presAssocID="{0E2FDF4F-E381-4C4E-BE44-AFD15705874B}" presName="thickLine" presStyleLbl="alignNode1" presStyleIdx="1" presStyleCnt="4"/>
      <dgm:spPr/>
    </dgm:pt>
    <dgm:pt modelId="{8FC67CD8-AC6C-4603-9C06-B1787F897BEA}" type="pres">
      <dgm:prSet presAssocID="{0E2FDF4F-E381-4C4E-BE44-AFD15705874B}" presName="horz1" presStyleCnt="0"/>
      <dgm:spPr/>
    </dgm:pt>
    <dgm:pt modelId="{46E0153C-91B5-4DDA-B2D4-8DC4BE9DC907}" type="pres">
      <dgm:prSet presAssocID="{0E2FDF4F-E381-4C4E-BE44-AFD15705874B}" presName="tx1" presStyleLbl="revTx" presStyleIdx="1" presStyleCnt="4"/>
      <dgm:spPr/>
    </dgm:pt>
    <dgm:pt modelId="{78AB3258-DA02-482B-959D-F578A16D8FA3}" type="pres">
      <dgm:prSet presAssocID="{0E2FDF4F-E381-4C4E-BE44-AFD15705874B}" presName="vert1" presStyleCnt="0"/>
      <dgm:spPr/>
    </dgm:pt>
    <dgm:pt modelId="{CB9419DB-B3F2-4585-9541-6C52776233C9}" type="pres">
      <dgm:prSet presAssocID="{D2E411DF-05FF-4F95-A62F-46F6958894DF}" presName="thickLine" presStyleLbl="alignNode1" presStyleIdx="2" presStyleCnt="4"/>
      <dgm:spPr/>
    </dgm:pt>
    <dgm:pt modelId="{C56AED4A-D2B6-4A0A-9CD5-DEAE3EC218C2}" type="pres">
      <dgm:prSet presAssocID="{D2E411DF-05FF-4F95-A62F-46F6958894DF}" presName="horz1" presStyleCnt="0"/>
      <dgm:spPr/>
    </dgm:pt>
    <dgm:pt modelId="{DDD3E0F9-BFDB-41C9-AF6D-37EFA3281FFB}" type="pres">
      <dgm:prSet presAssocID="{D2E411DF-05FF-4F95-A62F-46F6958894DF}" presName="tx1" presStyleLbl="revTx" presStyleIdx="2" presStyleCnt="4"/>
      <dgm:spPr/>
    </dgm:pt>
    <dgm:pt modelId="{DD577B48-9075-4697-97AF-EE5B98C5664C}" type="pres">
      <dgm:prSet presAssocID="{D2E411DF-05FF-4F95-A62F-46F6958894DF}" presName="vert1" presStyleCnt="0"/>
      <dgm:spPr/>
    </dgm:pt>
    <dgm:pt modelId="{111BD1A3-48F9-4000-9071-42BB6518D4A2}" type="pres">
      <dgm:prSet presAssocID="{AB002662-5F25-4665-9B81-14E3593FF24B}" presName="thickLine" presStyleLbl="alignNode1" presStyleIdx="3" presStyleCnt="4"/>
      <dgm:spPr/>
    </dgm:pt>
    <dgm:pt modelId="{A73110AB-FF08-437A-BCCA-423A6F45B0C1}" type="pres">
      <dgm:prSet presAssocID="{AB002662-5F25-4665-9B81-14E3593FF24B}" presName="horz1" presStyleCnt="0"/>
      <dgm:spPr/>
    </dgm:pt>
    <dgm:pt modelId="{4CE6AA83-B26E-43D8-9CE6-79259DDA0C5E}" type="pres">
      <dgm:prSet presAssocID="{AB002662-5F25-4665-9B81-14E3593FF24B}" presName="tx1" presStyleLbl="revTx" presStyleIdx="3" presStyleCnt="4"/>
      <dgm:spPr/>
    </dgm:pt>
    <dgm:pt modelId="{F9BE1190-14A2-40F4-9A6A-A09243F1630F}" type="pres">
      <dgm:prSet presAssocID="{AB002662-5F25-4665-9B81-14E3593FF24B}" presName="vert1" presStyleCnt="0"/>
      <dgm:spPr/>
    </dgm:pt>
  </dgm:ptLst>
  <dgm:cxnLst>
    <dgm:cxn modelId="{0574E30C-A06D-480A-BB94-1E3983CEA716}" srcId="{0B210FBF-2D65-48F8-96CA-9827BB30D87D}" destId="{3CB9D8FB-77C6-47A1-8542-323B1F022E90}" srcOrd="0" destOrd="0" parTransId="{364F79EE-82B8-4E95-8FB9-7E7F191CAF51}" sibTransId="{E7A8CE0A-A8C1-4A53-A99B-BC8C890588F8}"/>
    <dgm:cxn modelId="{FBA28628-21F3-44BA-90FD-C77CA3C4B05C}" type="presOf" srcId="{0E2FDF4F-E381-4C4E-BE44-AFD15705874B}" destId="{46E0153C-91B5-4DDA-B2D4-8DC4BE9DC907}" srcOrd="0" destOrd="0" presId="urn:microsoft.com/office/officeart/2008/layout/LinedList"/>
    <dgm:cxn modelId="{EC40BF28-EDC9-4217-9BB8-C701FF34E773}" type="presOf" srcId="{3CB9D8FB-77C6-47A1-8542-323B1F022E90}" destId="{F958EEB6-E71B-4471-9660-09671A23AE5C}" srcOrd="0" destOrd="0" presId="urn:microsoft.com/office/officeart/2008/layout/LinedList"/>
    <dgm:cxn modelId="{DD68082C-B891-492D-B872-751C347796A2}" srcId="{0B210FBF-2D65-48F8-96CA-9827BB30D87D}" destId="{0E2FDF4F-E381-4C4E-BE44-AFD15705874B}" srcOrd="1" destOrd="0" parTransId="{C758D366-7414-4D09-9875-EEA31BCCC670}" sibTransId="{D6DF0535-2458-482F-B87A-39E067B95FCB}"/>
    <dgm:cxn modelId="{4F0F2E2C-FB64-4530-9504-DD0D28C4BCE8}" type="presOf" srcId="{0B210FBF-2D65-48F8-96CA-9827BB30D87D}" destId="{7A1FBA11-C2B4-44B4-B0A1-11A6E9DD6F80}" srcOrd="0" destOrd="0" presId="urn:microsoft.com/office/officeart/2008/layout/LinedList"/>
    <dgm:cxn modelId="{35B1EC6F-BDBD-41C5-A724-CFC2122C8736}" srcId="{0B210FBF-2D65-48F8-96CA-9827BB30D87D}" destId="{AB002662-5F25-4665-9B81-14E3593FF24B}" srcOrd="3" destOrd="0" parTransId="{621BB668-2E2E-4490-B989-3F40AC2CAF4B}" sibTransId="{3A876291-E9D6-4254-AD23-DCB9A8E6E6D5}"/>
    <dgm:cxn modelId="{38BCB272-FCDB-4880-9A78-317150BFEFE7}" srcId="{0B210FBF-2D65-48F8-96CA-9827BB30D87D}" destId="{D2E411DF-05FF-4F95-A62F-46F6958894DF}" srcOrd="2" destOrd="0" parTransId="{91C95FEB-EDED-4579-B918-E50C0088A746}" sibTransId="{54F2F7D8-F53E-452C-8DA8-733848BEA1D1}"/>
    <dgm:cxn modelId="{CEBEEBB1-7168-4A16-A655-B43461F49CFF}" type="presOf" srcId="{D2E411DF-05FF-4F95-A62F-46F6958894DF}" destId="{DDD3E0F9-BFDB-41C9-AF6D-37EFA3281FFB}" srcOrd="0" destOrd="0" presId="urn:microsoft.com/office/officeart/2008/layout/LinedList"/>
    <dgm:cxn modelId="{38FD61DE-850E-4E38-AF22-F03EEABEA65B}" type="presOf" srcId="{AB002662-5F25-4665-9B81-14E3593FF24B}" destId="{4CE6AA83-B26E-43D8-9CE6-79259DDA0C5E}" srcOrd="0" destOrd="0" presId="urn:microsoft.com/office/officeart/2008/layout/LinedList"/>
    <dgm:cxn modelId="{522207AE-9FF2-4AE6-B0F8-43262197369D}" type="presParOf" srcId="{7A1FBA11-C2B4-44B4-B0A1-11A6E9DD6F80}" destId="{2A06E57E-22A9-4ADE-9062-D7D745845C9B}" srcOrd="0" destOrd="0" presId="urn:microsoft.com/office/officeart/2008/layout/LinedList"/>
    <dgm:cxn modelId="{86FC6F8B-EA1E-4822-A6D0-DCD146AB6E58}" type="presParOf" srcId="{7A1FBA11-C2B4-44B4-B0A1-11A6E9DD6F80}" destId="{4AADACC2-FD72-4540-A73B-0A81C213E2B4}" srcOrd="1" destOrd="0" presId="urn:microsoft.com/office/officeart/2008/layout/LinedList"/>
    <dgm:cxn modelId="{13ACFF24-6B2E-4C7C-9EF2-680D36872728}" type="presParOf" srcId="{4AADACC2-FD72-4540-A73B-0A81C213E2B4}" destId="{F958EEB6-E71B-4471-9660-09671A23AE5C}" srcOrd="0" destOrd="0" presId="urn:microsoft.com/office/officeart/2008/layout/LinedList"/>
    <dgm:cxn modelId="{F5560A19-4FC0-4A42-A65D-01CC196ED778}" type="presParOf" srcId="{4AADACC2-FD72-4540-A73B-0A81C213E2B4}" destId="{0AB990BE-76BA-4DFC-AB3B-07B61F664793}" srcOrd="1" destOrd="0" presId="urn:microsoft.com/office/officeart/2008/layout/LinedList"/>
    <dgm:cxn modelId="{20BEE57D-D904-4429-851D-21BC9AB2DF2F}" type="presParOf" srcId="{7A1FBA11-C2B4-44B4-B0A1-11A6E9DD6F80}" destId="{AEA85EBA-6972-4DD1-9AB6-E5F7F8F5C2AB}" srcOrd="2" destOrd="0" presId="urn:microsoft.com/office/officeart/2008/layout/LinedList"/>
    <dgm:cxn modelId="{C82AC2C6-5E40-4BA5-96E8-E2847AF0BC11}" type="presParOf" srcId="{7A1FBA11-C2B4-44B4-B0A1-11A6E9DD6F80}" destId="{8FC67CD8-AC6C-4603-9C06-B1787F897BEA}" srcOrd="3" destOrd="0" presId="urn:microsoft.com/office/officeart/2008/layout/LinedList"/>
    <dgm:cxn modelId="{E93CA4C6-680E-4DA3-AEDD-57A1BF1A607B}" type="presParOf" srcId="{8FC67CD8-AC6C-4603-9C06-B1787F897BEA}" destId="{46E0153C-91B5-4DDA-B2D4-8DC4BE9DC907}" srcOrd="0" destOrd="0" presId="urn:microsoft.com/office/officeart/2008/layout/LinedList"/>
    <dgm:cxn modelId="{1D958C2E-51B6-4061-9D40-19BBB25D1785}" type="presParOf" srcId="{8FC67CD8-AC6C-4603-9C06-B1787F897BEA}" destId="{78AB3258-DA02-482B-959D-F578A16D8FA3}" srcOrd="1" destOrd="0" presId="urn:microsoft.com/office/officeart/2008/layout/LinedList"/>
    <dgm:cxn modelId="{F328846E-B860-43F5-B442-54EC753B6325}" type="presParOf" srcId="{7A1FBA11-C2B4-44B4-B0A1-11A6E9DD6F80}" destId="{CB9419DB-B3F2-4585-9541-6C52776233C9}" srcOrd="4" destOrd="0" presId="urn:microsoft.com/office/officeart/2008/layout/LinedList"/>
    <dgm:cxn modelId="{8519ABF4-1894-4C5B-B49D-42332DABC445}" type="presParOf" srcId="{7A1FBA11-C2B4-44B4-B0A1-11A6E9DD6F80}" destId="{C56AED4A-D2B6-4A0A-9CD5-DEAE3EC218C2}" srcOrd="5" destOrd="0" presId="urn:microsoft.com/office/officeart/2008/layout/LinedList"/>
    <dgm:cxn modelId="{9A3595B8-8CB0-42C7-AB11-5B1EDA04E800}" type="presParOf" srcId="{C56AED4A-D2B6-4A0A-9CD5-DEAE3EC218C2}" destId="{DDD3E0F9-BFDB-41C9-AF6D-37EFA3281FFB}" srcOrd="0" destOrd="0" presId="urn:microsoft.com/office/officeart/2008/layout/LinedList"/>
    <dgm:cxn modelId="{9B37DE04-1C59-4E5B-8646-11F7CBFB1222}" type="presParOf" srcId="{C56AED4A-D2B6-4A0A-9CD5-DEAE3EC218C2}" destId="{DD577B48-9075-4697-97AF-EE5B98C5664C}" srcOrd="1" destOrd="0" presId="urn:microsoft.com/office/officeart/2008/layout/LinedList"/>
    <dgm:cxn modelId="{5C5AE3F4-37BE-4EE0-BB71-5998CF7AC8A2}" type="presParOf" srcId="{7A1FBA11-C2B4-44B4-B0A1-11A6E9DD6F80}" destId="{111BD1A3-48F9-4000-9071-42BB6518D4A2}" srcOrd="6" destOrd="0" presId="urn:microsoft.com/office/officeart/2008/layout/LinedList"/>
    <dgm:cxn modelId="{3DE8DC99-B464-4FC2-9652-09325982B6C5}" type="presParOf" srcId="{7A1FBA11-C2B4-44B4-B0A1-11A6E9DD6F80}" destId="{A73110AB-FF08-437A-BCCA-423A6F45B0C1}" srcOrd="7" destOrd="0" presId="urn:microsoft.com/office/officeart/2008/layout/LinedList"/>
    <dgm:cxn modelId="{9956629D-DAC4-4EB4-9B00-1549473405B7}" type="presParOf" srcId="{A73110AB-FF08-437A-BCCA-423A6F45B0C1}" destId="{4CE6AA83-B26E-43D8-9CE6-79259DDA0C5E}" srcOrd="0" destOrd="0" presId="urn:microsoft.com/office/officeart/2008/layout/LinedList"/>
    <dgm:cxn modelId="{770D6DDF-9722-4638-8605-3BCAD3B4BE32}" type="presParOf" srcId="{A73110AB-FF08-437A-BCCA-423A6F45B0C1}" destId="{F9BE1190-14A2-40F4-9A6A-A09243F1630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2E49BA1-E426-4E8E-AFE7-D681E394C13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438A794-D092-4427-8D0F-8779EAC011A0}">
      <dgm:prSet/>
      <dgm:spPr/>
      <dgm:t>
        <a:bodyPr/>
        <a:lstStyle/>
        <a:p>
          <a:r>
            <a:rPr lang="en-US"/>
            <a:t>1. Comprobar conectividad a google.com y guardar resultado en log</a:t>
          </a:r>
        </a:p>
      </dgm:t>
    </dgm:pt>
    <dgm:pt modelId="{1378E0F3-AAD6-4767-A961-D0742F8AFDDC}" type="parTrans" cxnId="{756277FD-3714-4AD4-AFDF-D5696A879099}">
      <dgm:prSet/>
      <dgm:spPr/>
      <dgm:t>
        <a:bodyPr/>
        <a:lstStyle/>
        <a:p>
          <a:endParaRPr lang="en-US"/>
        </a:p>
      </dgm:t>
    </dgm:pt>
    <dgm:pt modelId="{55C2F59E-C4E3-4BDC-AA94-C6F8F66582EA}" type="sibTrans" cxnId="{756277FD-3714-4AD4-AFDF-D5696A879099}">
      <dgm:prSet/>
      <dgm:spPr/>
      <dgm:t>
        <a:bodyPr/>
        <a:lstStyle/>
        <a:p>
          <a:endParaRPr lang="en-US"/>
        </a:p>
      </dgm:t>
    </dgm:pt>
    <dgm:pt modelId="{64A3D478-81B6-4748-839F-63DB71AEFBD9}">
      <dgm:prSet/>
      <dgm:spPr/>
      <dgm:t>
        <a:bodyPr/>
        <a:lstStyle/>
        <a:p>
          <a:r>
            <a:rPr lang="en-US"/>
            <a:t>2. Exportar los últimos 100 eventos de Sistema a CSV</a:t>
          </a:r>
        </a:p>
      </dgm:t>
    </dgm:pt>
    <dgm:pt modelId="{7C442902-9F62-489A-AD86-4702BD555DEE}" type="parTrans" cxnId="{E36C2605-5A86-43D9-ACE0-82F1948FECE9}">
      <dgm:prSet/>
      <dgm:spPr/>
      <dgm:t>
        <a:bodyPr/>
        <a:lstStyle/>
        <a:p>
          <a:endParaRPr lang="en-US"/>
        </a:p>
      </dgm:t>
    </dgm:pt>
    <dgm:pt modelId="{E40F9337-C88E-4A5F-AAD3-23A55D59FE8F}" type="sibTrans" cxnId="{E36C2605-5A86-43D9-ACE0-82F1948FECE9}">
      <dgm:prSet/>
      <dgm:spPr/>
      <dgm:t>
        <a:bodyPr/>
        <a:lstStyle/>
        <a:p>
          <a:endParaRPr lang="en-US"/>
        </a:p>
      </dgm:t>
    </dgm:pt>
    <dgm:pt modelId="{463D52BE-65F8-480C-82DC-878F5ECC1024}">
      <dgm:prSet/>
      <dgm:spPr/>
      <dgm:t>
        <a:bodyPr/>
        <a:lstStyle/>
        <a:p>
          <a:r>
            <a:rPr lang="en-US"/>
            <a:t>3. Guardar ambos informes en C:\Informes</a:t>
          </a:r>
        </a:p>
      </dgm:t>
    </dgm:pt>
    <dgm:pt modelId="{984E8B2B-83CE-4B63-8472-EA77666D1BF4}" type="parTrans" cxnId="{E0BB8341-360C-4792-8AAF-3924B629FDC1}">
      <dgm:prSet/>
      <dgm:spPr/>
      <dgm:t>
        <a:bodyPr/>
        <a:lstStyle/>
        <a:p>
          <a:endParaRPr lang="en-US"/>
        </a:p>
      </dgm:t>
    </dgm:pt>
    <dgm:pt modelId="{F6FD107B-22B6-4EE3-BB43-550FAD064257}" type="sibTrans" cxnId="{E0BB8341-360C-4792-8AAF-3924B629FDC1}">
      <dgm:prSet/>
      <dgm:spPr/>
      <dgm:t>
        <a:bodyPr/>
        <a:lstStyle/>
        <a:p>
          <a:endParaRPr lang="en-US"/>
        </a:p>
      </dgm:t>
    </dgm:pt>
    <dgm:pt modelId="{6D08DB85-A7E4-4B93-9008-F59FF78547F5}">
      <dgm:prSet/>
      <dgm:spPr/>
      <dgm:t>
        <a:bodyPr/>
        <a:lstStyle/>
        <a:p>
          <a:r>
            <a:rPr lang="en-US"/>
            <a:t>4. Crear una tarea programada diaria que ejecute el script a las 09:00</a:t>
          </a:r>
        </a:p>
      </dgm:t>
    </dgm:pt>
    <dgm:pt modelId="{E3DD8B25-D848-48FA-A7F6-A33E054AF2EB}" type="parTrans" cxnId="{765A0886-3DD2-41DD-9E8C-0B2D4D5B1FD0}">
      <dgm:prSet/>
      <dgm:spPr/>
      <dgm:t>
        <a:bodyPr/>
        <a:lstStyle/>
        <a:p>
          <a:endParaRPr lang="en-US"/>
        </a:p>
      </dgm:t>
    </dgm:pt>
    <dgm:pt modelId="{1546DF53-0271-4E11-A74E-44627BBC6A7E}" type="sibTrans" cxnId="{765A0886-3DD2-41DD-9E8C-0B2D4D5B1FD0}">
      <dgm:prSet/>
      <dgm:spPr/>
      <dgm:t>
        <a:bodyPr/>
        <a:lstStyle/>
        <a:p>
          <a:endParaRPr lang="en-US"/>
        </a:p>
      </dgm:t>
    </dgm:pt>
    <dgm:pt modelId="{D00BE9D6-E0B9-4BCC-9AB6-281B5389F7DB}" type="pres">
      <dgm:prSet presAssocID="{E2E49BA1-E426-4E8E-AFE7-D681E394C13C}" presName="linear" presStyleCnt="0">
        <dgm:presLayoutVars>
          <dgm:animLvl val="lvl"/>
          <dgm:resizeHandles val="exact"/>
        </dgm:presLayoutVars>
      </dgm:prSet>
      <dgm:spPr/>
    </dgm:pt>
    <dgm:pt modelId="{5EFF9D8F-4783-4727-9F2A-671F28A671F8}" type="pres">
      <dgm:prSet presAssocID="{6438A794-D092-4427-8D0F-8779EAC011A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5EAEC89-572A-45C9-B9FD-68F6BACFDA9F}" type="pres">
      <dgm:prSet presAssocID="{55C2F59E-C4E3-4BDC-AA94-C6F8F66582EA}" presName="spacer" presStyleCnt="0"/>
      <dgm:spPr/>
    </dgm:pt>
    <dgm:pt modelId="{40FA5915-DB58-4C9A-9AA7-55CF2B6F8C50}" type="pres">
      <dgm:prSet presAssocID="{64A3D478-81B6-4748-839F-63DB71AEFBD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97AB65D-D1D9-4E81-B891-04D6BD8381A9}" type="pres">
      <dgm:prSet presAssocID="{E40F9337-C88E-4A5F-AAD3-23A55D59FE8F}" presName="spacer" presStyleCnt="0"/>
      <dgm:spPr/>
    </dgm:pt>
    <dgm:pt modelId="{FC79F664-3094-4F99-9D24-B453B75A69A8}" type="pres">
      <dgm:prSet presAssocID="{463D52BE-65F8-480C-82DC-878F5ECC102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D7F26BA-9B4F-4AE1-8336-7204917F7F0D}" type="pres">
      <dgm:prSet presAssocID="{F6FD107B-22B6-4EE3-BB43-550FAD064257}" presName="spacer" presStyleCnt="0"/>
      <dgm:spPr/>
    </dgm:pt>
    <dgm:pt modelId="{A51B31E1-7600-4560-BBCF-2C8C62477F42}" type="pres">
      <dgm:prSet presAssocID="{6D08DB85-A7E4-4B93-9008-F59FF78547F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36C2605-5A86-43D9-ACE0-82F1948FECE9}" srcId="{E2E49BA1-E426-4E8E-AFE7-D681E394C13C}" destId="{64A3D478-81B6-4748-839F-63DB71AEFBD9}" srcOrd="1" destOrd="0" parTransId="{7C442902-9F62-489A-AD86-4702BD555DEE}" sibTransId="{E40F9337-C88E-4A5F-AAD3-23A55D59FE8F}"/>
    <dgm:cxn modelId="{7CD39C10-299E-4F8B-B54C-DF533682CC3A}" type="presOf" srcId="{E2E49BA1-E426-4E8E-AFE7-D681E394C13C}" destId="{D00BE9D6-E0B9-4BCC-9AB6-281B5389F7DB}" srcOrd="0" destOrd="0" presId="urn:microsoft.com/office/officeart/2005/8/layout/vList2"/>
    <dgm:cxn modelId="{DD9C7411-3CA8-44F4-AD0F-2014F89CA54E}" type="presOf" srcId="{6438A794-D092-4427-8D0F-8779EAC011A0}" destId="{5EFF9D8F-4783-4727-9F2A-671F28A671F8}" srcOrd="0" destOrd="0" presId="urn:microsoft.com/office/officeart/2005/8/layout/vList2"/>
    <dgm:cxn modelId="{F5DEC12D-6591-4273-A221-F0E2699296FC}" type="presOf" srcId="{6D08DB85-A7E4-4B93-9008-F59FF78547F5}" destId="{A51B31E1-7600-4560-BBCF-2C8C62477F42}" srcOrd="0" destOrd="0" presId="urn:microsoft.com/office/officeart/2005/8/layout/vList2"/>
    <dgm:cxn modelId="{E0BB8341-360C-4792-8AAF-3924B629FDC1}" srcId="{E2E49BA1-E426-4E8E-AFE7-D681E394C13C}" destId="{463D52BE-65F8-480C-82DC-878F5ECC1024}" srcOrd="2" destOrd="0" parTransId="{984E8B2B-83CE-4B63-8472-EA77666D1BF4}" sibTransId="{F6FD107B-22B6-4EE3-BB43-550FAD064257}"/>
    <dgm:cxn modelId="{765A0886-3DD2-41DD-9E8C-0B2D4D5B1FD0}" srcId="{E2E49BA1-E426-4E8E-AFE7-D681E394C13C}" destId="{6D08DB85-A7E4-4B93-9008-F59FF78547F5}" srcOrd="3" destOrd="0" parTransId="{E3DD8B25-D848-48FA-A7F6-A33E054AF2EB}" sibTransId="{1546DF53-0271-4E11-A74E-44627BBC6A7E}"/>
    <dgm:cxn modelId="{941F50DC-9E2B-4BD6-BFE8-662E218BB312}" type="presOf" srcId="{463D52BE-65F8-480C-82DC-878F5ECC1024}" destId="{FC79F664-3094-4F99-9D24-B453B75A69A8}" srcOrd="0" destOrd="0" presId="urn:microsoft.com/office/officeart/2005/8/layout/vList2"/>
    <dgm:cxn modelId="{2B39D9E9-5B8E-4B99-8434-F24636EDC924}" type="presOf" srcId="{64A3D478-81B6-4748-839F-63DB71AEFBD9}" destId="{40FA5915-DB58-4C9A-9AA7-55CF2B6F8C50}" srcOrd="0" destOrd="0" presId="urn:microsoft.com/office/officeart/2005/8/layout/vList2"/>
    <dgm:cxn modelId="{756277FD-3714-4AD4-AFDF-D5696A879099}" srcId="{E2E49BA1-E426-4E8E-AFE7-D681E394C13C}" destId="{6438A794-D092-4427-8D0F-8779EAC011A0}" srcOrd="0" destOrd="0" parTransId="{1378E0F3-AAD6-4767-A961-D0742F8AFDDC}" sibTransId="{55C2F59E-C4E3-4BDC-AA94-C6F8F66582EA}"/>
    <dgm:cxn modelId="{5B056961-42F1-4C58-B0AA-623D4A5FAB15}" type="presParOf" srcId="{D00BE9D6-E0B9-4BCC-9AB6-281B5389F7DB}" destId="{5EFF9D8F-4783-4727-9F2A-671F28A671F8}" srcOrd="0" destOrd="0" presId="urn:microsoft.com/office/officeart/2005/8/layout/vList2"/>
    <dgm:cxn modelId="{C677B496-1CCD-489D-9CD0-B2607B53DBC6}" type="presParOf" srcId="{D00BE9D6-E0B9-4BCC-9AB6-281B5389F7DB}" destId="{B5EAEC89-572A-45C9-B9FD-68F6BACFDA9F}" srcOrd="1" destOrd="0" presId="urn:microsoft.com/office/officeart/2005/8/layout/vList2"/>
    <dgm:cxn modelId="{FFC48043-2825-4B02-9B9B-86DED81587E0}" type="presParOf" srcId="{D00BE9D6-E0B9-4BCC-9AB6-281B5389F7DB}" destId="{40FA5915-DB58-4C9A-9AA7-55CF2B6F8C50}" srcOrd="2" destOrd="0" presId="urn:microsoft.com/office/officeart/2005/8/layout/vList2"/>
    <dgm:cxn modelId="{828FC27E-305F-48D6-BC56-0B9D1BD46C4C}" type="presParOf" srcId="{D00BE9D6-E0B9-4BCC-9AB6-281B5389F7DB}" destId="{D97AB65D-D1D9-4E81-B891-04D6BD8381A9}" srcOrd="3" destOrd="0" presId="urn:microsoft.com/office/officeart/2005/8/layout/vList2"/>
    <dgm:cxn modelId="{97107209-7890-4C15-8529-94F2D2278298}" type="presParOf" srcId="{D00BE9D6-E0B9-4BCC-9AB6-281B5389F7DB}" destId="{FC79F664-3094-4F99-9D24-B453B75A69A8}" srcOrd="4" destOrd="0" presId="urn:microsoft.com/office/officeart/2005/8/layout/vList2"/>
    <dgm:cxn modelId="{354A8494-6B31-4907-AAF1-F1B8AF7C41A0}" type="presParOf" srcId="{D00BE9D6-E0B9-4BCC-9AB6-281B5389F7DB}" destId="{7D7F26BA-9B4F-4AE1-8336-7204917F7F0D}" srcOrd="5" destOrd="0" presId="urn:microsoft.com/office/officeart/2005/8/layout/vList2"/>
    <dgm:cxn modelId="{211585CD-DB68-4A32-B4CD-F099937933B6}" type="presParOf" srcId="{D00BE9D6-E0B9-4BCC-9AB6-281B5389F7DB}" destId="{A51B31E1-7600-4560-BBCF-2C8C62477F4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6A3D342-C941-4463-ACDF-D3F36A45EE1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BB54824-BF50-40A7-ACE0-A340FB0188B9}">
      <dgm:prSet/>
      <dgm:spPr/>
      <dgm:t>
        <a:bodyPr/>
        <a:lstStyle/>
        <a:p>
          <a:r>
            <a:rPr lang="es-ES" b="1"/>
            <a:t>Proyecto 2: Auditoría rápida del sistema</a:t>
          </a:r>
          <a:endParaRPr lang="en-US"/>
        </a:p>
      </dgm:t>
    </dgm:pt>
    <dgm:pt modelId="{43AD821D-629C-48A9-BA84-24735871A4A6}" type="parTrans" cxnId="{8A8821C9-64DA-43A9-AD25-28AC8C71187B}">
      <dgm:prSet/>
      <dgm:spPr/>
      <dgm:t>
        <a:bodyPr/>
        <a:lstStyle/>
        <a:p>
          <a:endParaRPr lang="en-US"/>
        </a:p>
      </dgm:t>
    </dgm:pt>
    <dgm:pt modelId="{F9C2AA6E-83F8-430F-A2D9-291E8A0DB838}" type="sibTrans" cxnId="{8A8821C9-64DA-43A9-AD25-28AC8C71187B}">
      <dgm:prSet/>
      <dgm:spPr/>
      <dgm:t>
        <a:bodyPr/>
        <a:lstStyle/>
        <a:p>
          <a:endParaRPr lang="en-US"/>
        </a:p>
      </dgm:t>
    </dgm:pt>
    <dgm:pt modelId="{95A2EBA1-17BB-42F9-B7D5-7BE5A934FC93}">
      <dgm:prSet/>
      <dgm:spPr/>
      <dgm:t>
        <a:bodyPr/>
        <a:lstStyle/>
        <a:p>
          <a:r>
            <a:rPr lang="es-ES" b="1"/>
            <a:t>🧭 Objetivos del script</a:t>
          </a:r>
          <a:endParaRPr lang="en-US"/>
        </a:p>
      </dgm:t>
    </dgm:pt>
    <dgm:pt modelId="{25BA8388-3EA3-406F-B82B-7D29135EE25B}" type="parTrans" cxnId="{938F3BFD-E5A7-4645-8FC1-93D7C907A240}">
      <dgm:prSet/>
      <dgm:spPr/>
      <dgm:t>
        <a:bodyPr/>
        <a:lstStyle/>
        <a:p>
          <a:endParaRPr lang="en-US"/>
        </a:p>
      </dgm:t>
    </dgm:pt>
    <dgm:pt modelId="{4FF1E0ED-2A69-474E-901A-0C8E9729AC8D}" type="sibTrans" cxnId="{938F3BFD-E5A7-4645-8FC1-93D7C907A240}">
      <dgm:prSet/>
      <dgm:spPr/>
      <dgm:t>
        <a:bodyPr/>
        <a:lstStyle/>
        <a:p>
          <a:endParaRPr lang="en-US"/>
        </a:p>
      </dgm:t>
    </dgm:pt>
    <dgm:pt modelId="{354EB855-04B7-4B91-8DB0-385AD73A1B2D}">
      <dgm:prSet/>
      <dgm:spPr/>
      <dgm:t>
        <a:bodyPr/>
        <a:lstStyle/>
        <a:p>
          <a:r>
            <a:rPr lang="es-ES"/>
            <a:t>Comprobar y guardar el </a:t>
          </a:r>
          <a:r>
            <a:rPr lang="es-ES" b="1"/>
            <a:t>espacio libre en disco</a:t>
          </a:r>
          <a:r>
            <a:rPr lang="es-ES"/>
            <a:t>.</a:t>
          </a:r>
          <a:endParaRPr lang="en-US"/>
        </a:p>
      </dgm:t>
    </dgm:pt>
    <dgm:pt modelId="{350AA4D3-628E-4D8A-BBB5-F6825BD8783A}" type="parTrans" cxnId="{C401B3C8-1EF0-48AA-BF9B-B67C0DF512D8}">
      <dgm:prSet/>
      <dgm:spPr/>
      <dgm:t>
        <a:bodyPr/>
        <a:lstStyle/>
        <a:p>
          <a:endParaRPr lang="en-US"/>
        </a:p>
      </dgm:t>
    </dgm:pt>
    <dgm:pt modelId="{81DC747E-88F9-46FC-88A5-7DB0171312C7}" type="sibTrans" cxnId="{C401B3C8-1EF0-48AA-BF9B-B67C0DF512D8}">
      <dgm:prSet/>
      <dgm:spPr/>
      <dgm:t>
        <a:bodyPr/>
        <a:lstStyle/>
        <a:p>
          <a:endParaRPr lang="en-US"/>
        </a:p>
      </dgm:t>
    </dgm:pt>
    <dgm:pt modelId="{95DAD303-9EF3-42D6-9077-1A9B797B1AC5}">
      <dgm:prSet/>
      <dgm:spPr/>
      <dgm:t>
        <a:bodyPr/>
        <a:lstStyle/>
        <a:p>
          <a:r>
            <a:rPr lang="es-ES"/>
            <a:t>Guardar una lista de los </a:t>
          </a:r>
          <a:r>
            <a:rPr lang="es-ES" b="1"/>
            <a:t>procesos más activos</a:t>
          </a:r>
          <a:r>
            <a:rPr lang="es-ES"/>
            <a:t> (por CPU).</a:t>
          </a:r>
          <a:endParaRPr lang="en-US"/>
        </a:p>
      </dgm:t>
    </dgm:pt>
    <dgm:pt modelId="{16E69016-6769-456C-BF3F-C5DF1DCDA6A9}" type="parTrans" cxnId="{87DE29C4-D52B-4F52-83A8-DD1BBC306821}">
      <dgm:prSet/>
      <dgm:spPr/>
      <dgm:t>
        <a:bodyPr/>
        <a:lstStyle/>
        <a:p>
          <a:endParaRPr lang="en-US"/>
        </a:p>
      </dgm:t>
    </dgm:pt>
    <dgm:pt modelId="{6A939BDF-68B5-4DD9-94D3-068F7229D991}" type="sibTrans" cxnId="{87DE29C4-D52B-4F52-83A8-DD1BBC306821}">
      <dgm:prSet/>
      <dgm:spPr/>
      <dgm:t>
        <a:bodyPr/>
        <a:lstStyle/>
        <a:p>
          <a:endParaRPr lang="en-US"/>
        </a:p>
      </dgm:t>
    </dgm:pt>
    <dgm:pt modelId="{50212F57-B34A-4DFD-A4E0-4BD02BAC65C9}">
      <dgm:prSet/>
      <dgm:spPr/>
      <dgm:t>
        <a:bodyPr/>
        <a:lstStyle/>
        <a:p>
          <a:r>
            <a:rPr lang="es-ES"/>
            <a:t>Guardar información de los </a:t>
          </a:r>
          <a:r>
            <a:rPr lang="es-ES" b="1"/>
            <a:t>adaptadores de red</a:t>
          </a:r>
          <a:r>
            <a:rPr lang="es-ES"/>
            <a:t>.</a:t>
          </a:r>
          <a:endParaRPr lang="en-US"/>
        </a:p>
      </dgm:t>
    </dgm:pt>
    <dgm:pt modelId="{08734FC1-3A1A-4F73-85CB-32CC473697E0}" type="parTrans" cxnId="{54E19EC0-9992-4336-BEA0-BF02C864F6C9}">
      <dgm:prSet/>
      <dgm:spPr/>
      <dgm:t>
        <a:bodyPr/>
        <a:lstStyle/>
        <a:p>
          <a:endParaRPr lang="en-US"/>
        </a:p>
      </dgm:t>
    </dgm:pt>
    <dgm:pt modelId="{C1F6637F-F238-4B31-AA8F-EE22D0225C41}" type="sibTrans" cxnId="{54E19EC0-9992-4336-BEA0-BF02C864F6C9}">
      <dgm:prSet/>
      <dgm:spPr/>
      <dgm:t>
        <a:bodyPr/>
        <a:lstStyle/>
        <a:p>
          <a:endParaRPr lang="en-US"/>
        </a:p>
      </dgm:t>
    </dgm:pt>
    <dgm:pt modelId="{91B783A2-8586-4405-8A90-7BF99528201E}">
      <dgm:prSet/>
      <dgm:spPr/>
      <dgm:t>
        <a:bodyPr/>
        <a:lstStyle/>
        <a:p>
          <a:r>
            <a:rPr lang="es-ES"/>
            <a:t>Guardar todos los informes en C:\Auditoria.</a:t>
          </a:r>
          <a:endParaRPr lang="en-US"/>
        </a:p>
      </dgm:t>
    </dgm:pt>
    <dgm:pt modelId="{92F94C14-3A2C-4A17-8125-7268161C1C52}" type="parTrans" cxnId="{9FD13C0F-DF0E-43D7-B449-21F3089E7E3D}">
      <dgm:prSet/>
      <dgm:spPr/>
      <dgm:t>
        <a:bodyPr/>
        <a:lstStyle/>
        <a:p>
          <a:endParaRPr lang="en-US"/>
        </a:p>
      </dgm:t>
    </dgm:pt>
    <dgm:pt modelId="{1419FA2F-2AD9-4881-8CD3-51B92027544E}" type="sibTrans" cxnId="{9FD13C0F-DF0E-43D7-B449-21F3089E7E3D}">
      <dgm:prSet/>
      <dgm:spPr/>
      <dgm:t>
        <a:bodyPr/>
        <a:lstStyle/>
        <a:p>
          <a:endParaRPr lang="en-US"/>
        </a:p>
      </dgm:t>
    </dgm:pt>
    <dgm:pt modelId="{60DC0039-C6B9-46FC-92BA-00AE1AD95776}">
      <dgm:prSet/>
      <dgm:spPr/>
      <dgm:t>
        <a:bodyPr/>
        <a:lstStyle/>
        <a:p>
          <a:r>
            <a:rPr lang="es-ES"/>
            <a:t>Crear una </a:t>
          </a:r>
          <a:r>
            <a:rPr lang="es-ES" b="1"/>
            <a:t>tarea programada que se ejecute una sola vez</a:t>
          </a:r>
          <a:r>
            <a:rPr lang="es-ES"/>
            <a:t> (por ejemplo, dentro de 2 minutos).</a:t>
          </a:r>
          <a:endParaRPr lang="en-US"/>
        </a:p>
      </dgm:t>
    </dgm:pt>
    <dgm:pt modelId="{278E51BF-A8E3-4C27-B59F-4E80DBA75E66}" type="parTrans" cxnId="{F37B31D4-9EAA-4E94-8DEF-BCEB084FE134}">
      <dgm:prSet/>
      <dgm:spPr/>
      <dgm:t>
        <a:bodyPr/>
        <a:lstStyle/>
        <a:p>
          <a:endParaRPr lang="en-US"/>
        </a:p>
      </dgm:t>
    </dgm:pt>
    <dgm:pt modelId="{2B311B94-A14E-417F-B737-FEBEE77BDBD4}" type="sibTrans" cxnId="{F37B31D4-9EAA-4E94-8DEF-BCEB084FE134}">
      <dgm:prSet/>
      <dgm:spPr/>
      <dgm:t>
        <a:bodyPr/>
        <a:lstStyle/>
        <a:p>
          <a:endParaRPr lang="en-US"/>
        </a:p>
      </dgm:t>
    </dgm:pt>
    <dgm:pt modelId="{638E6D41-4E38-477F-8E69-13ECADC0A9BA}" type="pres">
      <dgm:prSet presAssocID="{B6A3D342-C941-4463-ACDF-D3F36A45EE15}" presName="linear" presStyleCnt="0">
        <dgm:presLayoutVars>
          <dgm:animLvl val="lvl"/>
          <dgm:resizeHandles val="exact"/>
        </dgm:presLayoutVars>
      </dgm:prSet>
      <dgm:spPr/>
    </dgm:pt>
    <dgm:pt modelId="{5DD2CFA6-CB4E-4A49-9145-A37794F2381A}" type="pres">
      <dgm:prSet presAssocID="{2BB54824-BF50-40A7-ACE0-A340FB0188B9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C7731823-F57F-4827-BF34-2E85AB9136C8}" type="pres">
      <dgm:prSet presAssocID="{F9C2AA6E-83F8-430F-A2D9-291E8A0DB838}" presName="spacer" presStyleCnt="0"/>
      <dgm:spPr/>
    </dgm:pt>
    <dgm:pt modelId="{906F83B6-1BC4-429B-9E03-1E408820CFAD}" type="pres">
      <dgm:prSet presAssocID="{95A2EBA1-17BB-42F9-B7D5-7BE5A934FC93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ECF27C27-FC36-4B98-9264-2C2B887CE55C}" type="pres">
      <dgm:prSet presAssocID="{4FF1E0ED-2A69-474E-901A-0C8E9729AC8D}" presName="spacer" presStyleCnt="0"/>
      <dgm:spPr/>
    </dgm:pt>
    <dgm:pt modelId="{9F55D3DA-7953-4485-BA19-BAB882CFA7F1}" type="pres">
      <dgm:prSet presAssocID="{354EB855-04B7-4B91-8DB0-385AD73A1B2D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A7183A79-C349-4FCD-9B28-015649EDAF0C}" type="pres">
      <dgm:prSet presAssocID="{81DC747E-88F9-46FC-88A5-7DB0171312C7}" presName="spacer" presStyleCnt="0"/>
      <dgm:spPr/>
    </dgm:pt>
    <dgm:pt modelId="{E010F8F9-65D8-4C6B-AE32-0304B1FC6CAC}" type="pres">
      <dgm:prSet presAssocID="{95DAD303-9EF3-42D6-9077-1A9B797B1AC5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FB55E6C9-E428-435B-8DD2-5897CDBEC6A5}" type="pres">
      <dgm:prSet presAssocID="{6A939BDF-68B5-4DD9-94D3-068F7229D991}" presName="spacer" presStyleCnt="0"/>
      <dgm:spPr/>
    </dgm:pt>
    <dgm:pt modelId="{69A1896A-E752-4802-9364-66C37A17C79D}" type="pres">
      <dgm:prSet presAssocID="{50212F57-B34A-4DFD-A4E0-4BD02BAC65C9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D366F38E-9932-4C18-957D-A67A4EAE40EF}" type="pres">
      <dgm:prSet presAssocID="{C1F6637F-F238-4B31-AA8F-EE22D0225C41}" presName="spacer" presStyleCnt="0"/>
      <dgm:spPr/>
    </dgm:pt>
    <dgm:pt modelId="{FF38B3A4-D66B-4B39-AC47-2F9F35523AA4}" type="pres">
      <dgm:prSet presAssocID="{91B783A2-8586-4405-8A90-7BF99528201E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14B9A41E-DBF6-4A69-AA17-FAF69E7B7904}" type="pres">
      <dgm:prSet presAssocID="{1419FA2F-2AD9-4881-8CD3-51B92027544E}" presName="spacer" presStyleCnt="0"/>
      <dgm:spPr/>
    </dgm:pt>
    <dgm:pt modelId="{8BECAA80-D4DE-43DD-8EEB-9833D096C3F0}" type="pres">
      <dgm:prSet presAssocID="{60DC0039-C6B9-46FC-92BA-00AE1AD95776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9FD13C0F-DF0E-43D7-B449-21F3089E7E3D}" srcId="{B6A3D342-C941-4463-ACDF-D3F36A45EE15}" destId="{91B783A2-8586-4405-8A90-7BF99528201E}" srcOrd="5" destOrd="0" parTransId="{92F94C14-3A2C-4A17-8125-7268161C1C52}" sibTransId="{1419FA2F-2AD9-4881-8CD3-51B92027544E}"/>
    <dgm:cxn modelId="{A2BEBD2B-07AC-4F33-A84B-0CD3BCF8DD9E}" type="presOf" srcId="{95DAD303-9EF3-42D6-9077-1A9B797B1AC5}" destId="{E010F8F9-65D8-4C6B-AE32-0304B1FC6CAC}" srcOrd="0" destOrd="0" presId="urn:microsoft.com/office/officeart/2005/8/layout/vList2"/>
    <dgm:cxn modelId="{13591335-3473-4F5C-A8E3-838DCD0F2CE4}" type="presOf" srcId="{50212F57-B34A-4DFD-A4E0-4BD02BAC65C9}" destId="{69A1896A-E752-4802-9364-66C37A17C79D}" srcOrd="0" destOrd="0" presId="urn:microsoft.com/office/officeart/2005/8/layout/vList2"/>
    <dgm:cxn modelId="{BF680E62-82A1-4469-84C9-6D664CC7FF34}" type="presOf" srcId="{91B783A2-8586-4405-8A90-7BF99528201E}" destId="{FF38B3A4-D66B-4B39-AC47-2F9F35523AA4}" srcOrd="0" destOrd="0" presId="urn:microsoft.com/office/officeart/2005/8/layout/vList2"/>
    <dgm:cxn modelId="{2634786B-70AE-45C1-BC9B-565E69796395}" type="presOf" srcId="{60DC0039-C6B9-46FC-92BA-00AE1AD95776}" destId="{8BECAA80-D4DE-43DD-8EEB-9833D096C3F0}" srcOrd="0" destOrd="0" presId="urn:microsoft.com/office/officeart/2005/8/layout/vList2"/>
    <dgm:cxn modelId="{D82C7452-21DA-4224-BAE7-2DBC7C8A0860}" type="presOf" srcId="{2BB54824-BF50-40A7-ACE0-A340FB0188B9}" destId="{5DD2CFA6-CB4E-4A49-9145-A37794F2381A}" srcOrd="0" destOrd="0" presId="urn:microsoft.com/office/officeart/2005/8/layout/vList2"/>
    <dgm:cxn modelId="{4F2A5D8C-2E5D-4DC6-963F-D0B22E93988A}" type="presOf" srcId="{B6A3D342-C941-4463-ACDF-D3F36A45EE15}" destId="{638E6D41-4E38-477F-8E69-13ECADC0A9BA}" srcOrd="0" destOrd="0" presId="urn:microsoft.com/office/officeart/2005/8/layout/vList2"/>
    <dgm:cxn modelId="{A82C82AD-645A-4D36-B986-3B3547918936}" type="presOf" srcId="{95A2EBA1-17BB-42F9-B7D5-7BE5A934FC93}" destId="{906F83B6-1BC4-429B-9E03-1E408820CFAD}" srcOrd="0" destOrd="0" presId="urn:microsoft.com/office/officeart/2005/8/layout/vList2"/>
    <dgm:cxn modelId="{54E19EC0-9992-4336-BEA0-BF02C864F6C9}" srcId="{B6A3D342-C941-4463-ACDF-D3F36A45EE15}" destId="{50212F57-B34A-4DFD-A4E0-4BD02BAC65C9}" srcOrd="4" destOrd="0" parTransId="{08734FC1-3A1A-4F73-85CB-32CC473697E0}" sibTransId="{C1F6637F-F238-4B31-AA8F-EE22D0225C41}"/>
    <dgm:cxn modelId="{87DE29C4-D52B-4F52-83A8-DD1BBC306821}" srcId="{B6A3D342-C941-4463-ACDF-D3F36A45EE15}" destId="{95DAD303-9EF3-42D6-9077-1A9B797B1AC5}" srcOrd="3" destOrd="0" parTransId="{16E69016-6769-456C-BF3F-C5DF1DCDA6A9}" sibTransId="{6A939BDF-68B5-4DD9-94D3-068F7229D991}"/>
    <dgm:cxn modelId="{C401B3C8-1EF0-48AA-BF9B-B67C0DF512D8}" srcId="{B6A3D342-C941-4463-ACDF-D3F36A45EE15}" destId="{354EB855-04B7-4B91-8DB0-385AD73A1B2D}" srcOrd="2" destOrd="0" parTransId="{350AA4D3-628E-4D8A-BBB5-F6825BD8783A}" sibTransId="{81DC747E-88F9-46FC-88A5-7DB0171312C7}"/>
    <dgm:cxn modelId="{8A8821C9-64DA-43A9-AD25-28AC8C71187B}" srcId="{B6A3D342-C941-4463-ACDF-D3F36A45EE15}" destId="{2BB54824-BF50-40A7-ACE0-A340FB0188B9}" srcOrd="0" destOrd="0" parTransId="{43AD821D-629C-48A9-BA84-24735871A4A6}" sibTransId="{F9C2AA6E-83F8-430F-A2D9-291E8A0DB838}"/>
    <dgm:cxn modelId="{F37B31D4-9EAA-4E94-8DEF-BCEB084FE134}" srcId="{B6A3D342-C941-4463-ACDF-D3F36A45EE15}" destId="{60DC0039-C6B9-46FC-92BA-00AE1AD95776}" srcOrd="6" destOrd="0" parTransId="{278E51BF-A8E3-4C27-B59F-4E80DBA75E66}" sibTransId="{2B311B94-A14E-417F-B737-FEBEE77BDBD4}"/>
    <dgm:cxn modelId="{E8433CEB-B90B-4D48-9D58-83A90D1C713E}" type="presOf" srcId="{354EB855-04B7-4B91-8DB0-385AD73A1B2D}" destId="{9F55D3DA-7953-4485-BA19-BAB882CFA7F1}" srcOrd="0" destOrd="0" presId="urn:microsoft.com/office/officeart/2005/8/layout/vList2"/>
    <dgm:cxn modelId="{938F3BFD-E5A7-4645-8FC1-93D7C907A240}" srcId="{B6A3D342-C941-4463-ACDF-D3F36A45EE15}" destId="{95A2EBA1-17BB-42F9-B7D5-7BE5A934FC93}" srcOrd="1" destOrd="0" parTransId="{25BA8388-3EA3-406F-B82B-7D29135EE25B}" sibTransId="{4FF1E0ED-2A69-474E-901A-0C8E9729AC8D}"/>
    <dgm:cxn modelId="{2ECBAA0B-E5F4-4438-9BF1-202325B3A087}" type="presParOf" srcId="{638E6D41-4E38-477F-8E69-13ECADC0A9BA}" destId="{5DD2CFA6-CB4E-4A49-9145-A37794F2381A}" srcOrd="0" destOrd="0" presId="urn:microsoft.com/office/officeart/2005/8/layout/vList2"/>
    <dgm:cxn modelId="{900200CE-0D19-46D2-AF38-FB877B413BA1}" type="presParOf" srcId="{638E6D41-4E38-477F-8E69-13ECADC0A9BA}" destId="{C7731823-F57F-4827-BF34-2E85AB9136C8}" srcOrd="1" destOrd="0" presId="urn:microsoft.com/office/officeart/2005/8/layout/vList2"/>
    <dgm:cxn modelId="{683F1459-19F1-4CFF-8FD4-39A5BA86462E}" type="presParOf" srcId="{638E6D41-4E38-477F-8E69-13ECADC0A9BA}" destId="{906F83B6-1BC4-429B-9E03-1E408820CFAD}" srcOrd="2" destOrd="0" presId="urn:microsoft.com/office/officeart/2005/8/layout/vList2"/>
    <dgm:cxn modelId="{3225937D-54F4-4F8E-BB66-00D3957D568F}" type="presParOf" srcId="{638E6D41-4E38-477F-8E69-13ECADC0A9BA}" destId="{ECF27C27-FC36-4B98-9264-2C2B887CE55C}" srcOrd="3" destOrd="0" presId="urn:microsoft.com/office/officeart/2005/8/layout/vList2"/>
    <dgm:cxn modelId="{1EC86144-2A77-4909-B7D4-02CA7A09FE5F}" type="presParOf" srcId="{638E6D41-4E38-477F-8E69-13ECADC0A9BA}" destId="{9F55D3DA-7953-4485-BA19-BAB882CFA7F1}" srcOrd="4" destOrd="0" presId="urn:microsoft.com/office/officeart/2005/8/layout/vList2"/>
    <dgm:cxn modelId="{74ACB1A1-9E55-46BE-9DE6-56AE82139007}" type="presParOf" srcId="{638E6D41-4E38-477F-8E69-13ECADC0A9BA}" destId="{A7183A79-C349-4FCD-9B28-015649EDAF0C}" srcOrd="5" destOrd="0" presId="urn:microsoft.com/office/officeart/2005/8/layout/vList2"/>
    <dgm:cxn modelId="{9A1D5E5C-1FB5-4D11-A283-40C00255961B}" type="presParOf" srcId="{638E6D41-4E38-477F-8E69-13ECADC0A9BA}" destId="{E010F8F9-65D8-4C6B-AE32-0304B1FC6CAC}" srcOrd="6" destOrd="0" presId="urn:microsoft.com/office/officeart/2005/8/layout/vList2"/>
    <dgm:cxn modelId="{D8BEB4CF-BDF7-4CB3-8169-A428812195BC}" type="presParOf" srcId="{638E6D41-4E38-477F-8E69-13ECADC0A9BA}" destId="{FB55E6C9-E428-435B-8DD2-5897CDBEC6A5}" srcOrd="7" destOrd="0" presId="urn:microsoft.com/office/officeart/2005/8/layout/vList2"/>
    <dgm:cxn modelId="{FF195A3C-721D-4627-80C1-A952A07487C7}" type="presParOf" srcId="{638E6D41-4E38-477F-8E69-13ECADC0A9BA}" destId="{69A1896A-E752-4802-9364-66C37A17C79D}" srcOrd="8" destOrd="0" presId="urn:microsoft.com/office/officeart/2005/8/layout/vList2"/>
    <dgm:cxn modelId="{76EA3F72-77C8-4266-94B2-0E4EE38339B4}" type="presParOf" srcId="{638E6D41-4E38-477F-8E69-13ECADC0A9BA}" destId="{D366F38E-9932-4C18-957D-A67A4EAE40EF}" srcOrd="9" destOrd="0" presId="urn:microsoft.com/office/officeart/2005/8/layout/vList2"/>
    <dgm:cxn modelId="{1B515B16-AB14-4ADC-8AD1-372DA9D14759}" type="presParOf" srcId="{638E6D41-4E38-477F-8E69-13ECADC0A9BA}" destId="{FF38B3A4-D66B-4B39-AC47-2F9F35523AA4}" srcOrd="10" destOrd="0" presId="urn:microsoft.com/office/officeart/2005/8/layout/vList2"/>
    <dgm:cxn modelId="{5B082280-2FB1-4E47-AA9E-308CDB1A2186}" type="presParOf" srcId="{638E6D41-4E38-477F-8E69-13ECADC0A9BA}" destId="{14B9A41E-DBF6-4A69-AA17-FAF69E7B7904}" srcOrd="11" destOrd="0" presId="urn:microsoft.com/office/officeart/2005/8/layout/vList2"/>
    <dgm:cxn modelId="{FD470E94-2A05-42D3-A464-623D12ACFEAB}" type="presParOf" srcId="{638E6D41-4E38-477F-8E69-13ECADC0A9BA}" destId="{8BECAA80-D4DE-43DD-8EEB-9833D096C3F0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6CEAA88-D861-4FD0-A875-133C032D2F0A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38B03A0-8074-4ABF-BFBB-BFA19A1D4B07}">
      <dgm:prSet/>
      <dgm:spPr/>
      <dgm:t>
        <a:bodyPr/>
        <a:lstStyle/>
        <a:p>
          <a:r>
            <a:rPr lang="en-US"/>
            <a:t>• Test-Connection, Test-NetConnection, Get-NetIPAddress, Get-NetAdapter</a:t>
          </a:r>
        </a:p>
      </dgm:t>
    </dgm:pt>
    <dgm:pt modelId="{B3C065DA-9C75-432D-9973-55E3414DCEE5}" type="parTrans" cxnId="{A3B09FA2-357C-4E26-AB53-1B0EC710BB50}">
      <dgm:prSet/>
      <dgm:spPr/>
      <dgm:t>
        <a:bodyPr/>
        <a:lstStyle/>
        <a:p>
          <a:endParaRPr lang="en-US"/>
        </a:p>
      </dgm:t>
    </dgm:pt>
    <dgm:pt modelId="{27A10DD7-A2B3-4D78-98AE-6E10DF423CCD}" type="sibTrans" cxnId="{A3B09FA2-357C-4E26-AB53-1B0EC710BB50}">
      <dgm:prSet/>
      <dgm:spPr/>
      <dgm:t>
        <a:bodyPr/>
        <a:lstStyle/>
        <a:p>
          <a:endParaRPr lang="en-US"/>
        </a:p>
      </dgm:t>
    </dgm:pt>
    <dgm:pt modelId="{7A577A39-37C2-4559-AD46-3CBF6993017C}">
      <dgm:prSet/>
      <dgm:spPr/>
      <dgm:t>
        <a:bodyPr/>
        <a:lstStyle/>
        <a:p>
          <a:r>
            <a:rPr lang="en-US"/>
            <a:t>• Get-EventLog, Get-WinEvent</a:t>
          </a:r>
        </a:p>
      </dgm:t>
    </dgm:pt>
    <dgm:pt modelId="{321989BA-83CB-4AB1-91F3-24EAA1C7C16E}" type="parTrans" cxnId="{61744E61-8696-4E3E-9964-3C6803CA63D7}">
      <dgm:prSet/>
      <dgm:spPr/>
      <dgm:t>
        <a:bodyPr/>
        <a:lstStyle/>
        <a:p>
          <a:endParaRPr lang="en-US"/>
        </a:p>
      </dgm:t>
    </dgm:pt>
    <dgm:pt modelId="{DB960074-D097-4649-8325-5AF22662169A}" type="sibTrans" cxnId="{61744E61-8696-4E3E-9964-3C6803CA63D7}">
      <dgm:prSet/>
      <dgm:spPr/>
      <dgm:t>
        <a:bodyPr/>
        <a:lstStyle/>
        <a:p>
          <a:endParaRPr lang="en-US"/>
        </a:p>
      </dgm:t>
    </dgm:pt>
    <dgm:pt modelId="{0A959588-3285-4E30-9ACD-8DE6A096CFF5}">
      <dgm:prSet/>
      <dgm:spPr/>
      <dgm:t>
        <a:bodyPr/>
        <a:lstStyle/>
        <a:p>
          <a:r>
            <a:rPr lang="en-US"/>
            <a:t>• Get-ScheduledTask, Register-ScheduledTask, Unregister-ScheduledTask</a:t>
          </a:r>
        </a:p>
      </dgm:t>
    </dgm:pt>
    <dgm:pt modelId="{1004C761-1A04-45CD-8C42-7D1262E0D632}" type="parTrans" cxnId="{D6E57C73-84E1-4430-B040-B16172B148F2}">
      <dgm:prSet/>
      <dgm:spPr/>
      <dgm:t>
        <a:bodyPr/>
        <a:lstStyle/>
        <a:p>
          <a:endParaRPr lang="en-US"/>
        </a:p>
      </dgm:t>
    </dgm:pt>
    <dgm:pt modelId="{4C95085D-35C7-4653-9511-079E76216045}" type="sibTrans" cxnId="{D6E57C73-84E1-4430-B040-B16172B148F2}">
      <dgm:prSet/>
      <dgm:spPr/>
      <dgm:t>
        <a:bodyPr/>
        <a:lstStyle/>
        <a:p>
          <a:endParaRPr lang="en-US"/>
        </a:p>
      </dgm:t>
    </dgm:pt>
    <dgm:pt modelId="{99BFF17C-C6AC-4364-BFB9-468FCA845FC6}">
      <dgm:prSet/>
      <dgm:spPr/>
      <dgm:t>
        <a:bodyPr/>
        <a:lstStyle/>
        <a:p>
          <a:r>
            <a:rPr lang="en-US"/>
            <a:t>• Exportación de resultados</a:t>
          </a:r>
        </a:p>
      </dgm:t>
    </dgm:pt>
    <dgm:pt modelId="{6CC75C43-4C61-4544-BF8D-369787345A0B}" type="parTrans" cxnId="{70E77765-B2A6-4FEE-BDC8-A232EB63A45E}">
      <dgm:prSet/>
      <dgm:spPr/>
      <dgm:t>
        <a:bodyPr/>
        <a:lstStyle/>
        <a:p>
          <a:endParaRPr lang="en-US"/>
        </a:p>
      </dgm:t>
    </dgm:pt>
    <dgm:pt modelId="{A8D555CE-76DC-4F64-B805-375C4C1952A5}" type="sibTrans" cxnId="{70E77765-B2A6-4FEE-BDC8-A232EB63A45E}">
      <dgm:prSet/>
      <dgm:spPr/>
      <dgm:t>
        <a:bodyPr/>
        <a:lstStyle/>
        <a:p>
          <a:endParaRPr lang="en-US"/>
        </a:p>
      </dgm:t>
    </dgm:pt>
    <dgm:pt modelId="{3E9F2A3D-DF21-4DA6-AA29-0A51465C3BFE}">
      <dgm:prSet/>
      <dgm:spPr/>
      <dgm:t>
        <a:bodyPr/>
        <a:lstStyle/>
        <a:p>
          <a:r>
            <a:rPr lang="en-US"/>
            <a:t>• Microproyecto de integración</a:t>
          </a:r>
        </a:p>
      </dgm:t>
    </dgm:pt>
    <dgm:pt modelId="{91574DAB-3531-4517-8E88-E5E8DD0CDDDD}" type="parTrans" cxnId="{D7B58C03-F910-42D1-973A-9AE8E4ABDF6B}">
      <dgm:prSet/>
      <dgm:spPr/>
      <dgm:t>
        <a:bodyPr/>
        <a:lstStyle/>
        <a:p>
          <a:endParaRPr lang="en-US"/>
        </a:p>
      </dgm:t>
    </dgm:pt>
    <dgm:pt modelId="{C49FDFD8-71E9-4A00-85A4-A8531C608F64}" type="sibTrans" cxnId="{D7B58C03-F910-42D1-973A-9AE8E4ABDF6B}">
      <dgm:prSet/>
      <dgm:spPr/>
      <dgm:t>
        <a:bodyPr/>
        <a:lstStyle/>
        <a:p>
          <a:endParaRPr lang="en-US"/>
        </a:p>
      </dgm:t>
    </dgm:pt>
    <dgm:pt modelId="{A08EF5E8-3E27-4667-A45D-AC001D737441}" type="pres">
      <dgm:prSet presAssocID="{16CEAA88-D861-4FD0-A875-133C032D2F0A}" presName="vert0" presStyleCnt="0">
        <dgm:presLayoutVars>
          <dgm:dir/>
          <dgm:animOne val="branch"/>
          <dgm:animLvl val="lvl"/>
        </dgm:presLayoutVars>
      </dgm:prSet>
      <dgm:spPr/>
    </dgm:pt>
    <dgm:pt modelId="{3C8EC660-80EB-44A3-AFBA-1E5405967FC6}" type="pres">
      <dgm:prSet presAssocID="{238B03A0-8074-4ABF-BFBB-BFA19A1D4B07}" presName="thickLine" presStyleLbl="alignNode1" presStyleIdx="0" presStyleCnt="5"/>
      <dgm:spPr/>
    </dgm:pt>
    <dgm:pt modelId="{C0A3C113-AC2A-4E7D-A396-20CEDF48EDC1}" type="pres">
      <dgm:prSet presAssocID="{238B03A0-8074-4ABF-BFBB-BFA19A1D4B07}" presName="horz1" presStyleCnt="0"/>
      <dgm:spPr/>
    </dgm:pt>
    <dgm:pt modelId="{614688FC-E57A-4744-8F5C-8E2E85BD830B}" type="pres">
      <dgm:prSet presAssocID="{238B03A0-8074-4ABF-BFBB-BFA19A1D4B07}" presName="tx1" presStyleLbl="revTx" presStyleIdx="0" presStyleCnt="5"/>
      <dgm:spPr/>
    </dgm:pt>
    <dgm:pt modelId="{4BC03D3B-8650-47EE-B154-9D9892872CBE}" type="pres">
      <dgm:prSet presAssocID="{238B03A0-8074-4ABF-BFBB-BFA19A1D4B07}" presName="vert1" presStyleCnt="0"/>
      <dgm:spPr/>
    </dgm:pt>
    <dgm:pt modelId="{3CDBC5B8-FD4D-4E9C-A797-F6B202D59AD8}" type="pres">
      <dgm:prSet presAssocID="{7A577A39-37C2-4559-AD46-3CBF6993017C}" presName="thickLine" presStyleLbl="alignNode1" presStyleIdx="1" presStyleCnt="5"/>
      <dgm:spPr/>
    </dgm:pt>
    <dgm:pt modelId="{5794363B-2690-4D79-A11F-3122B206239E}" type="pres">
      <dgm:prSet presAssocID="{7A577A39-37C2-4559-AD46-3CBF6993017C}" presName="horz1" presStyleCnt="0"/>
      <dgm:spPr/>
    </dgm:pt>
    <dgm:pt modelId="{6F523C53-08C7-4BC9-BE05-142383B09780}" type="pres">
      <dgm:prSet presAssocID="{7A577A39-37C2-4559-AD46-3CBF6993017C}" presName="tx1" presStyleLbl="revTx" presStyleIdx="1" presStyleCnt="5"/>
      <dgm:spPr/>
    </dgm:pt>
    <dgm:pt modelId="{FD49AC2B-35C1-4C9D-A3B2-AC41D02A0EC6}" type="pres">
      <dgm:prSet presAssocID="{7A577A39-37C2-4559-AD46-3CBF6993017C}" presName="vert1" presStyleCnt="0"/>
      <dgm:spPr/>
    </dgm:pt>
    <dgm:pt modelId="{A0865EB6-8A8C-4F85-9BAF-7E4C46B629A4}" type="pres">
      <dgm:prSet presAssocID="{0A959588-3285-4E30-9ACD-8DE6A096CFF5}" presName="thickLine" presStyleLbl="alignNode1" presStyleIdx="2" presStyleCnt="5"/>
      <dgm:spPr/>
    </dgm:pt>
    <dgm:pt modelId="{CD7B1FFF-7B2A-4F2C-841F-DC7524B88E71}" type="pres">
      <dgm:prSet presAssocID="{0A959588-3285-4E30-9ACD-8DE6A096CFF5}" presName="horz1" presStyleCnt="0"/>
      <dgm:spPr/>
    </dgm:pt>
    <dgm:pt modelId="{E5456C54-C367-4C35-9D30-CF124EFC3C46}" type="pres">
      <dgm:prSet presAssocID="{0A959588-3285-4E30-9ACD-8DE6A096CFF5}" presName="tx1" presStyleLbl="revTx" presStyleIdx="2" presStyleCnt="5"/>
      <dgm:spPr/>
    </dgm:pt>
    <dgm:pt modelId="{9C949C76-A0D7-4B14-A856-E7B04E43AADC}" type="pres">
      <dgm:prSet presAssocID="{0A959588-3285-4E30-9ACD-8DE6A096CFF5}" presName="vert1" presStyleCnt="0"/>
      <dgm:spPr/>
    </dgm:pt>
    <dgm:pt modelId="{8B7DB331-FC91-4E07-9134-671A9D41BD52}" type="pres">
      <dgm:prSet presAssocID="{99BFF17C-C6AC-4364-BFB9-468FCA845FC6}" presName="thickLine" presStyleLbl="alignNode1" presStyleIdx="3" presStyleCnt="5"/>
      <dgm:spPr/>
    </dgm:pt>
    <dgm:pt modelId="{CD4CB0EC-2359-43DF-8A7D-FB61E4CFB7E0}" type="pres">
      <dgm:prSet presAssocID="{99BFF17C-C6AC-4364-BFB9-468FCA845FC6}" presName="horz1" presStyleCnt="0"/>
      <dgm:spPr/>
    </dgm:pt>
    <dgm:pt modelId="{EF5D5D09-BF51-412C-AC6E-6F027A64A291}" type="pres">
      <dgm:prSet presAssocID="{99BFF17C-C6AC-4364-BFB9-468FCA845FC6}" presName="tx1" presStyleLbl="revTx" presStyleIdx="3" presStyleCnt="5"/>
      <dgm:spPr/>
    </dgm:pt>
    <dgm:pt modelId="{F87E6FD3-937C-4D8E-B1B4-5BFA2C39E221}" type="pres">
      <dgm:prSet presAssocID="{99BFF17C-C6AC-4364-BFB9-468FCA845FC6}" presName="vert1" presStyleCnt="0"/>
      <dgm:spPr/>
    </dgm:pt>
    <dgm:pt modelId="{0F2955CB-14A8-4BCC-BCB8-D438578B675D}" type="pres">
      <dgm:prSet presAssocID="{3E9F2A3D-DF21-4DA6-AA29-0A51465C3BFE}" presName="thickLine" presStyleLbl="alignNode1" presStyleIdx="4" presStyleCnt="5"/>
      <dgm:spPr/>
    </dgm:pt>
    <dgm:pt modelId="{677430F2-6433-4BD5-9EE1-7BD961F5702E}" type="pres">
      <dgm:prSet presAssocID="{3E9F2A3D-DF21-4DA6-AA29-0A51465C3BFE}" presName="horz1" presStyleCnt="0"/>
      <dgm:spPr/>
    </dgm:pt>
    <dgm:pt modelId="{ABDB110B-8ACC-49BD-89F2-2326F8CE77A9}" type="pres">
      <dgm:prSet presAssocID="{3E9F2A3D-DF21-4DA6-AA29-0A51465C3BFE}" presName="tx1" presStyleLbl="revTx" presStyleIdx="4" presStyleCnt="5"/>
      <dgm:spPr/>
    </dgm:pt>
    <dgm:pt modelId="{AB11DD22-EB51-45D7-8207-4B47E6620EF5}" type="pres">
      <dgm:prSet presAssocID="{3E9F2A3D-DF21-4DA6-AA29-0A51465C3BFE}" presName="vert1" presStyleCnt="0"/>
      <dgm:spPr/>
    </dgm:pt>
  </dgm:ptLst>
  <dgm:cxnLst>
    <dgm:cxn modelId="{D7B58C03-F910-42D1-973A-9AE8E4ABDF6B}" srcId="{16CEAA88-D861-4FD0-A875-133C032D2F0A}" destId="{3E9F2A3D-DF21-4DA6-AA29-0A51465C3BFE}" srcOrd="4" destOrd="0" parTransId="{91574DAB-3531-4517-8E88-E5E8DD0CDDDD}" sibTransId="{C49FDFD8-71E9-4A00-85A4-A8531C608F64}"/>
    <dgm:cxn modelId="{6C49B010-7E59-4D5A-960A-1209C6973E00}" type="presOf" srcId="{3E9F2A3D-DF21-4DA6-AA29-0A51465C3BFE}" destId="{ABDB110B-8ACC-49BD-89F2-2326F8CE77A9}" srcOrd="0" destOrd="0" presId="urn:microsoft.com/office/officeart/2008/layout/LinedList"/>
    <dgm:cxn modelId="{61744E61-8696-4E3E-9964-3C6803CA63D7}" srcId="{16CEAA88-D861-4FD0-A875-133C032D2F0A}" destId="{7A577A39-37C2-4559-AD46-3CBF6993017C}" srcOrd="1" destOrd="0" parTransId="{321989BA-83CB-4AB1-91F3-24EAA1C7C16E}" sibTransId="{DB960074-D097-4649-8325-5AF22662169A}"/>
    <dgm:cxn modelId="{70E77765-B2A6-4FEE-BDC8-A232EB63A45E}" srcId="{16CEAA88-D861-4FD0-A875-133C032D2F0A}" destId="{99BFF17C-C6AC-4364-BFB9-468FCA845FC6}" srcOrd="3" destOrd="0" parTransId="{6CC75C43-4C61-4544-BF8D-369787345A0B}" sibTransId="{A8D555CE-76DC-4F64-B805-375C4C1952A5}"/>
    <dgm:cxn modelId="{56DF2066-5648-45FF-BC88-30DBBB6F47DD}" type="presOf" srcId="{16CEAA88-D861-4FD0-A875-133C032D2F0A}" destId="{A08EF5E8-3E27-4667-A45D-AC001D737441}" srcOrd="0" destOrd="0" presId="urn:microsoft.com/office/officeart/2008/layout/LinedList"/>
    <dgm:cxn modelId="{FF5ECD4D-46E9-4FDD-9F7B-9CF197CB513C}" type="presOf" srcId="{7A577A39-37C2-4559-AD46-3CBF6993017C}" destId="{6F523C53-08C7-4BC9-BE05-142383B09780}" srcOrd="0" destOrd="0" presId="urn:microsoft.com/office/officeart/2008/layout/LinedList"/>
    <dgm:cxn modelId="{D6E57C73-84E1-4430-B040-B16172B148F2}" srcId="{16CEAA88-D861-4FD0-A875-133C032D2F0A}" destId="{0A959588-3285-4E30-9ACD-8DE6A096CFF5}" srcOrd="2" destOrd="0" parTransId="{1004C761-1A04-45CD-8C42-7D1262E0D632}" sibTransId="{4C95085D-35C7-4653-9511-079E76216045}"/>
    <dgm:cxn modelId="{D946E77A-0AA7-409A-919E-ECD8778547E7}" type="presOf" srcId="{99BFF17C-C6AC-4364-BFB9-468FCA845FC6}" destId="{EF5D5D09-BF51-412C-AC6E-6F027A64A291}" srcOrd="0" destOrd="0" presId="urn:microsoft.com/office/officeart/2008/layout/LinedList"/>
    <dgm:cxn modelId="{A3B09FA2-357C-4E26-AB53-1B0EC710BB50}" srcId="{16CEAA88-D861-4FD0-A875-133C032D2F0A}" destId="{238B03A0-8074-4ABF-BFBB-BFA19A1D4B07}" srcOrd="0" destOrd="0" parTransId="{B3C065DA-9C75-432D-9973-55E3414DCEE5}" sibTransId="{27A10DD7-A2B3-4D78-98AE-6E10DF423CCD}"/>
    <dgm:cxn modelId="{4F9DBFD9-00AA-410E-BFA3-18E5390B20A7}" type="presOf" srcId="{238B03A0-8074-4ABF-BFBB-BFA19A1D4B07}" destId="{614688FC-E57A-4744-8F5C-8E2E85BD830B}" srcOrd="0" destOrd="0" presId="urn:microsoft.com/office/officeart/2008/layout/LinedList"/>
    <dgm:cxn modelId="{B23527F5-F6F7-494C-8FFC-1141B5119FDA}" type="presOf" srcId="{0A959588-3285-4E30-9ACD-8DE6A096CFF5}" destId="{E5456C54-C367-4C35-9D30-CF124EFC3C46}" srcOrd="0" destOrd="0" presId="urn:microsoft.com/office/officeart/2008/layout/LinedList"/>
    <dgm:cxn modelId="{72338E2F-87E4-4A91-AEF5-9C0425538A46}" type="presParOf" srcId="{A08EF5E8-3E27-4667-A45D-AC001D737441}" destId="{3C8EC660-80EB-44A3-AFBA-1E5405967FC6}" srcOrd="0" destOrd="0" presId="urn:microsoft.com/office/officeart/2008/layout/LinedList"/>
    <dgm:cxn modelId="{054DBD02-6704-42D7-B422-2991A683E066}" type="presParOf" srcId="{A08EF5E8-3E27-4667-A45D-AC001D737441}" destId="{C0A3C113-AC2A-4E7D-A396-20CEDF48EDC1}" srcOrd="1" destOrd="0" presId="urn:microsoft.com/office/officeart/2008/layout/LinedList"/>
    <dgm:cxn modelId="{CD3A1062-6034-4132-A714-CB1A3EDB27F0}" type="presParOf" srcId="{C0A3C113-AC2A-4E7D-A396-20CEDF48EDC1}" destId="{614688FC-E57A-4744-8F5C-8E2E85BD830B}" srcOrd="0" destOrd="0" presId="urn:microsoft.com/office/officeart/2008/layout/LinedList"/>
    <dgm:cxn modelId="{828D8B43-F110-4911-B47C-16F45025C0D1}" type="presParOf" srcId="{C0A3C113-AC2A-4E7D-A396-20CEDF48EDC1}" destId="{4BC03D3B-8650-47EE-B154-9D9892872CBE}" srcOrd="1" destOrd="0" presId="urn:microsoft.com/office/officeart/2008/layout/LinedList"/>
    <dgm:cxn modelId="{B9FAA98D-F0A0-447A-AD4D-AC65C7C61755}" type="presParOf" srcId="{A08EF5E8-3E27-4667-A45D-AC001D737441}" destId="{3CDBC5B8-FD4D-4E9C-A797-F6B202D59AD8}" srcOrd="2" destOrd="0" presId="urn:microsoft.com/office/officeart/2008/layout/LinedList"/>
    <dgm:cxn modelId="{A2521F5C-3465-4409-9C6B-1BA375B534D3}" type="presParOf" srcId="{A08EF5E8-3E27-4667-A45D-AC001D737441}" destId="{5794363B-2690-4D79-A11F-3122B206239E}" srcOrd="3" destOrd="0" presId="urn:microsoft.com/office/officeart/2008/layout/LinedList"/>
    <dgm:cxn modelId="{3BDB47EA-93EA-4D1C-8A85-F69C30CDE493}" type="presParOf" srcId="{5794363B-2690-4D79-A11F-3122B206239E}" destId="{6F523C53-08C7-4BC9-BE05-142383B09780}" srcOrd="0" destOrd="0" presId="urn:microsoft.com/office/officeart/2008/layout/LinedList"/>
    <dgm:cxn modelId="{207A56EC-8CEF-43EF-933C-5E152ADF0723}" type="presParOf" srcId="{5794363B-2690-4D79-A11F-3122B206239E}" destId="{FD49AC2B-35C1-4C9D-A3B2-AC41D02A0EC6}" srcOrd="1" destOrd="0" presId="urn:microsoft.com/office/officeart/2008/layout/LinedList"/>
    <dgm:cxn modelId="{048EA75F-DCEE-45EE-9D88-292BC1C1FA4E}" type="presParOf" srcId="{A08EF5E8-3E27-4667-A45D-AC001D737441}" destId="{A0865EB6-8A8C-4F85-9BAF-7E4C46B629A4}" srcOrd="4" destOrd="0" presId="urn:microsoft.com/office/officeart/2008/layout/LinedList"/>
    <dgm:cxn modelId="{306FD5C5-36B5-4038-BD15-6ACAD990A831}" type="presParOf" srcId="{A08EF5E8-3E27-4667-A45D-AC001D737441}" destId="{CD7B1FFF-7B2A-4F2C-841F-DC7524B88E71}" srcOrd="5" destOrd="0" presId="urn:microsoft.com/office/officeart/2008/layout/LinedList"/>
    <dgm:cxn modelId="{A3F57322-AFBB-4D89-BB10-1595DD271997}" type="presParOf" srcId="{CD7B1FFF-7B2A-4F2C-841F-DC7524B88E71}" destId="{E5456C54-C367-4C35-9D30-CF124EFC3C46}" srcOrd="0" destOrd="0" presId="urn:microsoft.com/office/officeart/2008/layout/LinedList"/>
    <dgm:cxn modelId="{2227A4F4-8FA2-4009-8EBB-60B7B39F2A56}" type="presParOf" srcId="{CD7B1FFF-7B2A-4F2C-841F-DC7524B88E71}" destId="{9C949C76-A0D7-4B14-A856-E7B04E43AADC}" srcOrd="1" destOrd="0" presId="urn:microsoft.com/office/officeart/2008/layout/LinedList"/>
    <dgm:cxn modelId="{4BE8E022-8939-42F4-89CA-97DCE364FEAE}" type="presParOf" srcId="{A08EF5E8-3E27-4667-A45D-AC001D737441}" destId="{8B7DB331-FC91-4E07-9134-671A9D41BD52}" srcOrd="6" destOrd="0" presId="urn:microsoft.com/office/officeart/2008/layout/LinedList"/>
    <dgm:cxn modelId="{47F87DB5-722C-4CF2-858A-BCC2A658DCE2}" type="presParOf" srcId="{A08EF5E8-3E27-4667-A45D-AC001D737441}" destId="{CD4CB0EC-2359-43DF-8A7D-FB61E4CFB7E0}" srcOrd="7" destOrd="0" presId="urn:microsoft.com/office/officeart/2008/layout/LinedList"/>
    <dgm:cxn modelId="{F2238A2B-84A3-491E-9771-6B2259D468F1}" type="presParOf" srcId="{CD4CB0EC-2359-43DF-8A7D-FB61E4CFB7E0}" destId="{EF5D5D09-BF51-412C-AC6E-6F027A64A291}" srcOrd="0" destOrd="0" presId="urn:microsoft.com/office/officeart/2008/layout/LinedList"/>
    <dgm:cxn modelId="{F60F40D4-7F4B-4070-852E-9B185E6B9DE4}" type="presParOf" srcId="{CD4CB0EC-2359-43DF-8A7D-FB61E4CFB7E0}" destId="{F87E6FD3-937C-4D8E-B1B4-5BFA2C39E221}" srcOrd="1" destOrd="0" presId="urn:microsoft.com/office/officeart/2008/layout/LinedList"/>
    <dgm:cxn modelId="{07E17133-08F5-4307-9ED5-E17DC4A1B668}" type="presParOf" srcId="{A08EF5E8-3E27-4667-A45D-AC001D737441}" destId="{0F2955CB-14A8-4BCC-BCB8-D438578B675D}" srcOrd="8" destOrd="0" presId="urn:microsoft.com/office/officeart/2008/layout/LinedList"/>
    <dgm:cxn modelId="{E559FDC5-8788-411A-A11F-91BFE4037BA1}" type="presParOf" srcId="{A08EF5E8-3E27-4667-A45D-AC001D737441}" destId="{677430F2-6433-4BD5-9EE1-7BD961F5702E}" srcOrd="9" destOrd="0" presId="urn:microsoft.com/office/officeart/2008/layout/LinedList"/>
    <dgm:cxn modelId="{19FE3537-419A-4E10-8A41-5F0D0EDB25B0}" type="presParOf" srcId="{677430F2-6433-4BD5-9EE1-7BD961F5702E}" destId="{ABDB110B-8ACC-49BD-89F2-2326F8CE77A9}" srcOrd="0" destOrd="0" presId="urn:microsoft.com/office/officeart/2008/layout/LinedList"/>
    <dgm:cxn modelId="{6D76FD6E-36AA-4E34-8B02-601F9C39AC47}" type="presParOf" srcId="{677430F2-6433-4BD5-9EE1-7BD961F5702E}" destId="{AB11DD22-EB51-45D7-8207-4B47E6620EF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01782D56-A33A-46BF-9EA2-EB3410760BBC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34BC3CD-4D4F-4D28-876F-D0EC679DB283}">
      <dgm:prSet/>
      <dgm:spPr/>
      <dgm:t>
        <a:bodyPr/>
        <a:lstStyle/>
        <a:p>
          <a:r>
            <a:rPr lang="en-US"/>
            <a:t>1. Diferencia entre Test-Connection y ping</a:t>
          </a:r>
        </a:p>
      </dgm:t>
    </dgm:pt>
    <dgm:pt modelId="{B713F1C9-25E8-4A6C-B058-01B8665B5881}" type="parTrans" cxnId="{AD816466-6A05-4881-8EFA-11803EA1127F}">
      <dgm:prSet/>
      <dgm:spPr/>
      <dgm:t>
        <a:bodyPr/>
        <a:lstStyle/>
        <a:p>
          <a:endParaRPr lang="en-US"/>
        </a:p>
      </dgm:t>
    </dgm:pt>
    <dgm:pt modelId="{CB848F66-17B6-438B-BA94-61592E552613}" type="sibTrans" cxnId="{AD816466-6A05-4881-8EFA-11803EA1127F}">
      <dgm:prSet/>
      <dgm:spPr/>
      <dgm:t>
        <a:bodyPr/>
        <a:lstStyle/>
        <a:p>
          <a:endParaRPr lang="en-US"/>
        </a:p>
      </dgm:t>
    </dgm:pt>
    <dgm:pt modelId="{F4F1E808-4C0D-41CD-9262-0D04F41EAA4B}">
      <dgm:prSet/>
      <dgm:spPr/>
      <dgm:t>
        <a:bodyPr/>
        <a:lstStyle/>
        <a:p>
          <a:r>
            <a:rPr lang="en-US"/>
            <a:t>2. ¿Qué cmdlet usarías para ver las IPs?</a:t>
          </a:r>
        </a:p>
      </dgm:t>
    </dgm:pt>
    <dgm:pt modelId="{7EC250B4-21CF-4CD6-BD67-A39F6B13CDD5}" type="parTrans" cxnId="{A991F1A8-DF72-460D-AB65-BD58C1F3A34C}">
      <dgm:prSet/>
      <dgm:spPr/>
      <dgm:t>
        <a:bodyPr/>
        <a:lstStyle/>
        <a:p>
          <a:endParaRPr lang="en-US"/>
        </a:p>
      </dgm:t>
    </dgm:pt>
    <dgm:pt modelId="{14D7EA20-7D8A-41AE-B64B-53B5AB98A6FD}" type="sibTrans" cxnId="{A991F1A8-DF72-460D-AB65-BD58C1F3A34C}">
      <dgm:prSet/>
      <dgm:spPr/>
      <dgm:t>
        <a:bodyPr/>
        <a:lstStyle/>
        <a:p>
          <a:endParaRPr lang="en-US"/>
        </a:p>
      </dgm:t>
    </dgm:pt>
    <dgm:pt modelId="{5EC746E8-22A9-4057-A963-B9D2E0FB9652}">
      <dgm:prSet/>
      <dgm:spPr/>
      <dgm:t>
        <a:bodyPr/>
        <a:lstStyle/>
        <a:p>
          <a:r>
            <a:rPr lang="en-US"/>
            <a:t>3. ¿Cómo filtrarías los errores en el registro de Sistema?</a:t>
          </a:r>
        </a:p>
      </dgm:t>
    </dgm:pt>
    <dgm:pt modelId="{1A7061EF-65C4-46DC-8CC2-012EF1CAD3AC}" type="parTrans" cxnId="{22B53220-A800-4CB4-A7BB-1054EB4E4649}">
      <dgm:prSet/>
      <dgm:spPr/>
      <dgm:t>
        <a:bodyPr/>
        <a:lstStyle/>
        <a:p>
          <a:endParaRPr lang="en-US"/>
        </a:p>
      </dgm:t>
    </dgm:pt>
    <dgm:pt modelId="{B04F32B0-D39C-4EE0-94D6-854A8461495E}" type="sibTrans" cxnId="{22B53220-A800-4CB4-A7BB-1054EB4E4649}">
      <dgm:prSet/>
      <dgm:spPr/>
      <dgm:t>
        <a:bodyPr/>
        <a:lstStyle/>
        <a:p>
          <a:endParaRPr lang="en-US"/>
        </a:p>
      </dgm:t>
    </dgm:pt>
    <dgm:pt modelId="{6DE99EE5-0552-4EFF-8BFE-77019629A323}">
      <dgm:prSet/>
      <dgm:spPr/>
      <dgm:t>
        <a:bodyPr/>
        <a:lstStyle/>
        <a:p>
          <a:r>
            <a:rPr lang="en-US"/>
            <a:t>4. ¿Qué cmdlets permiten crear y eliminar tareas programadas?</a:t>
          </a:r>
        </a:p>
      </dgm:t>
    </dgm:pt>
    <dgm:pt modelId="{9D157F2B-8C42-48AF-A4F4-3F7750A79E26}" type="parTrans" cxnId="{E1AE93C3-CAC8-4FEF-B47E-BA52A767158A}">
      <dgm:prSet/>
      <dgm:spPr/>
      <dgm:t>
        <a:bodyPr/>
        <a:lstStyle/>
        <a:p>
          <a:endParaRPr lang="en-US"/>
        </a:p>
      </dgm:t>
    </dgm:pt>
    <dgm:pt modelId="{D627213E-5F24-48A2-AF51-E27B384B549D}" type="sibTrans" cxnId="{E1AE93C3-CAC8-4FEF-B47E-BA52A767158A}">
      <dgm:prSet/>
      <dgm:spPr/>
      <dgm:t>
        <a:bodyPr/>
        <a:lstStyle/>
        <a:p>
          <a:endParaRPr lang="en-US"/>
        </a:p>
      </dgm:t>
    </dgm:pt>
    <dgm:pt modelId="{1AA17F34-9197-4251-AB8F-42F42BBA5499}" type="pres">
      <dgm:prSet presAssocID="{01782D56-A33A-46BF-9EA2-EB3410760BBC}" presName="vert0" presStyleCnt="0">
        <dgm:presLayoutVars>
          <dgm:dir/>
          <dgm:animOne val="branch"/>
          <dgm:animLvl val="lvl"/>
        </dgm:presLayoutVars>
      </dgm:prSet>
      <dgm:spPr/>
    </dgm:pt>
    <dgm:pt modelId="{FED7D23B-F15A-4F9C-939B-3E1CA3806FAA}" type="pres">
      <dgm:prSet presAssocID="{E34BC3CD-4D4F-4D28-876F-D0EC679DB283}" presName="thickLine" presStyleLbl="alignNode1" presStyleIdx="0" presStyleCnt="4"/>
      <dgm:spPr/>
    </dgm:pt>
    <dgm:pt modelId="{12D47ECD-8DA1-4FED-B5B9-61DB2F14E70F}" type="pres">
      <dgm:prSet presAssocID="{E34BC3CD-4D4F-4D28-876F-D0EC679DB283}" presName="horz1" presStyleCnt="0"/>
      <dgm:spPr/>
    </dgm:pt>
    <dgm:pt modelId="{B4103D19-ED4E-4F11-A0C7-45D3E359FA3B}" type="pres">
      <dgm:prSet presAssocID="{E34BC3CD-4D4F-4D28-876F-D0EC679DB283}" presName="tx1" presStyleLbl="revTx" presStyleIdx="0" presStyleCnt="4"/>
      <dgm:spPr/>
    </dgm:pt>
    <dgm:pt modelId="{3A05C92A-0C05-41E9-A6D5-3EA09A0BBDE9}" type="pres">
      <dgm:prSet presAssocID="{E34BC3CD-4D4F-4D28-876F-D0EC679DB283}" presName="vert1" presStyleCnt="0"/>
      <dgm:spPr/>
    </dgm:pt>
    <dgm:pt modelId="{E9727243-5B57-411E-B44C-968148CC012B}" type="pres">
      <dgm:prSet presAssocID="{F4F1E808-4C0D-41CD-9262-0D04F41EAA4B}" presName="thickLine" presStyleLbl="alignNode1" presStyleIdx="1" presStyleCnt="4"/>
      <dgm:spPr/>
    </dgm:pt>
    <dgm:pt modelId="{072E1580-BBA3-4610-8354-5484537F79C4}" type="pres">
      <dgm:prSet presAssocID="{F4F1E808-4C0D-41CD-9262-0D04F41EAA4B}" presName="horz1" presStyleCnt="0"/>
      <dgm:spPr/>
    </dgm:pt>
    <dgm:pt modelId="{99BC24D0-4CE2-4FAB-908D-7580437D61D2}" type="pres">
      <dgm:prSet presAssocID="{F4F1E808-4C0D-41CD-9262-0D04F41EAA4B}" presName="tx1" presStyleLbl="revTx" presStyleIdx="1" presStyleCnt="4"/>
      <dgm:spPr/>
    </dgm:pt>
    <dgm:pt modelId="{A732352A-E5B6-4584-A857-FAB667B2DA49}" type="pres">
      <dgm:prSet presAssocID="{F4F1E808-4C0D-41CD-9262-0D04F41EAA4B}" presName="vert1" presStyleCnt="0"/>
      <dgm:spPr/>
    </dgm:pt>
    <dgm:pt modelId="{AAD36E4E-56E5-423E-8100-E53D5548F22F}" type="pres">
      <dgm:prSet presAssocID="{5EC746E8-22A9-4057-A963-B9D2E0FB9652}" presName="thickLine" presStyleLbl="alignNode1" presStyleIdx="2" presStyleCnt="4"/>
      <dgm:spPr/>
    </dgm:pt>
    <dgm:pt modelId="{2BCD2129-B37A-48B4-9E57-7E619E437363}" type="pres">
      <dgm:prSet presAssocID="{5EC746E8-22A9-4057-A963-B9D2E0FB9652}" presName="horz1" presStyleCnt="0"/>
      <dgm:spPr/>
    </dgm:pt>
    <dgm:pt modelId="{2343C91C-F236-48AA-B6D7-01B9863BD391}" type="pres">
      <dgm:prSet presAssocID="{5EC746E8-22A9-4057-A963-B9D2E0FB9652}" presName="tx1" presStyleLbl="revTx" presStyleIdx="2" presStyleCnt="4"/>
      <dgm:spPr/>
    </dgm:pt>
    <dgm:pt modelId="{F0996A09-20B9-4E2A-BC08-95BAB411CC90}" type="pres">
      <dgm:prSet presAssocID="{5EC746E8-22A9-4057-A963-B9D2E0FB9652}" presName="vert1" presStyleCnt="0"/>
      <dgm:spPr/>
    </dgm:pt>
    <dgm:pt modelId="{369CEFB8-C56E-40FE-9CA5-0F5E6D05099C}" type="pres">
      <dgm:prSet presAssocID="{6DE99EE5-0552-4EFF-8BFE-77019629A323}" presName="thickLine" presStyleLbl="alignNode1" presStyleIdx="3" presStyleCnt="4"/>
      <dgm:spPr/>
    </dgm:pt>
    <dgm:pt modelId="{08A73431-0B0F-4CE3-9E55-3F31CF920203}" type="pres">
      <dgm:prSet presAssocID="{6DE99EE5-0552-4EFF-8BFE-77019629A323}" presName="horz1" presStyleCnt="0"/>
      <dgm:spPr/>
    </dgm:pt>
    <dgm:pt modelId="{75FF0C62-E785-45E0-8DCA-0E4F1CD8173A}" type="pres">
      <dgm:prSet presAssocID="{6DE99EE5-0552-4EFF-8BFE-77019629A323}" presName="tx1" presStyleLbl="revTx" presStyleIdx="3" presStyleCnt="4"/>
      <dgm:spPr/>
    </dgm:pt>
    <dgm:pt modelId="{FBFDC122-112B-49F4-9086-8498441DB10C}" type="pres">
      <dgm:prSet presAssocID="{6DE99EE5-0552-4EFF-8BFE-77019629A323}" presName="vert1" presStyleCnt="0"/>
      <dgm:spPr/>
    </dgm:pt>
  </dgm:ptLst>
  <dgm:cxnLst>
    <dgm:cxn modelId="{22B53220-A800-4CB4-A7BB-1054EB4E4649}" srcId="{01782D56-A33A-46BF-9EA2-EB3410760BBC}" destId="{5EC746E8-22A9-4057-A963-B9D2E0FB9652}" srcOrd="2" destOrd="0" parTransId="{1A7061EF-65C4-46DC-8CC2-012EF1CAD3AC}" sibTransId="{B04F32B0-D39C-4EE0-94D6-854A8461495E}"/>
    <dgm:cxn modelId="{AD816466-6A05-4881-8EFA-11803EA1127F}" srcId="{01782D56-A33A-46BF-9EA2-EB3410760BBC}" destId="{E34BC3CD-4D4F-4D28-876F-D0EC679DB283}" srcOrd="0" destOrd="0" parTransId="{B713F1C9-25E8-4A6C-B058-01B8665B5881}" sibTransId="{CB848F66-17B6-438B-BA94-61592E552613}"/>
    <dgm:cxn modelId="{E5FFC550-C882-4C36-8484-2D75053DE2D4}" type="presOf" srcId="{6DE99EE5-0552-4EFF-8BFE-77019629A323}" destId="{75FF0C62-E785-45E0-8DCA-0E4F1CD8173A}" srcOrd="0" destOrd="0" presId="urn:microsoft.com/office/officeart/2008/layout/LinedList"/>
    <dgm:cxn modelId="{40831B7E-47C7-4513-99AE-A99C58DA196D}" type="presOf" srcId="{F4F1E808-4C0D-41CD-9262-0D04F41EAA4B}" destId="{99BC24D0-4CE2-4FAB-908D-7580437D61D2}" srcOrd="0" destOrd="0" presId="urn:microsoft.com/office/officeart/2008/layout/LinedList"/>
    <dgm:cxn modelId="{A94C0985-DD55-4CB1-AD58-FB4701B612B8}" type="presOf" srcId="{5EC746E8-22A9-4057-A963-B9D2E0FB9652}" destId="{2343C91C-F236-48AA-B6D7-01B9863BD391}" srcOrd="0" destOrd="0" presId="urn:microsoft.com/office/officeart/2008/layout/LinedList"/>
    <dgm:cxn modelId="{1F388A9C-E133-4670-8182-A51FC5B2A911}" type="presOf" srcId="{E34BC3CD-4D4F-4D28-876F-D0EC679DB283}" destId="{B4103D19-ED4E-4F11-A0C7-45D3E359FA3B}" srcOrd="0" destOrd="0" presId="urn:microsoft.com/office/officeart/2008/layout/LinedList"/>
    <dgm:cxn modelId="{600871A4-7FD9-420F-B64F-42AC8BEEDD13}" type="presOf" srcId="{01782D56-A33A-46BF-9EA2-EB3410760BBC}" destId="{1AA17F34-9197-4251-AB8F-42F42BBA5499}" srcOrd="0" destOrd="0" presId="urn:microsoft.com/office/officeart/2008/layout/LinedList"/>
    <dgm:cxn modelId="{A991F1A8-DF72-460D-AB65-BD58C1F3A34C}" srcId="{01782D56-A33A-46BF-9EA2-EB3410760BBC}" destId="{F4F1E808-4C0D-41CD-9262-0D04F41EAA4B}" srcOrd="1" destOrd="0" parTransId="{7EC250B4-21CF-4CD6-BD67-A39F6B13CDD5}" sibTransId="{14D7EA20-7D8A-41AE-B64B-53B5AB98A6FD}"/>
    <dgm:cxn modelId="{E1AE93C3-CAC8-4FEF-B47E-BA52A767158A}" srcId="{01782D56-A33A-46BF-9EA2-EB3410760BBC}" destId="{6DE99EE5-0552-4EFF-8BFE-77019629A323}" srcOrd="3" destOrd="0" parTransId="{9D157F2B-8C42-48AF-A4F4-3F7750A79E26}" sibTransId="{D627213E-5F24-48A2-AF51-E27B384B549D}"/>
    <dgm:cxn modelId="{5665C859-A4E3-441B-9603-385D8138EC63}" type="presParOf" srcId="{1AA17F34-9197-4251-AB8F-42F42BBA5499}" destId="{FED7D23B-F15A-4F9C-939B-3E1CA3806FAA}" srcOrd="0" destOrd="0" presId="urn:microsoft.com/office/officeart/2008/layout/LinedList"/>
    <dgm:cxn modelId="{C71EEECF-CE2E-4225-9945-083F73B06DA8}" type="presParOf" srcId="{1AA17F34-9197-4251-AB8F-42F42BBA5499}" destId="{12D47ECD-8DA1-4FED-B5B9-61DB2F14E70F}" srcOrd="1" destOrd="0" presId="urn:microsoft.com/office/officeart/2008/layout/LinedList"/>
    <dgm:cxn modelId="{00FE6994-698B-4979-8029-969D91A4B18C}" type="presParOf" srcId="{12D47ECD-8DA1-4FED-B5B9-61DB2F14E70F}" destId="{B4103D19-ED4E-4F11-A0C7-45D3E359FA3B}" srcOrd="0" destOrd="0" presId="urn:microsoft.com/office/officeart/2008/layout/LinedList"/>
    <dgm:cxn modelId="{C6CCA81B-0772-4137-84A8-ADADAD912C21}" type="presParOf" srcId="{12D47ECD-8DA1-4FED-B5B9-61DB2F14E70F}" destId="{3A05C92A-0C05-41E9-A6D5-3EA09A0BBDE9}" srcOrd="1" destOrd="0" presId="urn:microsoft.com/office/officeart/2008/layout/LinedList"/>
    <dgm:cxn modelId="{726DB491-3DC7-4004-BC97-AEA52C38F20E}" type="presParOf" srcId="{1AA17F34-9197-4251-AB8F-42F42BBA5499}" destId="{E9727243-5B57-411E-B44C-968148CC012B}" srcOrd="2" destOrd="0" presId="urn:microsoft.com/office/officeart/2008/layout/LinedList"/>
    <dgm:cxn modelId="{3EFB2722-FAD7-4EDD-8A81-8BE1204B81A2}" type="presParOf" srcId="{1AA17F34-9197-4251-AB8F-42F42BBA5499}" destId="{072E1580-BBA3-4610-8354-5484537F79C4}" srcOrd="3" destOrd="0" presId="urn:microsoft.com/office/officeart/2008/layout/LinedList"/>
    <dgm:cxn modelId="{123E349B-153D-4E09-9DF8-E9159A40B075}" type="presParOf" srcId="{072E1580-BBA3-4610-8354-5484537F79C4}" destId="{99BC24D0-4CE2-4FAB-908D-7580437D61D2}" srcOrd="0" destOrd="0" presId="urn:microsoft.com/office/officeart/2008/layout/LinedList"/>
    <dgm:cxn modelId="{2FF1D091-C079-41A2-8186-5CC7183F421E}" type="presParOf" srcId="{072E1580-BBA3-4610-8354-5484537F79C4}" destId="{A732352A-E5B6-4584-A857-FAB667B2DA49}" srcOrd="1" destOrd="0" presId="urn:microsoft.com/office/officeart/2008/layout/LinedList"/>
    <dgm:cxn modelId="{D0420342-AEF4-4AB4-AF25-916EB4EDB3C2}" type="presParOf" srcId="{1AA17F34-9197-4251-AB8F-42F42BBA5499}" destId="{AAD36E4E-56E5-423E-8100-E53D5548F22F}" srcOrd="4" destOrd="0" presId="urn:microsoft.com/office/officeart/2008/layout/LinedList"/>
    <dgm:cxn modelId="{4E5AAC53-6510-4B46-A5F9-D921D9005A1F}" type="presParOf" srcId="{1AA17F34-9197-4251-AB8F-42F42BBA5499}" destId="{2BCD2129-B37A-48B4-9E57-7E619E437363}" srcOrd="5" destOrd="0" presId="urn:microsoft.com/office/officeart/2008/layout/LinedList"/>
    <dgm:cxn modelId="{61AF2EB2-7A1A-4080-9376-19D6C8C400BA}" type="presParOf" srcId="{2BCD2129-B37A-48B4-9E57-7E619E437363}" destId="{2343C91C-F236-48AA-B6D7-01B9863BD391}" srcOrd="0" destOrd="0" presId="urn:microsoft.com/office/officeart/2008/layout/LinedList"/>
    <dgm:cxn modelId="{5250465E-C401-4CA3-A1DA-7ABA1764EADF}" type="presParOf" srcId="{2BCD2129-B37A-48B4-9E57-7E619E437363}" destId="{F0996A09-20B9-4E2A-BC08-95BAB411CC90}" srcOrd="1" destOrd="0" presId="urn:microsoft.com/office/officeart/2008/layout/LinedList"/>
    <dgm:cxn modelId="{9D7A5631-F81B-4AA2-A599-CFC13B5245CC}" type="presParOf" srcId="{1AA17F34-9197-4251-AB8F-42F42BBA5499}" destId="{369CEFB8-C56E-40FE-9CA5-0F5E6D05099C}" srcOrd="6" destOrd="0" presId="urn:microsoft.com/office/officeart/2008/layout/LinedList"/>
    <dgm:cxn modelId="{618FA068-98E8-4ECB-8D06-7483442F092F}" type="presParOf" srcId="{1AA17F34-9197-4251-AB8F-42F42BBA5499}" destId="{08A73431-0B0F-4CE3-9E55-3F31CF920203}" srcOrd="7" destOrd="0" presId="urn:microsoft.com/office/officeart/2008/layout/LinedList"/>
    <dgm:cxn modelId="{8B21B3DA-8D8D-4A96-AE82-EC190C7E569F}" type="presParOf" srcId="{08A73431-0B0F-4CE3-9E55-3F31CF920203}" destId="{75FF0C62-E785-45E0-8DCA-0E4F1CD8173A}" srcOrd="0" destOrd="0" presId="urn:microsoft.com/office/officeart/2008/layout/LinedList"/>
    <dgm:cxn modelId="{731817C2-EC86-41A3-A438-33776F6B6C63}" type="presParOf" srcId="{08A73431-0B0F-4CE3-9E55-3F31CF920203}" destId="{FBFDC122-112B-49F4-9086-8498441DB10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F8C65EA-EFD9-42B4-9777-31DAEB97639F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D2C0FC8-BCF6-47C5-BE0B-DE9E06EC4DAE}">
      <dgm:prSet/>
      <dgm:spPr/>
      <dgm:t>
        <a:bodyPr/>
        <a:lstStyle/>
        <a:p>
          <a:r>
            <a:rPr lang="en-US"/>
            <a:t>Haz ping a 8.8.8.8 y 1.1.1.1 (4 intentos cada uno).</a:t>
          </a:r>
        </a:p>
      </dgm:t>
    </dgm:pt>
    <dgm:pt modelId="{A635E2B7-1632-4DFB-AFC8-E2891DAD685F}" type="parTrans" cxnId="{DB1B8FF5-5D26-45AB-8C0A-7D18580B670D}">
      <dgm:prSet/>
      <dgm:spPr/>
      <dgm:t>
        <a:bodyPr/>
        <a:lstStyle/>
        <a:p>
          <a:endParaRPr lang="en-US"/>
        </a:p>
      </dgm:t>
    </dgm:pt>
    <dgm:pt modelId="{5497C7EF-44D4-43B7-B758-775187E7921C}" type="sibTrans" cxnId="{DB1B8FF5-5D26-45AB-8C0A-7D18580B670D}">
      <dgm:prSet/>
      <dgm:spPr/>
      <dgm:t>
        <a:bodyPr/>
        <a:lstStyle/>
        <a:p>
          <a:endParaRPr lang="en-US"/>
        </a:p>
      </dgm:t>
    </dgm:pt>
    <dgm:pt modelId="{3BFC139B-9FCB-470F-8EED-C79180BD465F}">
      <dgm:prSet/>
      <dgm:spPr/>
      <dgm:t>
        <a:bodyPr/>
        <a:lstStyle/>
        <a:p>
          <a:r>
            <a:rPr lang="en-US"/>
            <a:t>Calcula el promedio y exporta a CSV.</a:t>
          </a:r>
        </a:p>
      </dgm:t>
    </dgm:pt>
    <dgm:pt modelId="{BABB582F-B376-4551-8B54-7D18FD3100D4}" type="parTrans" cxnId="{EED9CCBC-9303-445C-BD99-F479AAEDFCA9}">
      <dgm:prSet/>
      <dgm:spPr/>
      <dgm:t>
        <a:bodyPr/>
        <a:lstStyle/>
        <a:p>
          <a:endParaRPr lang="en-US"/>
        </a:p>
      </dgm:t>
    </dgm:pt>
    <dgm:pt modelId="{F1A76700-F939-4776-9FE6-A6524A531244}" type="sibTrans" cxnId="{EED9CCBC-9303-445C-BD99-F479AAEDFCA9}">
      <dgm:prSet/>
      <dgm:spPr/>
      <dgm:t>
        <a:bodyPr/>
        <a:lstStyle/>
        <a:p>
          <a:endParaRPr lang="en-US"/>
        </a:p>
      </dgm:t>
    </dgm:pt>
    <dgm:pt modelId="{23D6B1EB-FD83-436C-B7AA-7EA4E7DACE2C}">
      <dgm:prSet/>
      <dgm:spPr/>
      <dgm:t>
        <a:bodyPr/>
        <a:lstStyle/>
        <a:p>
          <a:r>
            <a:rPr lang="en-US"/>
            <a:t>Solución:</a:t>
          </a:r>
        </a:p>
      </dgm:t>
    </dgm:pt>
    <dgm:pt modelId="{387976D0-8162-45E1-BBA2-353FBD46ED44}" type="parTrans" cxnId="{91701198-59BB-40A0-A2C2-5082E433802B}">
      <dgm:prSet/>
      <dgm:spPr/>
      <dgm:t>
        <a:bodyPr/>
        <a:lstStyle/>
        <a:p>
          <a:endParaRPr lang="en-US"/>
        </a:p>
      </dgm:t>
    </dgm:pt>
    <dgm:pt modelId="{7AA31A0A-09C0-4038-8336-EE13BA3E88A5}" type="sibTrans" cxnId="{91701198-59BB-40A0-A2C2-5082E433802B}">
      <dgm:prSet/>
      <dgm:spPr/>
      <dgm:t>
        <a:bodyPr/>
        <a:lstStyle/>
        <a:p>
          <a:endParaRPr lang="en-US"/>
        </a:p>
      </dgm:t>
    </dgm:pt>
    <dgm:pt modelId="{EA5C32AB-80CE-400C-A4FC-36ED34BDB64E}">
      <dgm:prSet/>
      <dgm:spPr/>
      <dgm:t>
        <a:bodyPr/>
        <a:lstStyle/>
        <a:p>
          <a:r>
            <a:rPr lang="en-US"/>
            <a:t>$hosts='8.8.8.8','1.1.1.1'</a:t>
          </a:r>
        </a:p>
      </dgm:t>
    </dgm:pt>
    <dgm:pt modelId="{799F1209-73C9-438E-930D-58A3AF7D4B9D}" type="parTrans" cxnId="{6218DE75-E170-4649-9A0B-FCC9F39395B7}">
      <dgm:prSet/>
      <dgm:spPr/>
      <dgm:t>
        <a:bodyPr/>
        <a:lstStyle/>
        <a:p>
          <a:endParaRPr lang="en-US"/>
        </a:p>
      </dgm:t>
    </dgm:pt>
    <dgm:pt modelId="{8BF92E14-6446-4387-8E37-F637390AFB0F}" type="sibTrans" cxnId="{6218DE75-E170-4649-9A0B-FCC9F39395B7}">
      <dgm:prSet/>
      <dgm:spPr/>
      <dgm:t>
        <a:bodyPr/>
        <a:lstStyle/>
        <a:p>
          <a:endParaRPr lang="en-US"/>
        </a:p>
      </dgm:t>
    </dgm:pt>
    <dgm:pt modelId="{2951436F-584E-48D4-838B-5E758B4995CB}">
      <dgm:prSet/>
      <dgm:spPr/>
      <dgm:t>
        <a:bodyPr/>
        <a:lstStyle/>
        <a:p>
          <a:r>
            <a:rPr lang="en-US"/>
            <a:t>$rep=foreach($h in $hosts){ Test-Connection $h -Count 4 }</a:t>
          </a:r>
        </a:p>
      </dgm:t>
    </dgm:pt>
    <dgm:pt modelId="{AB864A69-AF8B-4074-A53D-925D2C05B5DC}" type="parTrans" cxnId="{B5BC95A8-9C26-4F2E-B8BB-FA2AC8B8735F}">
      <dgm:prSet/>
      <dgm:spPr/>
      <dgm:t>
        <a:bodyPr/>
        <a:lstStyle/>
        <a:p>
          <a:endParaRPr lang="en-US"/>
        </a:p>
      </dgm:t>
    </dgm:pt>
    <dgm:pt modelId="{51590A00-4B34-4241-B285-D570B0D22EFE}" type="sibTrans" cxnId="{B5BC95A8-9C26-4F2E-B8BB-FA2AC8B8735F}">
      <dgm:prSet/>
      <dgm:spPr/>
      <dgm:t>
        <a:bodyPr/>
        <a:lstStyle/>
        <a:p>
          <a:endParaRPr lang="en-US"/>
        </a:p>
      </dgm:t>
    </dgm:pt>
    <dgm:pt modelId="{9E331DF1-2870-4C8F-A02B-18AD56BA1EB5}">
      <dgm:prSet/>
      <dgm:spPr/>
      <dgm:t>
        <a:bodyPr/>
        <a:lstStyle/>
        <a:p>
          <a:r>
            <a:rPr lang="en-US"/>
            <a:t>$rep | Export-Csv .\ping_medias.csv -NoTypeInformation</a:t>
          </a:r>
        </a:p>
      </dgm:t>
    </dgm:pt>
    <dgm:pt modelId="{4DCDBEE5-826C-4A48-825D-EC2BF1F12B63}" type="parTrans" cxnId="{AD8E365E-6223-4E6E-B130-19AEB232B346}">
      <dgm:prSet/>
      <dgm:spPr/>
      <dgm:t>
        <a:bodyPr/>
        <a:lstStyle/>
        <a:p>
          <a:endParaRPr lang="en-US"/>
        </a:p>
      </dgm:t>
    </dgm:pt>
    <dgm:pt modelId="{BCCBAF14-A5B4-476D-905E-BB3F29DE9BEB}" type="sibTrans" cxnId="{AD8E365E-6223-4E6E-B130-19AEB232B346}">
      <dgm:prSet/>
      <dgm:spPr/>
      <dgm:t>
        <a:bodyPr/>
        <a:lstStyle/>
        <a:p>
          <a:endParaRPr lang="en-US"/>
        </a:p>
      </dgm:t>
    </dgm:pt>
    <dgm:pt modelId="{E9549A87-781F-4D28-8AE8-27F69A2EE85D}" type="pres">
      <dgm:prSet presAssocID="{CF8C65EA-EFD9-42B4-9777-31DAEB97639F}" presName="vert0" presStyleCnt="0">
        <dgm:presLayoutVars>
          <dgm:dir/>
          <dgm:animOne val="branch"/>
          <dgm:animLvl val="lvl"/>
        </dgm:presLayoutVars>
      </dgm:prSet>
      <dgm:spPr/>
    </dgm:pt>
    <dgm:pt modelId="{C5DA7784-7729-4788-8D81-976AEDA89F0A}" type="pres">
      <dgm:prSet presAssocID="{CD2C0FC8-BCF6-47C5-BE0B-DE9E06EC4DAE}" presName="thickLine" presStyleLbl="alignNode1" presStyleIdx="0" presStyleCnt="6"/>
      <dgm:spPr/>
    </dgm:pt>
    <dgm:pt modelId="{0623D90E-D3A7-4D50-B2A8-A009B08CF6F1}" type="pres">
      <dgm:prSet presAssocID="{CD2C0FC8-BCF6-47C5-BE0B-DE9E06EC4DAE}" presName="horz1" presStyleCnt="0"/>
      <dgm:spPr/>
    </dgm:pt>
    <dgm:pt modelId="{764AE013-806B-4802-BDBE-761447A37922}" type="pres">
      <dgm:prSet presAssocID="{CD2C0FC8-BCF6-47C5-BE0B-DE9E06EC4DAE}" presName="tx1" presStyleLbl="revTx" presStyleIdx="0" presStyleCnt="6"/>
      <dgm:spPr/>
    </dgm:pt>
    <dgm:pt modelId="{09F6817E-4FC5-4C9D-B429-9A896FF1A1E0}" type="pres">
      <dgm:prSet presAssocID="{CD2C0FC8-BCF6-47C5-BE0B-DE9E06EC4DAE}" presName="vert1" presStyleCnt="0"/>
      <dgm:spPr/>
    </dgm:pt>
    <dgm:pt modelId="{22033C7A-9FBF-4739-89CF-F57D9BE239B8}" type="pres">
      <dgm:prSet presAssocID="{3BFC139B-9FCB-470F-8EED-C79180BD465F}" presName="thickLine" presStyleLbl="alignNode1" presStyleIdx="1" presStyleCnt="6"/>
      <dgm:spPr/>
    </dgm:pt>
    <dgm:pt modelId="{40F631F4-9D01-41B7-AC82-6A18D262CBCA}" type="pres">
      <dgm:prSet presAssocID="{3BFC139B-9FCB-470F-8EED-C79180BD465F}" presName="horz1" presStyleCnt="0"/>
      <dgm:spPr/>
    </dgm:pt>
    <dgm:pt modelId="{4BC0FDC6-8A40-4567-9E6C-9D4F89B3E6AF}" type="pres">
      <dgm:prSet presAssocID="{3BFC139B-9FCB-470F-8EED-C79180BD465F}" presName="tx1" presStyleLbl="revTx" presStyleIdx="1" presStyleCnt="6"/>
      <dgm:spPr/>
    </dgm:pt>
    <dgm:pt modelId="{BB65FB63-CE92-4CDF-BBE8-F5280CC6BB70}" type="pres">
      <dgm:prSet presAssocID="{3BFC139B-9FCB-470F-8EED-C79180BD465F}" presName="vert1" presStyleCnt="0"/>
      <dgm:spPr/>
    </dgm:pt>
    <dgm:pt modelId="{040C4335-2D39-4F9E-84FC-1E7591ACF2D2}" type="pres">
      <dgm:prSet presAssocID="{23D6B1EB-FD83-436C-B7AA-7EA4E7DACE2C}" presName="thickLine" presStyleLbl="alignNode1" presStyleIdx="2" presStyleCnt="6"/>
      <dgm:spPr/>
    </dgm:pt>
    <dgm:pt modelId="{E7376CDA-BB3A-4AF0-9557-D81D02A455A4}" type="pres">
      <dgm:prSet presAssocID="{23D6B1EB-FD83-436C-B7AA-7EA4E7DACE2C}" presName="horz1" presStyleCnt="0"/>
      <dgm:spPr/>
    </dgm:pt>
    <dgm:pt modelId="{B329A563-374D-4A2B-957B-F621425DC640}" type="pres">
      <dgm:prSet presAssocID="{23D6B1EB-FD83-436C-B7AA-7EA4E7DACE2C}" presName="tx1" presStyleLbl="revTx" presStyleIdx="2" presStyleCnt="6"/>
      <dgm:spPr/>
    </dgm:pt>
    <dgm:pt modelId="{7380902A-419A-4DDB-B267-444DEAE767DC}" type="pres">
      <dgm:prSet presAssocID="{23D6B1EB-FD83-436C-B7AA-7EA4E7DACE2C}" presName="vert1" presStyleCnt="0"/>
      <dgm:spPr/>
    </dgm:pt>
    <dgm:pt modelId="{08D83010-216A-4189-B80C-C04AAB351B19}" type="pres">
      <dgm:prSet presAssocID="{EA5C32AB-80CE-400C-A4FC-36ED34BDB64E}" presName="thickLine" presStyleLbl="alignNode1" presStyleIdx="3" presStyleCnt="6"/>
      <dgm:spPr/>
    </dgm:pt>
    <dgm:pt modelId="{6DA23D63-7162-42E1-988D-23B9CFA18958}" type="pres">
      <dgm:prSet presAssocID="{EA5C32AB-80CE-400C-A4FC-36ED34BDB64E}" presName="horz1" presStyleCnt="0"/>
      <dgm:spPr/>
    </dgm:pt>
    <dgm:pt modelId="{E5C4DC0A-66D5-4591-8A23-ABCA4C14074F}" type="pres">
      <dgm:prSet presAssocID="{EA5C32AB-80CE-400C-A4FC-36ED34BDB64E}" presName="tx1" presStyleLbl="revTx" presStyleIdx="3" presStyleCnt="6"/>
      <dgm:spPr/>
    </dgm:pt>
    <dgm:pt modelId="{5691A4CD-2D91-4A57-8F57-6B76B71A27E5}" type="pres">
      <dgm:prSet presAssocID="{EA5C32AB-80CE-400C-A4FC-36ED34BDB64E}" presName="vert1" presStyleCnt="0"/>
      <dgm:spPr/>
    </dgm:pt>
    <dgm:pt modelId="{2E6B8BCF-2414-4679-BEA2-6464656F6CEC}" type="pres">
      <dgm:prSet presAssocID="{2951436F-584E-48D4-838B-5E758B4995CB}" presName="thickLine" presStyleLbl="alignNode1" presStyleIdx="4" presStyleCnt="6"/>
      <dgm:spPr/>
    </dgm:pt>
    <dgm:pt modelId="{D23AEC2F-6007-4437-A919-42507B97C333}" type="pres">
      <dgm:prSet presAssocID="{2951436F-584E-48D4-838B-5E758B4995CB}" presName="horz1" presStyleCnt="0"/>
      <dgm:spPr/>
    </dgm:pt>
    <dgm:pt modelId="{47B78573-46DA-43FE-B310-B84E04D097E6}" type="pres">
      <dgm:prSet presAssocID="{2951436F-584E-48D4-838B-5E758B4995CB}" presName="tx1" presStyleLbl="revTx" presStyleIdx="4" presStyleCnt="6"/>
      <dgm:spPr/>
    </dgm:pt>
    <dgm:pt modelId="{0058172C-0C70-4567-8987-E22464EEBF60}" type="pres">
      <dgm:prSet presAssocID="{2951436F-584E-48D4-838B-5E758B4995CB}" presName="vert1" presStyleCnt="0"/>
      <dgm:spPr/>
    </dgm:pt>
    <dgm:pt modelId="{EA172739-F9D7-4AAA-A6BB-19E8CF7BA8FB}" type="pres">
      <dgm:prSet presAssocID="{9E331DF1-2870-4C8F-A02B-18AD56BA1EB5}" presName="thickLine" presStyleLbl="alignNode1" presStyleIdx="5" presStyleCnt="6"/>
      <dgm:spPr/>
    </dgm:pt>
    <dgm:pt modelId="{9ACBB850-1D38-4AF9-915B-B32B1168B78B}" type="pres">
      <dgm:prSet presAssocID="{9E331DF1-2870-4C8F-A02B-18AD56BA1EB5}" presName="horz1" presStyleCnt="0"/>
      <dgm:spPr/>
    </dgm:pt>
    <dgm:pt modelId="{A052DFD3-14EE-44CE-BF57-CD9A5151B68A}" type="pres">
      <dgm:prSet presAssocID="{9E331DF1-2870-4C8F-A02B-18AD56BA1EB5}" presName="tx1" presStyleLbl="revTx" presStyleIdx="5" presStyleCnt="6"/>
      <dgm:spPr/>
    </dgm:pt>
    <dgm:pt modelId="{2E9BA87D-CC15-4F4E-934C-B0A33E787B55}" type="pres">
      <dgm:prSet presAssocID="{9E331DF1-2870-4C8F-A02B-18AD56BA1EB5}" presName="vert1" presStyleCnt="0"/>
      <dgm:spPr/>
    </dgm:pt>
  </dgm:ptLst>
  <dgm:cxnLst>
    <dgm:cxn modelId="{AD8E365E-6223-4E6E-B130-19AEB232B346}" srcId="{CF8C65EA-EFD9-42B4-9777-31DAEB97639F}" destId="{9E331DF1-2870-4C8F-A02B-18AD56BA1EB5}" srcOrd="5" destOrd="0" parTransId="{4DCDBEE5-826C-4A48-825D-EC2BF1F12B63}" sibTransId="{BCCBAF14-A5B4-476D-905E-BB3F29DE9BEB}"/>
    <dgm:cxn modelId="{6218DE75-E170-4649-9A0B-FCC9F39395B7}" srcId="{CF8C65EA-EFD9-42B4-9777-31DAEB97639F}" destId="{EA5C32AB-80CE-400C-A4FC-36ED34BDB64E}" srcOrd="3" destOrd="0" parTransId="{799F1209-73C9-438E-930D-58A3AF7D4B9D}" sibTransId="{8BF92E14-6446-4387-8E37-F637390AFB0F}"/>
    <dgm:cxn modelId="{71ACC494-B41B-4308-B59E-98DC63D33B91}" type="presOf" srcId="{EA5C32AB-80CE-400C-A4FC-36ED34BDB64E}" destId="{E5C4DC0A-66D5-4591-8A23-ABCA4C14074F}" srcOrd="0" destOrd="0" presId="urn:microsoft.com/office/officeart/2008/layout/LinedList"/>
    <dgm:cxn modelId="{91701198-59BB-40A0-A2C2-5082E433802B}" srcId="{CF8C65EA-EFD9-42B4-9777-31DAEB97639F}" destId="{23D6B1EB-FD83-436C-B7AA-7EA4E7DACE2C}" srcOrd="2" destOrd="0" parTransId="{387976D0-8162-45E1-BBA2-353FBD46ED44}" sibTransId="{7AA31A0A-09C0-4038-8336-EE13BA3E88A5}"/>
    <dgm:cxn modelId="{216E42A0-14A3-454B-B2B6-6CCAA4FA2694}" type="presOf" srcId="{3BFC139B-9FCB-470F-8EED-C79180BD465F}" destId="{4BC0FDC6-8A40-4567-9E6C-9D4F89B3E6AF}" srcOrd="0" destOrd="0" presId="urn:microsoft.com/office/officeart/2008/layout/LinedList"/>
    <dgm:cxn modelId="{9DD3A6A4-0E38-4F9F-95A9-BAD0E87DCFB3}" type="presOf" srcId="{2951436F-584E-48D4-838B-5E758B4995CB}" destId="{47B78573-46DA-43FE-B310-B84E04D097E6}" srcOrd="0" destOrd="0" presId="urn:microsoft.com/office/officeart/2008/layout/LinedList"/>
    <dgm:cxn modelId="{B5BC95A8-9C26-4F2E-B8BB-FA2AC8B8735F}" srcId="{CF8C65EA-EFD9-42B4-9777-31DAEB97639F}" destId="{2951436F-584E-48D4-838B-5E758B4995CB}" srcOrd="4" destOrd="0" parTransId="{AB864A69-AF8B-4074-A53D-925D2C05B5DC}" sibTransId="{51590A00-4B34-4241-B285-D570B0D22EFE}"/>
    <dgm:cxn modelId="{EED9CCBC-9303-445C-BD99-F479AAEDFCA9}" srcId="{CF8C65EA-EFD9-42B4-9777-31DAEB97639F}" destId="{3BFC139B-9FCB-470F-8EED-C79180BD465F}" srcOrd="1" destOrd="0" parTransId="{BABB582F-B376-4551-8B54-7D18FD3100D4}" sibTransId="{F1A76700-F939-4776-9FE6-A6524A531244}"/>
    <dgm:cxn modelId="{D4F44FD0-308E-472D-A107-AF4B225C8E1D}" type="presOf" srcId="{23D6B1EB-FD83-436C-B7AA-7EA4E7DACE2C}" destId="{B329A563-374D-4A2B-957B-F621425DC640}" srcOrd="0" destOrd="0" presId="urn:microsoft.com/office/officeart/2008/layout/LinedList"/>
    <dgm:cxn modelId="{07CD32D6-ECDB-435C-B792-6F2930C62D26}" type="presOf" srcId="{CF8C65EA-EFD9-42B4-9777-31DAEB97639F}" destId="{E9549A87-781F-4D28-8AE8-27F69A2EE85D}" srcOrd="0" destOrd="0" presId="urn:microsoft.com/office/officeart/2008/layout/LinedList"/>
    <dgm:cxn modelId="{D5CE8BDA-F433-4D38-9983-14B136061A0E}" type="presOf" srcId="{9E331DF1-2870-4C8F-A02B-18AD56BA1EB5}" destId="{A052DFD3-14EE-44CE-BF57-CD9A5151B68A}" srcOrd="0" destOrd="0" presId="urn:microsoft.com/office/officeart/2008/layout/LinedList"/>
    <dgm:cxn modelId="{DB1B8FF5-5D26-45AB-8C0A-7D18580B670D}" srcId="{CF8C65EA-EFD9-42B4-9777-31DAEB97639F}" destId="{CD2C0FC8-BCF6-47C5-BE0B-DE9E06EC4DAE}" srcOrd="0" destOrd="0" parTransId="{A635E2B7-1632-4DFB-AFC8-E2891DAD685F}" sibTransId="{5497C7EF-44D4-43B7-B758-775187E7921C}"/>
    <dgm:cxn modelId="{B509ECF9-E59F-470E-93B7-4981E582D4BA}" type="presOf" srcId="{CD2C0FC8-BCF6-47C5-BE0B-DE9E06EC4DAE}" destId="{764AE013-806B-4802-BDBE-761447A37922}" srcOrd="0" destOrd="0" presId="urn:microsoft.com/office/officeart/2008/layout/LinedList"/>
    <dgm:cxn modelId="{8EFD57D0-EEDD-4683-8260-9ADF56143C55}" type="presParOf" srcId="{E9549A87-781F-4D28-8AE8-27F69A2EE85D}" destId="{C5DA7784-7729-4788-8D81-976AEDA89F0A}" srcOrd="0" destOrd="0" presId="urn:microsoft.com/office/officeart/2008/layout/LinedList"/>
    <dgm:cxn modelId="{73465C06-BF6A-4C99-BFF1-10C6D813D31A}" type="presParOf" srcId="{E9549A87-781F-4D28-8AE8-27F69A2EE85D}" destId="{0623D90E-D3A7-4D50-B2A8-A009B08CF6F1}" srcOrd="1" destOrd="0" presId="urn:microsoft.com/office/officeart/2008/layout/LinedList"/>
    <dgm:cxn modelId="{D8C3FAC9-C8AE-46B0-BDB7-03E3126F7E38}" type="presParOf" srcId="{0623D90E-D3A7-4D50-B2A8-A009B08CF6F1}" destId="{764AE013-806B-4802-BDBE-761447A37922}" srcOrd="0" destOrd="0" presId="urn:microsoft.com/office/officeart/2008/layout/LinedList"/>
    <dgm:cxn modelId="{C0FFC480-BF27-4D6E-ACDB-0545579363B4}" type="presParOf" srcId="{0623D90E-D3A7-4D50-B2A8-A009B08CF6F1}" destId="{09F6817E-4FC5-4C9D-B429-9A896FF1A1E0}" srcOrd="1" destOrd="0" presId="urn:microsoft.com/office/officeart/2008/layout/LinedList"/>
    <dgm:cxn modelId="{BBE5062C-4B25-40F5-9396-EF83FB088B94}" type="presParOf" srcId="{E9549A87-781F-4D28-8AE8-27F69A2EE85D}" destId="{22033C7A-9FBF-4739-89CF-F57D9BE239B8}" srcOrd="2" destOrd="0" presId="urn:microsoft.com/office/officeart/2008/layout/LinedList"/>
    <dgm:cxn modelId="{8B5D2E9E-6C6F-40E1-87A8-151BB3221010}" type="presParOf" srcId="{E9549A87-781F-4D28-8AE8-27F69A2EE85D}" destId="{40F631F4-9D01-41B7-AC82-6A18D262CBCA}" srcOrd="3" destOrd="0" presId="urn:microsoft.com/office/officeart/2008/layout/LinedList"/>
    <dgm:cxn modelId="{5E9F6D45-EBE7-4332-974A-F23B4A099F34}" type="presParOf" srcId="{40F631F4-9D01-41B7-AC82-6A18D262CBCA}" destId="{4BC0FDC6-8A40-4567-9E6C-9D4F89B3E6AF}" srcOrd="0" destOrd="0" presId="urn:microsoft.com/office/officeart/2008/layout/LinedList"/>
    <dgm:cxn modelId="{EDD949BB-DA2C-4A51-809A-BFCC554F6193}" type="presParOf" srcId="{40F631F4-9D01-41B7-AC82-6A18D262CBCA}" destId="{BB65FB63-CE92-4CDF-BBE8-F5280CC6BB70}" srcOrd="1" destOrd="0" presId="urn:microsoft.com/office/officeart/2008/layout/LinedList"/>
    <dgm:cxn modelId="{CA57E97E-169A-4F5A-A165-D47FC727ACE0}" type="presParOf" srcId="{E9549A87-781F-4D28-8AE8-27F69A2EE85D}" destId="{040C4335-2D39-4F9E-84FC-1E7591ACF2D2}" srcOrd="4" destOrd="0" presId="urn:microsoft.com/office/officeart/2008/layout/LinedList"/>
    <dgm:cxn modelId="{93B44B1D-3F65-430D-9504-065A1680D737}" type="presParOf" srcId="{E9549A87-781F-4D28-8AE8-27F69A2EE85D}" destId="{E7376CDA-BB3A-4AF0-9557-D81D02A455A4}" srcOrd="5" destOrd="0" presId="urn:microsoft.com/office/officeart/2008/layout/LinedList"/>
    <dgm:cxn modelId="{FBA5FE6D-72AC-43A9-94C2-F718471BBF66}" type="presParOf" srcId="{E7376CDA-BB3A-4AF0-9557-D81D02A455A4}" destId="{B329A563-374D-4A2B-957B-F621425DC640}" srcOrd="0" destOrd="0" presId="urn:microsoft.com/office/officeart/2008/layout/LinedList"/>
    <dgm:cxn modelId="{09A786D0-10C4-4C1F-93AB-28B5A48651F8}" type="presParOf" srcId="{E7376CDA-BB3A-4AF0-9557-D81D02A455A4}" destId="{7380902A-419A-4DDB-B267-444DEAE767DC}" srcOrd="1" destOrd="0" presId="urn:microsoft.com/office/officeart/2008/layout/LinedList"/>
    <dgm:cxn modelId="{35954F24-A9DB-49BE-8D43-4644400DF077}" type="presParOf" srcId="{E9549A87-781F-4D28-8AE8-27F69A2EE85D}" destId="{08D83010-216A-4189-B80C-C04AAB351B19}" srcOrd="6" destOrd="0" presId="urn:microsoft.com/office/officeart/2008/layout/LinedList"/>
    <dgm:cxn modelId="{A99751E0-AFC7-43F0-AE26-D982F3F5835F}" type="presParOf" srcId="{E9549A87-781F-4D28-8AE8-27F69A2EE85D}" destId="{6DA23D63-7162-42E1-988D-23B9CFA18958}" srcOrd="7" destOrd="0" presId="urn:microsoft.com/office/officeart/2008/layout/LinedList"/>
    <dgm:cxn modelId="{8AF5873D-18B8-498B-8E49-E15C9DF3BDFD}" type="presParOf" srcId="{6DA23D63-7162-42E1-988D-23B9CFA18958}" destId="{E5C4DC0A-66D5-4591-8A23-ABCA4C14074F}" srcOrd="0" destOrd="0" presId="urn:microsoft.com/office/officeart/2008/layout/LinedList"/>
    <dgm:cxn modelId="{5DA3F311-E811-4387-A229-6ABC0B5F2288}" type="presParOf" srcId="{6DA23D63-7162-42E1-988D-23B9CFA18958}" destId="{5691A4CD-2D91-4A57-8F57-6B76B71A27E5}" srcOrd="1" destOrd="0" presId="urn:microsoft.com/office/officeart/2008/layout/LinedList"/>
    <dgm:cxn modelId="{064DE2C1-789C-46DB-A92A-BED8F3C7BA0F}" type="presParOf" srcId="{E9549A87-781F-4D28-8AE8-27F69A2EE85D}" destId="{2E6B8BCF-2414-4679-BEA2-6464656F6CEC}" srcOrd="8" destOrd="0" presId="urn:microsoft.com/office/officeart/2008/layout/LinedList"/>
    <dgm:cxn modelId="{4B25D02A-80A0-4E74-91DC-6165508098AD}" type="presParOf" srcId="{E9549A87-781F-4D28-8AE8-27F69A2EE85D}" destId="{D23AEC2F-6007-4437-A919-42507B97C333}" srcOrd="9" destOrd="0" presId="urn:microsoft.com/office/officeart/2008/layout/LinedList"/>
    <dgm:cxn modelId="{171C778F-C444-40BF-BE61-F0B0F357B955}" type="presParOf" srcId="{D23AEC2F-6007-4437-A919-42507B97C333}" destId="{47B78573-46DA-43FE-B310-B84E04D097E6}" srcOrd="0" destOrd="0" presId="urn:microsoft.com/office/officeart/2008/layout/LinedList"/>
    <dgm:cxn modelId="{39F40A70-0FC3-4F27-B122-2A0C4F0ADC42}" type="presParOf" srcId="{D23AEC2F-6007-4437-A919-42507B97C333}" destId="{0058172C-0C70-4567-8987-E22464EEBF60}" srcOrd="1" destOrd="0" presId="urn:microsoft.com/office/officeart/2008/layout/LinedList"/>
    <dgm:cxn modelId="{B06E1014-3686-41E9-BA65-F61B49563967}" type="presParOf" srcId="{E9549A87-781F-4D28-8AE8-27F69A2EE85D}" destId="{EA172739-F9D7-4AAA-A6BB-19E8CF7BA8FB}" srcOrd="10" destOrd="0" presId="urn:microsoft.com/office/officeart/2008/layout/LinedList"/>
    <dgm:cxn modelId="{45B0A058-DE51-4C0B-83A5-CD9A49D3F095}" type="presParOf" srcId="{E9549A87-781F-4D28-8AE8-27F69A2EE85D}" destId="{9ACBB850-1D38-4AF9-915B-B32B1168B78B}" srcOrd="11" destOrd="0" presId="urn:microsoft.com/office/officeart/2008/layout/LinedList"/>
    <dgm:cxn modelId="{E02343A1-C7F2-45BA-B3D3-4E3802F2D49B}" type="presParOf" srcId="{9ACBB850-1D38-4AF9-915B-B32B1168B78B}" destId="{A052DFD3-14EE-44CE-BF57-CD9A5151B68A}" srcOrd="0" destOrd="0" presId="urn:microsoft.com/office/officeart/2008/layout/LinedList"/>
    <dgm:cxn modelId="{051D7FD0-C46A-44C3-BD00-15307698FDB4}" type="presParOf" srcId="{9ACBB850-1D38-4AF9-915B-B32B1168B78B}" destId="{2E9BA87D-CC15-4F4E-934C-B0A33E787B5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0DE9F96-7A6E-415E-A35E-DF1785690994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8F1154C-DBF5-4BC7-AE46-51B2AF96225E}">
      <dgm:prSet/>
      <dgm:spPr/>
      <dgm:t>
        <a:bodyPr/>
        <a:lstStyle/>
        <a:p>
          <a:r>
            <a:rPr lang="en-US"/>
            <a:t>Muestra los últimos 10 eventos del registro System.</a:t>
          </a:r>
        </a:p>
      </dgm:t>
    </dgm:pt>
    <dgm:pt modelId="{8E3EDD22-F06C-444A-8E84-7EFB80B8E0C0}" type="parTrans" cxnId="{1B5652AD-3AC0-4F28-B842-165A4CB21C07}">
      <dgm:prSet/>
      <dgm:spPr/>
      <dgm:t>
        <a:bodyPr/>
        <a:lstStyle/>
        <a:p>
          <a:endParaRPr lang="en-US"/>
        </a:p>
      </dgm:t>
    </dgm:pt>
    <dgm:pt modelId="{4F89736B-36DB-4276-99AE-3B0D16043EA4}" type="sibTrans" cxnId="{1B5652AD-3AC0-4F28-B842-165A4CB21C07}">
      <dgm:prSet/>
      <dgm:spPr/>
      <dgm:t>
        <a:bodyPr/>
        <a:lstStyle/>
        <a:p>
          <a:endParaRPr lang="en-US"/>
        </a:p>
      </dgm:t>
    </dgm:pt>
    <dgm:pt modelId="{0B2B3477-EB06-4558-8EE6-C803C56FFC76}">
      <dgm:prSet/>
      <dgm:spPr/>
      <dgm:t>
        <a:bodyPr/>
        <a:lstStyle/>
        <a:p>
          <a:r>
            <a:rPr lang="en-US"/>
            <a:t>Solución:</a:t>
          </a:r>
        </a:p>
      </dgm:t>
    </dgm:pt>
    <dgm:pt modelId="{6BF0237B-F9C4-4E89-BD52-B0A99538AA1E}" type="parTrans" cxnId="{8522DC57-0603-4736-BE63-11F3DF33AE5D}">
      <dgm:prSet/>
      <dgm:spPr/>
      <dgm:t>
        <a:bodyPr/>
        <a:lstStyle/>
        <a:p>
          <a:endParaRPr lang="en-US"/>
        </a:p>
      </dgm:t>
    </dgm:pt>
    <dgm:pt modelId="{F98A66F3-0F14-4112-9D0E-202C8CD089A6}" type="sibTrans" cxnId="{8522DC57-0603-4736-BE63-11F3DF33AE5D}">
      <dgm:prSet/>
      <dgm:spPr/>
      <dgm:t>
        <a:bodyPr/>
        <a:lstStyle/>
        <a:p>
          <a:endParaRPr lang="en-US"/>
        </a:p>
      </dgm:t>
    </dgm:pt>
    <dgm:pt modelId="{06A19B77-1DF0-4523-A4A9-2337027AB180}">
      <dgm:prSet/>
      <dgm:spPr/>
      <dgm:t>
        <a:bodyPr/>
        <a:lstStyle/>
        <a:p>
          <a:r>
            <a:rPr lang="en-US"/>
            <a:t>Get-EventLog -LogName System -Newest 10</a:t>
          </a:r>
        </a:p>
      </dgm:t>
    </dgm:pt>
    <dgm:pt modelId="{0E3F1E99-FBD3-44F7-A766-D1E6F8768CFA}" type="parTrans" cxnId="{FA4A4620-3181-4F70-A4BF-3015F7C7DA71}">
      <dgm:prSet/>
      <dgm:spPr/>
      <dgm:t>
        <a:bodyPr/>
        <a:lstStyle/>
        <a:p>
          <a:endParaRPr lang="en-US"/>
        </a:p>
      </dgm:t>
    </dgm:pt>
    <dgm:pt modelId="{5B681AB8-83A0-40D8-8D5B-DC65CC5DE400}" type="sibTrans" cxnId="{FA4A4620-3181-4F70-A4BF-3015F7C7DA71}">
      <dgm:prSet/>
      <dgm:spPr/>
      <dgm:t>
        <a:bodyPr/>
        <a:lstStyle/>
        <a:p>
          <a:endParaRPr lang="en-US"/>
        </a:p>
      </dgm:t>
    </dgm:pt>
    <dgm:pt modelId="{9E8A9735-8253-4694-9E5E-1E91A2D79335}" type="pres">
      <dgm:prSet presAssocID="{50DE9F96-7A6E-415E-A35E-DF1785690994}" presName="vert0" presStyleCnt="0">
        <dgm:presLayoutVars>
          <dgm:dir/>
          <dgm:animOne val="branch"/>
          <dgm:animLvl val="lvl"/>
        </dgm:presLayoutVars>
      </dgm:prSet>
      <dgm:spPr/>
    </dgm:pt>
    <dgm:pt modelId="{4B5B0D0C-6EA7-4260-AC45-22B7CA2730E7}" type="pres">
      <dgm:prSet presAssocID="{88F1154C-DBF5-4BC7-AE46-51B2AF96225E}" presName="thickLine" presStyleLbl="alignNode1" presStyleIdx="0" presStyleCnt="3"/>
      <dgm:spPr/>
    </dgm:pt>
    <dgm:pt modelId="{21038B75-165C-4FBE-BBF4-D7C72D1A6F27}" type="pres">
      <dgm:prSet presAssocID="{88F1154C-DBF5-4BC7-AE46-51B2AF96225E}" presName="horz1" presStyleCnt="0"/>
      <dgm:spPr/>
    </dgm:pt>
    <dgm:pt modelId="{FB5F9DD2-36D2-4333-8A2C-F1E75F60DA5F}" type="pres">
      <dgm:prSet presAssocID="{88F1154C-DBF5-4BC7-AE46-51B2AF96225E}" presName="tx1" presStyleLbl="revTx" presStyleIdx="0" presStyleCnt="3"/>
      <dgm:spPr/>
    </dgm:pt>
    <dgm:pt modelId="{9D5CC3E5-B4D9-4694-9570-844E9249590C}" type="pres">
      <dgm:prSet presAssocID="{88F1154C-DBF5-4BC7-AE46-51B2AF96225E}" presName="vert1" presStyleCnt="0"/>
      <dgm:spPr/>
    </dgm:pt>
    <dgm:pt modelId="{A41A67D9-2DF8-4DD6-BBCF-F4B975C61D86}" type="pres">
      <dgm:prSet presAssocID="{0B2B3477-EB06-4558-8EE6-C803C56FFC76}" presName="thickLine" presStyleLbl="alignNode1" presStyleIdx="1" presStyleCnt="3"/>
      <dgm:spPr/>
    </dgm:pt>
    <dgm:pt modelId="{0568FDE4-9F59-4BAC-9C8B-40F20F089168}" type="pres">
      <dgm:prSet presAssocID="{0B2B3477-EB06-4558-8EE6-C803C56FFC76}" presName="horz1" presStyleCnt="0"/>
      <dgm:spPr/>
    </dgm:pt>
    <dgm:pt modelId="{B848A688-9139-4CD5-8554-C687C8717BB1}" type="pres">
      <dgm:prSet presAssocID="{0B2B3477-EB06-4558-8EE6-C803C56FFC76}" presName="tx1" presStyleLbl="revTx" presStyleIdx="1" presStyleCnt="3"/>
      <dgm:spPr/>
    </dgm:pt>
    <dgm:pt modelId="{7F6FB7A8-E1CF-4E4F-9D67-C0A49673CAD8}" type="pres">
      <dgm:prSet presAssocID="{0B2B3477-EB06-4558-8EE6-C803C56FFC76}" presName="vert1" presStyleCnt="0"/>
      <dgm:spPr/>
    </dgm:pt>
    <dgm:pt modelId="{E999ACB2-BC98-41B2-ABDE-37E4EACD5F06}" type="pres">
      <dgm:prSet presAssocID="{06A19B77-1DF0-4523-A4A9-2337027AB180}" presName="thickLine" presStyleLbl="alignNode1" presStyleIdx="2" presStyleCnt="3"/>
      <dgm:spPr/>
    </dgm:pt>
    <dgm:pt modelId="{FA9559A3-C85A-48E0-8CA5-6B88B4E5FFBA}" type="pres">
      <dgm:prSet presAssocID="{06A19B77-1DF0-4523-A4A9-2337027AB180}" presName="horz1" presStyleCnt="0"/>
      <dgm:spPr/>
    </dgm:pt>
    <dgm:pt modelId="{C4C1B433-1BFA-4395-A605-3A47745DBA51}" type="pres">
      <dgm:prSet presAssocID="{06A19B77-1DF0-4523-A4A9-2337027AB180}" presName="tx1" presStyleLbl="revTx" presStyleIdx="2" presStyleCnt="3"/>
      <dgm:spPr/>
    </dgm:pt>
    <dgm:pt modelId="{0E1B7BDB-4197-4B25-9B80-472292EA8E33}" type="pres">
      <dgm:prSet presAssocID="{06A19B77-1DF0-4523-A4A9-2337027AB180}" presName="vert1" presStyleCnt="0"/>
      <dgm:spPr/>
    </dgm:pt>
  </dgm:ptLst>
  <dgm:cxnLst>
    <dgm:cxn modelId="{FA4A4620-3181-4F70-A4BF-3015F7C7DA71}" srcId="{50DE9F96-7A6E-415E-A35E-DF1785690994}" destId="{06A19B77-1DF0-4523-A4A9-2337027AB180}" srcOrd="2" destOrd="0" parTransId="{0E3F1E99-FBD3-44F7-A766-D1E6F8768CFA}" sibTransId="{5B681AB8-83A0-40D8-8D5B-DC65CC5DE400}"/>
    <dgm:cxn modelId="{39FB386B-33B4-4D2B-8E87-AB285D17D0D5}" type="presOf" srcId="{06A19B77-1DF0-4523-A4A9-2337027AB180}" destId="{C4C1B433-1BFA-4395-A605-3A47745DBA51}" srcOrd="0" destOrd="0" presId="urn:microsoft.com/office/officeart/2008/layout/LinedList"/>
    <dgm:cxn modelId="{8522DC57-0603-4736-BE63-11F3DF33AE5D}" srcId="{50DE9F96-7A6E-415E-A35E-DF1785690994}" destId="{0B2B3477-EB06-4558-8EE6-C803C56FFC76}" srcOrd="1" destOrd="0" parTransId="{6BF0237B-F9C4-4E89-BD52-B0A99538AA1E}" sibTransId="{F98A66F3-0F14-4112-9D0E-202C8CD089A6}"/>
    <dgm:cxn modelId="{D8A71A94-0617-44BA-8AFB-03434888601F}" type="presOf" srcId="{88F1154C-DBF5-4BC7-AE46-51B2AF96225E}" destId="{FB5F9DD2-36D2-4333-8A2C-F1E75F60DA5F}" srcOrd="0" destOrd="0" presId="urn:microsoft.com/office/officeart/2008/layout/LinedList"/>
    <dgm:cxn modelId="{1B5652AD-3AC0-4F28-B842-165A4CB21C07}" srcId="{50DE9F96-7A6E-415E-A35E-DF1785690994}" destId="{88F1154C-DBF5-4BC7-AE46-51B2AF96225E}" srcOrd="0" destOrd="0" parTransId="{8E3EDD22-F06C-444A-8E84-7EFB80B8E0C0}" sibTransId="{4F89736B-36DB-4276-99AE-3B0D16043EA4}"/>
    <dgm:cxn modelId="{200120F8-1936-41BB-8C5F-EE01BB5722E2}" type="presOf" srcId="{50DE9F96-7A6E-415E-A35E-DF1785690994}" destId="{9E8A9735-8253-4694-9E5E-1E91A2D79335}" srcOrd="0" destOrd="0" presId="urn:microsoft.com/office/officeart/2008/layout/LinedList"/>
    <dgm:cxn modelId="{BA8C34FF-2A76-46F9-913F-ECB9798DEDE8}" type="presOf" srcId="{0B2B3477-EB06-4558-8EE6-C803C56FFC76}" destId="{B848A688-9139-4CD5-8554-C687C8717BB1}" srcOrd="0" destOrd="0" presId="urn:microsoft.com/office/officeart/2008/layout/LinedList"/>
    <dgm:cxn modelId="{BFE8A914-98EB-438B-B0E6-4EB025A1AA86}" type="presParOf" srcId="{9E8A9735-8253-4694-9E5E-1E91A2D79335}" destId="{4B5B0D0C-6EA7-4260-AC45-22B7CA2730E7}" srcOrd="0" destOrd="0" presId="urn:microsoft.com/office/officeart/2008/layout/LinedList"/>
    <dgm:cxn modelId="{B2E83BBB-F116-42B9-B9F2-A6117DA00A47}" type="presParOf" srcId="{9E8A9735-8253-4694-9E5E-1E91A2D79335}" destId="{21038B75-165C-4FBE-BBF4-D7C72D1A6F27}" srcOrd="1" destOrd="0" presId="urn:microsoft.com/office/officeart/2008/layout/LinedList"/>
    <dgm:cxn modelId="{4C44982C-AF18-42B3-B3F1-DE2CACE9BFC8}" type="presParOf" srcId="{21038B75-165C-4FBE-BBF4-D7C72D1A6F27}" destId="{FB5F9DD2-36D2-4333-8A2C-F1E75F60DA5F}" srcOrd="0" destOrd="0" presId="urn:microsoft.com/office/officeart/2008/layout/LinedList"/>
    <dgm:cxn modelId="{1D8D85DC-B72E-48C6-942B-B304DAFFD6B6}" type="presParOf" srcId="{21038B75-165C-4FBE-BBF4-D7C72D1A6F27}" destId="{9D5CC3E5-B4D9-4694-9570-844E9249590C}" srcOrd="1" destOrd="0" presId="urn:microsoft.com/office/officeart/2008/layout/LinedList"/>
    <dgm:cxn modelId="{E661DA7E-840B-45D7-A061-B484C80575EA}" type="presParOf" srcId="{9E8A9735-8253-4694-9E5E-1E91A2D79335}" destId="{A41A67D9-2DF8-4DD6-BBCF-F4B975C61D86}" srcOrd="2" destOrd="0" presId="urn:microsoft.com/office/officeart/2008/layout/LinedList"/>
    <dgm:cxn modelId="{083CE511-954E-4F5F-88D6-FCB63FD6E131}" type="presParOf" srcId="{9E8A9735-8253-4694-9E5E-1E91A2D79335}" destId="{0568FDE4-9F59-4BAC-9C8B-40F20F089168}" srcOrd="3" destOrd="0" presId="urn:microsoft.com/office/officeart/2008/layout/LinedList"/>
    <dgm:cxn modelId="{893FC559-72BE-4286-B7A5-9A64D26274DF}" type="presParOf" srcId="{0568FDE4-9F59-4BAC-9C8B-40F20F089168}" destId="{B848A688-9139-4CD5-8554-C687C8717BB1}" srcOrd="0" destOrd="0" presId="urn:microsoft.com/office/officeart/2008/layout/LinedList"/>
    <dgm:cxn modelId="{1837DBEC-7612-4772-A8D1-9EBD771F073D}" type="presParOf" srcId="{0568FDE4-9F59-4BAC-9C8B-40F20F089168}" destId="{7F6FB7A8-E1CF-4E4F-9D67-C0A49673CAD8}" srcOrd="1" destOrd="0" presId="urn:microsoft.com/office/officeart/2008/layout/LinedList"/>
    <dgm:cxn modelId="{5620E601-5CEB-4B02-B07C-7644E33A0E72}" type="presParOf" srcId="{9E8A9735-8253-4694-9E5E-1E91A2D79335}" destId="{E999ACB2-BC98-41B2-ABDE-37E4EACD5F06}" srcOrd="4" destOrd="0" presId="urn:microsoft.com/office/officeart/2008/layout/LinedList"/>
    <dgm:cxn modelId="{7EEAAF1C-B7BC-43FA-952D-FFE5AF4B5675}" type="presParOf" srcId="{9E8A9735-8253-4694-9E5E-1E91A2D79335}" destId="{FA9559A3-C85A-48E0-8CA5-6B88B4E5FFBA}" srcOrd="5" destOrd="0" presId="urn:microsoft.com/office/officeart/2008/layout/LinedList"/>
    <dgm:cxn modelId="{B86108CD-B168-4CE1-9BDB-0939EE0FBE9F}" type="presParOf" srcId="{FA9559A3-C85A-48E0-8CA5-6B88B4E5FFBA}" destId="{C4C1B433-1BFA-4395-A605-3A47745DBA51}" srcOrd="0" destOrd="0" presId="urn:microsoft.com/office/officeart/2008/layout/LinedList"/>
    <dgm:cxn modelId="{764E5877-E088-43FD-82CD-5B0456C72A29}" type="presParOf" srcId="{FA9559A3-C85A-48E0-8CA5-6B88B4E5FFBA}" destId="{0E1B7BDB-4197-4B25-9B80-472292EA8E3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44223010-2FD7-479B-8BDF-1B7AC796E734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BC6CB4B-EFD9-4982-9869-CFDC5F6331FE}">
      <dgm:prSet/>
      <dgm:spPr/>
      <dgm:t>
        <a:bodyPr/>
        <a:lstStyle/>
        <a:p>
          <a:r>
            <a:rPr lang="en-US"/>
            <a:t>Muestra los últimos 20 eventos de tipo Error en Application.</a:t>
          </a:r>
        </a:p>
      </dgm:t>
    </dgm:pt>
    <dgm:pt modelId="{60BBE627-1E42-4F5C-A2C9-EFA67FA619BA}" type="parTrans" cxnId="{16F1A1F4-BA89-45FB-8951-CD08B08B6EE4}">
      <dgm:prSet/>
      <dgm:spPr/>
      <dgm:t>
        <a:bodyPr/>
        <a:lstStyle/>
        <a:p>
          <a:endParaRPr lang="en-US"/>
        </a:p>
      </dgm:t>
    </dgm:pt>
    <dgm:pt modelId="{49125D24-827C-4910-9E2A-2D208AF4D525}" type="sibTrans" cxnId="{16F1A1F4-BA89-45FB-8951-CD08B08B6EE4}">
      <dgm:prSet/>
      <dgm:spPr/>
      <dgm:t>
        <a:bodyPr/>
        <a:lstStyle/>
        <a:p>
          <a:endParaRPr lang="en-US"/>
        </a:p>
      </dgm:t>
    </dgm:pt>
    <dgm:pt modelId="{1FA41A56-911D-49F1-93EC-1D5A6AC1F472}">
      <dgm:prSet/>
      <dgm:spPr/>
      <dgm:t>
        <a:bodyPr/>
        <a:lstStyle/>
        <a:p>
          <a:r>
            <a:rPr lang="en-US"/>
            <a:t>Solución:</a:t>
          </a:r>
        </a:p>
      </dgm:t>
    </dgm:pt>
    <dgm:pt modelId="{1D12D77A-4867-4AEC-BD61-0D1AA1C3604E}" type="parTrans" cxnId="{03895FBE-AB8C-4E8B-9C38-56D79D4A0B65}">
      <dgm:prSet/>
      <dgm:spPr/>
      <dgm:t>
        <a:bodyPr/>
        <a:lstStyle/>
        <a:p>
          <a:endParaRPr lang="en-US"/>
        </a:p>
      </dgm:t>
    </dgm:pt>
    <dgm:pt modelId="{AA72B7BC-CC64-463D-9369-DEB700EE7DBD}" type="sibTrans" cxnId="{03895FBE-AB8C-4E8B-9C38-56D79D4A0B65}">
      <dgm:prSet/>
      <dgm:spPr/>
      <dgm:t>
        <a:bodyPr/>
        <a:lstStyle/>
        <a:p>
          <a:endParaRPr lang="en-US"/>
        </a:p>
      </dgm:t>
    </dgm:pt>
    <dgm:pt modelId="{9C5CAC5F-940A-4B9A-80AA-C7A5CC26A0EF}">
      <dgm:prSet/>
      <dgm:spPr/>
      <dgm:t>
        <a:bodyPr/>
        <a:lstStyle/>
        <a:p>
          <a:r>
            <a:rPr lang="en-US"/>
            <a:t>Get-EventLog -LogName Application -EntryType Error -Newest 20</a:t>
          </a:r>
        </a:p>
      </dgm:t>
    </dgm:pt>
    <dgm:pt modelId="{445F40FC-5E2F-4D47-B21F-B22DEBCEE475}" type="parTrans" cxnId="{D1C469F8-1D20-45F2-AFB1-23CF9C8C0069}">
      <dgm:prSet/>
      <dgm:spPr/>
      <dgm:t>
        <a:bodyPr/>
        <a:lstStyle/>
        <a:p>
          <a:endParaRPr lang="en-US"/>
        </a:p>
      </dgm:t>
    </dgm:pt>
    <dgm:pt modelId="{4434ACDA-BEA1-4EED-B7C9-4AF8D747FC80}" type="sibTrans" cxnId="{D1C469F8-1D20-45F2-AFB1-23CF9C8C0069}">
      <dgm:prSet/>
      <dgm:spPr/>
      <dgm:t>
        <a:bodyPr/>
        <a:lstStyle/>
        <a:p>
          <a:endParaRPr lang="en-US"/>
        </a:p>
      </dgm:t>
    </dgm:pt>
    <dgm:pt modelId="{54667983-4D0C-4E91-B2A4-23562C14E225}" type="pres">
      <dgm:prSet presAssocID="{44223010-2FD7-479B-8BDF-1B7AC796E734}" presName="vert0" presStyleCnt="0">
        <dgm:presLayoutVars>
          <dgm:dir/>
          <dgm:animOne val="branch"/>
          <dgm:animLvl val="lvl"/>
        </dgm:presLayoutVars>
      </dgm:prSet>
      <dgm:spPr/>
    </dgm:pt>
    <dgm:pt modelId="{018B393D-1DA5-4C90-9849-54EA812C06B2}" type="pres">
      <dgm:prSet presAssocID="{3BC6CB4B-EFD9-4982-9869-CFDC5F6331FE}" presName="thickLine" presStyleLbl="alignNode1" presStyleIdx="0" presStyleCnt="3"/>
      <dgm:spPr/>
    </dgm:pt>
    <dgm:pt modelId="{A062217F-F722-405D-B753-AD75030EB6CC}" type="pres">
      <dgm:prSet presAssocID="{3BC6CB4B-EFD9-4982-9869-CFDC5F6331FE}" presName="horz1" presStyleCnt="0"/>
      <dgm:spPr/>
    </dgm:pt>
    <dgm:pt modelId="{139D6870-CE3E-4BF6-BFAB-525BE6E20A67}" type="pres">
      <dgm:prSet presAssocID="{3BC6CB4B-EFD9-4982-9869-CFDC5F6331FE}" presName="tx1" presStyleLbl="revTx" presStyleIdx="0" presStyleCnt="3"/>
      <dgm:spPr/>
    </dgm:pt>
    <dgm:pt modelId="{B3C6F095-63DD-49C1-9A14-C8D54AB12AF5}" type="pres">
      <dgm:prSet presAssocID="{3BC6CB4B-EFD9-4982-9869-CFDC5F6331FE}" presName="vert1" presStyleCnt="0"/>
      <dgm:spPr/>
    </dgm:pt>
    <dgm:pt modelId="{8EB37F83-FE08-4F1B-A15C-461482C5782C}" type="pres">
      <dgm:prSet presAssocID="{1FA41A56-911D-49F1-93EC-1D5A6AC1F472}" presName="thickLine" presStyleLbl="alignNode1" presStyleIdx="1" presStyleCnt="3"/>
      <dgm:spPr/>
    </dgm:pt>
    <dgm:pt modelId="{E393291C-9C8E-405D-A67F-1934A55CE694}" type="pres">
      <dgm:prSet presAssocID="{1FA41A56-911D-49F1-93EC-1D5A6AC1F472}" presName="horz1" presStyleCnt="0"/>
      <dgm:spPr/>
    </dgm:pt>
    <dgm:pt modelId="{4C8B054E-AF04-4F41-A1BF-49383F87FA79}" type="pres">
      <dgm:prSet presAssocID="{1FA41A56-911D-49F1-93EC-1D5A6AC1F472}" presName="tx1" presStyleLbl="revTx" presStyleIdx="1" presStyleCnt="3"/>
      <dgm:spPr/>
    </dgm:pt>
    <dgm:pt modelId="{46FA0545-32CD-4235-97E8-761982492392}" type="pres">
      <dgm:prSet presAssocID="{1FA41A56-911D-49F1-93EC-1D5A6AC1F472}" presName="vert1" presStyleCnt="0"/>
      <dgm:spPr/>
    </dgm:pt>
    <dgm:pt modelId="{FC6AC240-9EA5-4117-8B9A-3ABF2BFB69F8}" type="pres">
      <dgm:prSet presAssocID="{9C5CAC5F-940A-4B9A-80AA-C7A5CC26A0EF}" presName="thickLine" presStyleLbl="alignNode1" presStyleIdx="2" presStyleCnt="3"/>
      <dgm:spPr/>
    </dgm:pt>
    <dgm:pt modelId="{8093FABA-D4FE-4D70-A517-1A5A9D02E953}" type="pres">
      <dgm:prSet presAssocID="{9C5CAC5F-940A-4B9A-80AA-C7A5CC26A0EF}" presName="horz1" presStyleCnt="0"/>
      <dgm:spPr/>
    </dgm:pt>
    <dgm:pt modelId="{B398C36F-9A8C-47E0-A79C-775F000ADCD0}" type="pres">
      <dgm:prSet presAssocID="{9C5CAC5F-940A-4B9A-80AA-C7A5CC26A0EF}" presName="tx1" presStyleLbl="revTx" presStyleIdx="2" presStyleCnt="3"/>
      <dgm:spPr/>
    </dgm:pt>
    <dgm:pt modelId="{21E139BE-9D0C-4841-86E1-6C86C8684DC1}" type="pres">
      <dgm:prSet presAssocID="{9C5CAC5F-940A-4B9A-80AA-C7A5CC26A0EF}" presName="vert1" presStyleCnt="0"/>
      <dgm:spPr/>
    </dgm:pt>
  </dgm:ptLst>
  <dgm:cxnLst>
    <dgm:cxn modelId="{3BBD330A-984A-474A-8903-287D6F27DB67}" type="presOf" srcId="{3BC6CB4B-EFD9-4982-9869-CFDC5F6331FE}" destId="{139D6870-CE3E-4BF6-BFAB-525BE6E20A67}" srcOrd="0" destOrd="0" presId="urn:microsoft.com/office/officeart/2008/layout/LinedList"/>
    <dgm:cxn modelId="{BFBF990C-9836-43CE-AEC5-BBEE69E35711}" type="presOf" srcId="{44223010-2FD7-479B-8BDF-1B7AC796E734}" destId="{54667983-4D0C-4E91-B2A4-23562C14E225}" srcOrd="0" destOrd="0" presId="urn:microsoft.com/office/officeart/2008/layout/LinedList"/>
    <dgm:cxn modelId="{709C03B0-9671-40C5-A929-A34063402AEF}" type="presOf" srcId="{9C5CAC5F-940A-4B9A-80AA-C7A5CC26A0EF}" destId="{B398C36F-9A8C-47E0-A79C-775F000ADCD0}" srcOrd="0" destOrd="0" presId="urn:microsoft.com/office/officeart/2008/layout/LinedList"/>
    <dgm:cxn modelId="{03895FBE-AB8C-4E8B-9C38-56D79D4A0B65}" srcId="{44223010-2FD7-479B-8BDF-1B7AC796E734}" destId="{1FA41A56-911D-49F1-93EC-1D5A6AC1F472}" srcOrd="1" destOrd="0" parTransId="{1D12D77A-4867-4AEC-BD61-0D1AA1C3604E}" sibTransId="{AA72B7BC-CC64-463D-9369-DEB700EE7DBD}"/>
    <dgm:cxn modelId="{16F1A1F4-BA89-45FB-8951-CD08B08B6EE4}" srcId="{44223010-2FD7-479B-8BDF-1B7AC796E734}" destId="{3BC6CB4B-EFD9-4982-9869-CFDC5F6331FE}" srcOrd="0" destOrd="0" parTransId="{60BBE627-1E42-4F5C-A2C9-EFA67FA619BA}" sibTransId="{49125D24-827C-4910-9E2A-2D208AF4D525}"/>
    <dgm:cxn modelId="{D62C91F7-F62E-4298-AD53-6E148EAD5A2F}" type="presOf" srcId="{1FA41A56-911D-49F1-93EC-1D5A6AC1F472}" destId="{4C8B054E-AF04-4F41-A1BF-49383F87FA79}" srcOrd="0" destOrd="0" presId="urn:microsoft.com/office/officeart/2008/layout/LinedList"/>
    <dgm:cxn modelId="{D1C469F8-1D20-45F2-AFB1-23CF9C8C0069}" srcId="{44223010-2FD7-479B-8BDF-1B7AC796E734}" destId="{9C5CAC5F-940A-4B9A-80AA-C7A5CC26A0EF}" srcOrd="2" destOrd="0" parTransId="{445F40FC-5E2F-4D47-B21F-B22DEBCEE475}" sibTransId="{4434ACDA-BEA1-4EED-B7C9-4AF8D747FC80}"/>
    <dgm:cxn modelId="{E69AFFD4-FF5C-42D6-B66C-75D4DB4C8428}" type="presParOf" srcId="{54667983-4D0C-4E91-B2A4-23562C14E225}" destId="{018B393D-1DA5-4C90-9849-54EA812C06B2}" srcOrd="0" destOrd="0" presId="urn:microsoft.com/office/officeart/2008/layout/LinedList"/>
    <dgm:cxn modelId="{4B6FC315-FAAF-41C5-B6B5-413F65C9972D}" type="presParOf" srcId="{54667983-4D0C-4E91-B2A4-23562C14E225}" destId="{A062217F-F722-405D-B753-AD75030EB6CC}" srcOrd="1" destOrd="0" presId="urn:microsoft.com/office/officeart/2008/layout/LinedList"/>
    <dgm:cxn modelId="{B7E5863B-B6D8-4792-9152-ED1EF8F1B336}" type="presParOf" srcId="{A062217F-F722-405D-B753-AD75030EB6CC}" destId="{139D6870-CE3E-4BF6-BFAB-525BE6E20A67}" srcOrd="0" destOrd="0" presId="urn:microsoft.com/office/officeart/2008/layout/LinedList"/>
    <dgm:cxn modelId="{DC152ACF-5ED8-4E59-B019-5875BFEE755F}" type="presParOf" srcId="{A062217F-F722-405D-B753-AD75030EB6CC}" destId="{B3C6F095-63DD-49C1-9A14-C8D54AB12AF5}" srcOrd="1" destOrd="0" presId="urn:microsoft.com/office/officeart/2008/layout/LinedList"/>
    <dgm:cxn modelId="{0F06C37C-6042-4981-BD7A-6402836E83B8}" type="presParOf" srcId="{54667983-4D0C-4E91-B2A4-23562C14E225}" destId="{8EB37F83-FE08-4F1B-A15C-461482C5782C}" srcOrd="2" destOrd="0" presId="urn:microsoft.com/office/officeart/2008/layout/LinedList"/>
    <dgm:cxn modelId="{2DA170C9-61D4-40C7-8AC0-913F9D607711}" type="presParOf" srcId="{54667983-4D0C-4E91-B2A4-23562C14E225}" destId="{E393291C-9C8E-405D-A67F-1934A55CE694}" srcOrd="3" destOrd="0" presId="urn:microsoft.com/office/officeart/2008/layout/LinedList"/>
    <dgm:cxn modelId="{993E615F-B857-4FB0-9D85-E066C61643D4}" type="presParOf" srcId="{E393291C-9C8E-405D-A67F-1934A55CE694}" destId="{4C8B054E-AF04-4F41-A1BF-49383F87FA79}" srcOrd="0" destOrd="0" presId="urn:microsoft.com/office/officeart/2008/layout/LinedList"/>
    <dgm:cxn modelId="{C4C1BD1C-3529-4BCC-B919-46A474989C0A}" type="presParOf" srcId="{E393291C-9C8E-405D-A67F-1934A55CE694}" destId="{46FA0545-32CD-4235-97E8-761982492392}" srcOrd="1" destOrd="0" presId="urn:microsoft.com/office/officeart/2008/layout/LinedList"/>
    <dgm:cxn modelId="{E88A665B-63A2-41EE-AC74-136911885961}" type="presParOf" srcId="{54667983-4D0C-4E91-B2A4-23562C14E225}" destId="{FC6AC240-9EA5-4117-8B9A-3ABF2BFB69F8}" srcOrd="4" destOrd="0" presId="urn:microsoft.com/office/officeart/2008/layout/LinedList"/>
    <dgm:cxn modelId="{6EB976EC-1918-4F6D-A474-8F0274D9CDB2}" type="presParOf" srcId="{54667983-4D0C-4E91-B2A4-23562C14E225}" destId="{8093FABA-D4FE-4D70-A517-1A5A9D02E953}" srcOrd="5" destOrd="0" presId="urn:microsoft.com/office/officeart/2008/layout/LinedList"/>
    <dgm:cxn modelId="{7601D36E-5EF6-467A-A4F2-B8B727B43DFB}" type="presParOf" srcId="{8093FABA-D4FE-4D70-A517-1A5A9D02E953}" destId="{B398C36F-9A8C-47E0-A79C-775F000ADCD0}" srcOrd="0" destOrd="0" presId="urn:microsoft.com/office/officeart/2008/layout/LinedList"/>
    <dgm:cxn modelId="{706EEB80-5225-48AF-B492-0E40DA7137EF}" type="presParOf" srcId="{8093FABA-D4FE-4D70-A517-1A5A9D02E953}" destId="{21E139BE-9D0C-4841-86E1-6C86C8684DC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F27B73DC-A58A-4F17-A0D5-13481F5B34CF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67488FE-F341-48B1-A224-0691D3607462}">
      <dgm:prSet/>
      <dgm:spPr/>
      <dgm:t>
        <a:bodyPr/>
        <a:lstStyle/>
        <a:p>
          <a:r>
            <a:rPr lang="en-US"/>
            <a:t>Muestra eventos de System de las últimas 24 horas.</a:t>
          </a:r>
        </a:p>
      </dgm:t>
    </dgm:pt>
    <dgm:pt modelId="{B78E74CB-7827-470D-A0BC-A49E7D5BB499}" type="parTrans" cxnId="{C61465E1-5314-45BE-8B5D-2E09BB87D08E}">
      <dgm:prSet/>
      <dgm:spPr/>
      <dgm:t>
        <a:bodyPr/>
        <a:lstStyle/>
        <a:p>
          <a:endParaRPr lang="en-US"/>
        </a:p>
      </dgm:t>
    </dgm:pt>
    <dgm:pt modelId="{98F4AE4D-6EC1-413A-9C6D-04BB1B3F6A5C}" type="sibTrans" cxnId="{C61465E1-5314-45BE-8B5D-2E09BB87D08E}">
      <dgm:prSet/>
      <dgm:spPr/>
      <dgm:t>
        <a:bodyPr/>
        <a:lstStyle/>
        <a:p>
          <a:endParaRPr lang="en-US"/>
        </a:p>
      </dgm:t>
    </dgm:pt>
    <dgm:pt modelId="{3A82C505-ADCD-4E5F-9DCF-BCAB4464A83C}">
      <dgm:prSet/>
      <dgm:spPr/>
      <dgm:t>
        <a:bodyPr/>
        <a:lstStyle/>
        <a:p>
          <a:r>
            <a:rPr lang="en-US"/>
            <a:t>Solución:</a:t>
          </a:r>
        </a:p>
      </dgm:t>
    </dgm:pt>
    <dgm:pt modelId="{45F16A67-3C00-418A-A82F-65B43A45F8BB}" type="parTrans" cxnId="{2A137E28-3C73-4703-8936-111F7D07EB53}">
      <dgm:prSet/>
      <dgm:spPr/>
      <dgm:t>
        <a:bodyPr/>
        <a:lstStyle/>
        <a:p>
          <a:endParaRPr lang="en-US"/>
        </a:p>
      </dgm:t>
    </dgm:pt>
    <dgm:pt modelId="{3699E1BB-1CA2-495E-B556-87F91AB76B68}" type="sibTrans" cxnId="{2A137E28-3C73-4703-8936-111F7D07EB53}">
      <dgm:prSet/>
      <dgm:spPr/>
      <dgm:t>
        <a:bodyPr/>
        <a:lstStyle/>
        <a:p>
          <a:endParaRPr lang="en-US"/>
        </a:p>
      </dgm:t>
    </dgm:pt>
    <dgm:pt modelId="{423332EA-C760-43A8-A1C5-DBE7703CF435}">
      <dgm:prSet/>
      <dgm:spPr/>
      <dgm:t>
        <a:bodyPr/>
        <a:lstStyle/>
        <a:p>
          <a:r>
            <a:rPr lang="en-US"/>
            <a:t>$desde=(Get-Date).AddHours(-24)</a:t>
          </a:r>
        </a:p>
      </dgm:t>
    </dgm:pt>
    <dgm:pt modelId="{66133B57-24CB-4C27-A702-09677E6F8EAD}" type="parTrans" cxnId="{365D1C1E-B9E7-4233-8F18-E3B2501ED80A}">
      <dgm:prSet/>
      <dgm:spPr/>
      <dgm:t>
        <a:bodyPr/>
        <a:lstStyle/>
        <a:p>
          <a:endParaRPr lang="en-US"/>
        </a:p>
      </dgm:t>
    </dgm:pt>
    <dgm:pt modelId="{47B39D2E-AFE8-474C-A366-93BBB8F4C1C2}" type="sibTrans" cxnId="{365D1C1E-B9E7-4233-8F18-E3B2501ED80A}">
      <dgm:prSet/>
      <dgm:spPr/>
      <dgm:t>
        <a:bodyPr/>
        <a:lstStyle/>
        <a:p>
          <a:endParaRPr lang="en-US"/>
        </a:p>
      </dgm:t>
    </dgm:pt>
    <dgm:pt modelId="{93E6D4B0-EE09-4B97-8EF4-A8C30517DB10}">
      <dgm:prSet/>
      <dgm:spPr/>
      <dgm:t>
        <a:bodyPr/>
        <a:lstStyle/>
        <a:p>
          <a:r>
            <a:rPr lang="en-US"/>
            <a:t>Get-EventLog -LogName System | Where-Object TimeGenerated -ge $desde</a:t>
          </a:r>
        </a:p>
      </dgm:t>
    </dgm:pt>
    <dgm:pt modelId="{91FA9414-7BDF-42F4-8A17-FFAC34CFFA95}" type="parTrans" cxnId="{E4E0D667-4E5D-4197-90D7-05A95FB301BD}">
      <dgm:prSet/>
      <dgm:spPr/>
      <dgm:t>
        <a:bodyPr/>
        <a:lstStyle/>
        <a:p>
          <a:endParaRPr lang="en-US"/>
        </a:p>
      </dgm:t>
    </dgm:pt>
    <dgm:pt modelId="{027C19BD-5B54-4982-A638-64C9DB60F88A}" type="sibTrans" cxnId="{E4E0D667-4E5D-4197-90D7-05A95FB301BD}">
      <dgm:prSet/>
      <dgm:spPr/>
      <dgm:t>
        <a:bodyPr/>
        <a:lstStyle/>
        <a:p>
          <a:endParaRPr lang="en-US"/>
        </a:p>
      </dgm:t>
    </dgm:pt>
    <dgm:pt modelId="{35CD8B9D-1CAC-4B6B-B15C-1136CC4EE0C1}" type="pres">
      <dgm:prSet presAssocID="{F27B73DC-A58A-4F17-A0D5-13481F5B34CF}" presName="vert0" presStyleCnt="0">
        <dgm:presLayoutVars>
          <dgm:dir/>
          <dgm:animOne val="branch"/>
          <dgm:animLvl val="lvl"/>
        </dgm:presLayoutVars>
      </dgm:prSet>
      <dgm:spPr/>
    </dgm:pt>
    <dgm:pt modelId="{2B4C6AD6-B03E-4A42-9962-4CDFEE20BC97}" type="pres">
      <dgm:prSet presAssocID="{067488FE-F341-48B1-A224-0691D3607462}" presName="thickLine" presStyleLbl="alignNode1" presStyleIdx="0" presStyleCnt="4"/>
      <dgm:spPr/>
    </dgm:pt>
    <dgm:pt modelId="{70E0FA1B-98AC-4F31-B48D-0F089AAA2ABE}" type="pres">
      <dgm:prSet presAssocID="{067488FE-F341-48B1-A224-0691D3607462}" presName="horz1" presStyleCnt="0"/>
      <dgm:spPr/>
    </dgm:pt>
    <dgm:pt modelId="{61BCDA98-FD55-4935-A3B1-BE955304157A}" type="pres">
      <dgm:prSet presAssocID="{067488FE-F341-48B1-A224-0691D3607462}" presName="tx1" presStyleLbl="revTx" presStyleIdx="0" presStyleCnt="4"/>
      <dgm:spPr/>
    </dgm:pt>
    <dgm:pt modelId="{BD293AA9-F1AD-42E2-9124-94677D35B8D6}" type="pres">
      <dgm:prSet presAssocID="{067488FE-F341-48B1-A224-0691D3607462}" presName="vert1" presStyleCnt="0"/>
      <dgm:spPr/>
    </dgm:pt>
    <dgm:pt modelId="{CF303EB8-4421-457D-A6A5-DAD276571D8F}" type="pres">
      <dgm:prSet presAssocID="{3A82C505-ADCD-4E5F-9DCF-BCAB4464A83C}" presName="thickLine" presStyleLbl="alignNode1" presStyleIdx="1" presStyleCnt="4"/>
      <dgm:spPr/>
    </dgm:pt>
    <dgm:pt modelId="{E412E73C-DD55-4178-A596-A65E455AB0DD}" type="pres">
      <dgm:prSet presAssocID="{3A82C505-ADCD-4E5F-9DCF-BCAB4464A83C}" presName="horz1" presStyleCnt="0"/>
      <dgm:spPr/>
    </dgm:pt>
    <dgm:pt modelId="{999E8766-C45A-4E9E-8B7D-315C827E8C93}" type="pres">
      <dgm:prSet presAssocID="{3A82C505-ADCD-4E5F-9DCF-BCAB4464A83C}" presName="tx1" presStyleLbl="revTx" presStyleIdx="1" presStyleCnt="4"/>
      <dgm:spPr/>
    </dgm:pt>
    <dgm:pt modelId="{098813B9-FC96-4B18-AE57-1563C85C829F}" type="pres">
      <dgm:prSet presAssocID="{3A82C505-ADCD-4E5F-9DCF-BCAB4464A83C}" presName="vert1" presStyleCnt="0"/>
      <dgm:spPr/>
    </dgm:pt>
    <dgm:pt modelId="{D8DBF87D-83AD-4CB6-B892-359F8FDD345A}" type="pres">
      <dgm:prSet presAssocID="{423332EA-C760-43A8-A1C5-DBE7703CF435}" presName="thickLine" presStyleLbl="alignNode1" presStyleIdx="2" presStyleCnt="4"/>
      <dgm:spPr/>
    </dgm:pt>
    <dgm:pt modelId="{B4460EA3-4068-47AD-8527-69E3F01A771A}" type="pres">
      <dgm:prSet presAssocID="{423332EA-C760-43A8-A1C5-DBE7703CF435}" presName="horz1" presStyleCnt="0"/>
      <dgm:spPr/>
    </dgm:pt>
    <dgm:pt modelId="{5E754F87-3FB7-4E7C-8B54-AB7E580608D0}" type="pres">
      <dgm:prSet presAssocID="{423332EA-C760-43A8-A1C5-DBE7703CF435}" presName="tx1" presStyleLbl="revTx" presStyleIdx="2" presStyleCnt="4"/>
      <dgm:spPr/>
    </dgm:pt>
    <dgm:pt modelId="{4D5AACAB-DBF7-4904-80A7-D01E918D9EF0}" type="pres">
      <dgm:prSet presAssocID="{423332EA-C760-43A8-A1C5-DBE7703CF435}" presName="vert1" presStyleCnt="0"/>
      <dgm:spPr/>
    </dgm:pt>
    <dgm:pt modelId="{25552A54-1461-4B01-A336-C42BBD387AFF}" type="pres">
      <dgm:prSet presAssocID="{93E6D4B0-EE09-4B97-8EF4-A8C30517DB10}" presName="thickLine" presStyleLbl="alignNode1" presStyleIdx="3" presStyleCnt="4"/>
      <dgm:spPr/>
    </dgm:pt>
    <dgm:pt modelId="{B4AD0698-1ABC-40A6-AAF6-3B7AB18AB0CE}" type="pres">
      <dgm:prSet presAssocID="{93E6D4B0-EE09-4B97-8EF4-A8C30517DB10}" presName="horz1" presStyleCnt="0"/>
      <dgm:spPr/>
    </dgm:pt>
    <dgm:pt modelId="{1B814C66-FBAE-4B16-AC3A-E45A7B683314}" type="pres">
      <dgm:prSet presAssocID="{93E6D4B0-EE09-4B97-8EF4-A8C30517DB10}" presName="tx1" presStyleLbl="revTx" presStyleIdx="3" presStyleCnt="4"/>
      <dgm:spPr/>
    </dgm:pt>
    <dgm:pt modelId="{39AE12E9-4041-4251-AC85-32CA783CF39C}" type="pres">
      <dgm:prSet presAssocID="{93E6D4B0-EE09-4B97-8EF4-A8C30517DB10}" presName="vert1" presStyleCnt="0"/>
      <dgm:spPr/>
    </dgm:pt>
  </dgm:ptLst>
  <dgm:cxnLst>
    <dgm:cxn modelId="{365D1C1E-B9E7-4233-8F18-E3B2501ED80A}" srcId="{F27B73DC-A58A-4F17-A0D5-13481F5B34CF}" destId="{423332EA-C760-43A8-A1C5-DBE7703CF435}" srcOrd="2" destOrd="0" parTransId="{66133B57-24CB-4C27-A702-09677E6F8EAD}" sibTransId="{47B39D2E-AFE8-474C-A366-93BBB8F4C1C2}"/>
    <dgm:cxn modelId="{3BFBDD20-0435-421F-B8D4-15714C9E8E6B}" type="presOf" srcId="{93E6D4B0-EE09-4B97-8EF4-A8C30517DB10}" destId="{1B814C66-FBAE-4B16-AC3A-E45A7B683314}" srcOrd="0" destOrd="0" presId="urn:microsoft.com/office/officeart/2008/layout/LinedList"/>
    <dgm:cxn modelId="{2A137E28-3C73-4703-8936-111F7D07EB53}" srcId="{F27B73DC-A58A-4F17-A0D5-13481F5B34CF}" destId="{3A82C505-ADCD-4E5F-9DCF-BCAB4464A83C}" srcOrd="1" destOrd="0" parTransId="{45F16A67-3C00-418A-A82F-65B43A45F8BB}" sibTransId="{3699E1BB-1CA2-495E-B556-87F91AB76B68}"/>
    <dgm:cxn modelId="{E0F1CF3E-1788-4E4E-A7C9-07E7AA074F32}" type="presOf" srcId="{3A82C505-ADCD-4E5F-9DCF-BCAB4464A83C}" destId="{999E8766-C45A-4E9E-8B7D-315C827E8C93}" srcOrd="0" destOrd="0" presId="urn:microsoft.com/office/officeart/2008/layout/LinedList"/>
    <dgm:cxn modelId="{E4E0D667-4E5D-4197-90D7-05A95FB301BD}" srcId="{F27B73DC-A58A-4F17-A0D5-13481F5B34CF}" destId="{93E6D4B0-EE09-4B97-8EF4-A8C30517DB10}" srcOrd="3" destOrd="0" parTransId="{91FA9414-7BDF-42F4-8A17-FFAC34CFFA95}" sibTransId="{027C19BD-5B54-4982-A638-64C9DB60F88A}"/>
    <dgm:cxn modelId="{2ACFCB49-354C-4C5B-8AEC-45C8DFEBBE56}" type="presOf" srcId="{F27B73DC-A58A-4F17-A0D5-13481F5B34CF}" destId="{35CD8B9D-1CAC-4B6B-B15C-1136CC4EE0C1}" srcOrd="0" destOrd="0" presId="urn:microsoft.com/office/officeart/2008/layout/LinedList"/>
    <dgm:cxn modelId="{4065BC89-F049-432B-8749-D9A71EE0A37C}" type="presOf" srcId="{423332EA-C760-43A8-A1C5-DBE7703CF435}" destId="{5E754F87-3FB7-4E7C-8B54-AB7E580608D0}" srcOrd="0" destOrd="0" presId="urn:microsoft.com/office/officeart/2008/layout/LinedList"/>
    <dgm:cxn modelId="{31E6AA8C-4CB2-4CEB-9B6D-FB1F2042DBCE}" type="presOf" srcId="{067488FE-F341-48B1-A224-0691D3607462}" destId="{61BCDA98-FD55-4935-A3B1-BE955304157A}" srcOrd="0" destOrd="0" presId="urn:microsoft.com/office/officeart/2008/layout/LinedList"/>
    <dgm:cxn modelId="{C61465E1-5314-45BE-8B5D-2E09BB87D08E}" srcId="{F27B73DC-A58A-4F17-A0D5-13481F5B34CF}" destId="{067488FE-F341-48B1-A224-0691D3607462}" srcOrd="0" destOrd="0" parTransId="{B78E74CB-7827-470D-A0BC-A49E7D5BB499}" sibTransId="{98F4AE4D-6EC1-413A-9C6D-04BB1B3F6A5C}"/>
    <dgm:cxn modelId="{52FF5583-FF2F-4856-8DE6-55A7D846F192}" type="presParOf" srcId="{35CD8B9D-1CAC-4B6B-B15C-1136CC4EE0C1}" destId="{2B4C6AD6-B03E-4A42-9962-4CDFEE20BC97}" srcOrd="0" destOrd="0" presId="urn:microsoft.com/office/officeart/2008/layout/LinedList"/>
    <dgm:cxn modelId="{39EAB69B-CA53-4F7E-9FBF-614186462830}" type="presParOf" srcId="{35CD8B9D-1CAC-4B6B-B15C-1136CC4EE0C1}" destId="{70E0FA1B-98AC-4F31-B48D-0F089AAA2ABE}" srcOrd="1" destOrd="0" presId="urn:microsoft.com/office/officeart/2008/layout/LinedList"/>
    <dgm:cxn modelId="{195B2141-AADD-45DF-843A-3162554700D0}" type="presParOf" srcId="{70E0FA1B-98AC-4F31-B48D-0F089AAA2ABE}" destId="{61BCDA98-FD55-4935-A3B1-BE955304157A}" srcOrd="0" destOrd="0" presId="urn:microsoft.com/office/officeart/2008/layout/LinedList"/>
    <dgm:cxn modelId="{51A02FB3-A6C2-4F82-869F-8B0FC892B2AF}" type="presParOf" srcId="{70E0FA1B-98AC-4F31-B48D-0F089AAA2ABE}" destId="{BD293AA9-F1AD-42E2-9124-94677D35B8D6}" srcOrd="1" destOrd="0" presId="urn:microsoft.com/office/officeart/2008/layout/LinedList"/>
    <dgm:cxn modelId="{1F72C124-5F04-4654-9C83-ADA3BEBDD9C5}" type="presParOf" srcId="{35CD8B9D-1CAC-4B6B-B15C-1136CC4EE0C1}" destId="{CF303EB8-4421-457D-A6A5-DAD276571D8F}" srcOrd="2" destOrd="0" presId="urn:microsoft.com/office/officeart/2008/layout/LinedList"/>
    <dgm:cxn modelId="{18E9DA17-10DB-4D86-B96E-AE5E1780E3F5}" type="presParOf" srcId="{35CD8B9D-1CAC-4B6B-B15C-1136CC4EE0C1}" destId="{E412E73C-DD55-4178-A596-A65E455AB0DD}" srcOrd="3" destOrd="0" presId="urn:microsoft.com/office/officeart/2008/layout/LinedList"/>
    <dgm:cxn modelId="{FF06AD01-6459-4D25-8603-51D333F72BA5}" type="presParOf" srcId="{E412E73C-DD55-4178-A596-A65E455AB0DD}" destId="{999E8766-C45A-4E9E-8B7D-315C827E8C93}" srcOrd="0" destOrd="0" presId="urn:microsoft.com/office/officeart/2008/layout/LinedList"/>
    <dgm:cxn modelId="{C11F4B09-68FD-444A-B2EC-D352224E203D}" type="presParOf" srcId="{E412E73C-DD55-4178-A596-A65E455AB0DD}" destId="{098813B9-FC96-4B18-AE57-1563C85C829F}" srcOrd="1" destOrd="0" presId="urn:microsoft.com/office/officeart/2008/layout/LinedList"/>
    <dgm:cxn modelId="{97E5E970-AC00-4D73-AA7B-100AD66AAB87}" type="presParOf" srcId="{35CD8B9D-1CAC-4B6B-B15C-1136CC4EE0C1}" destId="{D8DBF87D-83AD-4CB6-B892-359F8FDD345A}" srcOrd="4" destOrd="0" presId="urn:microsoft.com/office/officeart/2008/layout/LinedList"/>
    <dgm:cxn modelId="{BEF46F5A-3FA5-49F7-AEC3-012899A1FC8E}" type="presParOf" srcId="{35CD8B9D-1CAC-4B6B-B15C-1136CC4EE0C1}" destId="{B4460EA3-4068-47AD-8527-69E3F01A771A}" srcOrd="5" destOrd="0" presId="urn:microsoft.com/office/officeart/2008/layout/LinedList"/>
    <dgm:cxn modelId="{B32F93D4-5F28-4068-B565-72106F686746}" type="presParOf" srcId="{B4460EA3-4068-47AD-8527-69E3F01A771A}" destId="{5E754F87-3FB7-4E7C-8B54-AB7E580608D0}" srcOrd="0" destOrd="0" presId="urn:microsoft.com/office/officeart/2008/layout/LinedList"/>
    <dgm:cxn modelId="{CF27B27A-4C63-43E5-9C77-68FDF39B6AA1}" type="presParOf" srcId="{B4460EA3-4068-47AD-8527-69E3F01A771A}" destId="{4D5AACAB-DBF7-4904-80A7-D01E918D9EF0}" srcOrd="1" destOrd="0" presId="urn:microsoft.com/office/officeart/2008/layout/LinedList"/>
    <dgm:cxn modelId="{7725A7EF-48DE-42C4-A56E-C4F0F4F8AB6A}" type="presParOf" srcId="{35CD8B9D-1CAC-4B6B-B15C-1136CC4EE0C1}" destId="{25552A54-1461-4B01-A336-C42BBD387AFF}" srcOrd="6" destOrd="0" presId="urn:microsoft.com/office/officeart/2008/layout/LinedList"/>
    <dgm:cxn modelId="{F2E021E7-30EB-4C92-81F5-9EE46B09AC33}" type="presParOf" srcId="{35CD8B9D-1CAC-4B6B-B15C-1136CC4EE0C1}" destId="{B4AD0698-1ABC-40A6-AAF6-3B7AB18AB0CE}" srcOrd="7" destOrd="0" presId="urn:microsoft.com/office/officeart/2008/layout/LinedList"/>
    <dgm:cxn modelId="{087C3ED6-D2B9-48E0-BEE9-FCC62D1DC0F8}" type="presParOf" srcId="{B4AD0698-1ABC-40A6-AAF6-3B7AB18AB0CE}" destId="{1B814C66-FBAE-4B16-AC3A-E45A7B683314}" srcOrd="0" destOrd="0" presId="urn:microsoft.com/office/officeart/2008/layout/LinedList"/>
    <dgm:cxn modelId="{D3C91D0E-8D08-419D-AAA3-046A7DC6BBF1}" type="presParOf" srcId="{B4AD0698-1ABC-40A6-AAF6-3B7AB18AB0CE}" destId="{39AE12E9-4041-4251-AC85-32CA783CF39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AC8DB3-4552-4F47-8233-F08CF7585D48}">
      <dsp:nvSpPr>
        <dsp:cNvPr id="0" name=""/>
        <dsp:cNvSpPr/>
      </dsp:nvSpPr>
      <dsp:spPr>
        <a:xfrm>
          <a:off x="0" y="3604"/>
          <a:ext cx="4726201" cy="13922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En este bloque aprenderemos a:</a:t>
          </a:r>
        </a:p>
      </dsp:txBody>
      <dsp:txXfrm>
        <a:off x="67966" y="71570"/>
        <a:ext cx="4590269" cy="1256367"/>
      </dsp:txXfrm>
    </dsp:sp>
    <dsp:sp modelId="{7EFF0B3A-9507-43E4-8DF9-840C1C14EF6D}">
      <dsp:nvSpPr>
        <dsp:cNvPr id="0" name=""/>
        <dsp:cNvSpPr/>
      </dsp:nvSpPr>
      <dsp:spPr>
        <a:xfrm>
          <a:off x="0" y="1496704"/>
          <a:ext cx="4726201" cy="139229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Administrar la red desde PowerShell</a:t>
          </a:r>
        </a:p>
      </dsp:txBody>
      <dsp:txXfrm>
        <a:off x="67966" y="1564670"/>
        <a:ext cx="4590269" cy="1256367"/>
      </dsp:txXfrm>
    </dsp:sp>
    <dsp:sp modelId="{15CC0EE4-9AA5-491B-BEEB-DB39BC770489}">
      <dsp:nvSpPr>
        <dsp:cNvPr id="0" name=""/>
        <dsp:cNvSpPr/>
      </dsp:nvSpPr>
      <dsp:spPr>
        <a:xfrm>
          <a:off x="0" y="2989804"/>
          <a:ext cx="4726201" cy="139229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Consultar y analizar eventos del sistema</a:t>
          </a:r>
        </a:p>
      </dsp:txBody>
      <dsp:txXfrm>
        <a:off x="67966" y="3057770"/>
        <a:ext cx="4590269" cy="1256367"/>
      </dsp:txXfrm>
    </dsp:sp>
    <dsp:sp modelId="{15EFE105-686E-4A8B-BC33-6340A4DEE5AC}">
      <dsp:nvSpPr>
        <dsp:cNvPr id="0" name=""/>
        <dsp:cNvSpPr/>
      </dsp:nvSpPr>
      <dsp:spPr>
        <a:xfrm>
          <a:off x="0" y="4482904"/>
          <a:ext cx="4726201" cy="139229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Programar tareas automáticas</a:t>
          </a:r>
        </a:p>
      </dsp:txBody>
      <dsp:txXfrm>
        <a:off x="67966" y="4550870"/>
        <a:ext cx="4590269" cy="12563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08691D-9146-4FDB-8961-3322DE0A01DC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3F6058-E412-424D-8BB3-4F12AB5D2B7B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EF6F5B-500F-459C-BAC8-3A46E7E56E4B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Bloque 1: Fundamentos</a:t>
          </a:r>
        </a:p>
      </dsp:txBody>
      <dsp:txXfrm>
        <a:off x="1939533" y="717"/>
        <a:ext cx="2786667" cy="1679249"/>
      </dsp:txXfrm>
    </dsp:sp>
    <dsp:sp modelId="{CD50C93E-9C5D-42A5-BE3C-270605E676C6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62BE15-897C-4E7E-9344-2B38CCFA9DEA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2B0B49-38A1-41ED-B55D-0FD0214FAF52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Bloque 2: Archivos, Procesos y Servicios</a:t>
          </a:r>
        </a:p>
      </dsp:txBody>
      <dsp:txXfrm>
        <a:off x="1939533" y="2099779"/>
        <a:ext cx="2786667" cy="1679249"/>
      </dsp:txXfrm>
    </dsp:sp>
    <dsp:sp modelId="{1F002C72-C58B-44D0-9867-39BCBD319FAE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1D69B6-8DD7-4BBE-9DE3-3BE52205F079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78D0DD-AD98-4EE1-A16E-78FF7444DFDF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Bloque 3: Redes, Eventos y Tareas Programadas</a:t>
          </a:r>
        </a:p>
      </dsp:txBody>
      <dsp:txXfrm>
        <a:off x="1939533" y="4198841"/>
        <a:ext cx="2786667" cy="16792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FF7E54-70A1-4B14-BF4D-CE94EBD30B89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6D9F84-3564-4FC0-AE1C-C9360E7CE440}">
      <dsp:nvSpPr>
        <dsp:cNvPr id="0" name=""/>
        <dsp:cNvSpPr/>
      </dsp:nvSpPr>
      <dsp:spPr>
        <a:xfrm>
          <a:off x="0" y="2870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• Diagnóstico de red en entornos corporativos</a:t>
          </a:r>
        </a:p>
      </dsp:txBody>
      <dsp:txXfrm>
        <a:off x="0" y="2870"/>
        <a:ext cx="4726201" cy="1957689"/>
      </dsp:txXfrm>
    </dsp:sp>
    <dsp:sp modelId="{F6AB8FA3-FED3-4C22-A50E-EA210B0B3213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2789C4-01D4-4B99-A31D-1A0A4DF992F5}">
      <dsp:nvSpPr>
        <dsp:cNvPr id="0" name=""/>
        <dsp:cNvSpPr/>
      </dsp:nvSpPr>
      <dsp:spPr>
        <a:xfrm>
          <a:off x="0" y="196055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• Auditoría de seguridad mediante eventos</a:t>
          </a:r>
        </a:p>
      </dsp:txBody>
      <dsp:txXfrm>
        <a:off x="0" y="1960559"/>
        <a:ext cx="4726201" cy="1957689"/>
      </dsp:txXfrm>
    </dsp:sp>
    <dsp:sp modelId="{A5B00BEF-C225-4F29-B24A-D12F2DD424CA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F5E7EA-A5C5-41A7-9004-FB4FAAF7FE12}">
      <dsp:nvSpPr>
        <dsp:cNvPr id="0" name=""/>
        <dsp:cNvSpPr/>
      </dsp:nvSpPr>
      <dsp:spPr>
        <a:xfrm>
          <a:off x="0" y="391824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• Automatización con tareas programadas</a:t>
          </a:r>
        </a:p>
      </dsp:txBody>
      <dsp:txXfrm>
        <a:off x="0" y="3918249"/>
        <a:ext cx="4726201" cy="19576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B6A8A5-3907-4A74-8997-8C99BCBA3211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6FB902-7757-4381-8763-58EFC9663633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8341C7-FD31-4787-BFEF-10CDC6A0DAC1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Test-Connection → Ping desde PowerShell</a:t>
          </a:r>
        </a:p>
      </dsp:txBody>
      <dsp:txXfrm>
        <a:off x="1428292" y="2439"/>
        <a:ext cx="3297908" cy="1236616"/>
      </dsp:txXfrm>
    </dsp:sp>
    <dsp:sp modelId="{CEAEB356-7BE2-485D-B553-F4D68BD158A8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CEA14C-5F46-431E-B5F7-0229BFAC1FD1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5B4B51-E646-4484-9B01-37DDDAE504DB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Test-NetConnection → Diagnóstico de red (puertos, traceroute)</a:t>
          </a:r>
        </a:p>
      </dsp:txBody>
      <dsp:txXfrm>
        <a:off x="1428292" y="1548210"/>
        <a:ext cx="3297908" cy="1236616"/>
      </dsp:txXfrm>
    </dsp:sp>
    <dsp:sp modelId="{1919BE62-F43C-45F7-9875-D8D03C103F05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3442F6-8385-49CE-AAA5-17C817D36652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1E2104-D484-410F-9AC2-5D75CDCFBE61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Get-</a:t>
          </a:r>
          <a:r>
            <a:rPr lang="en-US" sz="2100" kern="1200" err="1"/>
            <a:t>NetIPAddress</a:t>
          </a:r>
          <a:r>
            <a:rPr lang="en-US" sz="2100" kern="1200"/>
            <a:t> → </a:t>
          </a:r>
          <a:r>
            <a:rPr lang="en-US" sz="2100" kern="1200" err="1"/>
            <a:t>Dirección</a:t>
          </a:r>
          <a:r>
            <a:rPr lang="en-US" sz="2100" kern="1200"/>
            <a:t> IP del </a:t>
          </a:r>
          <a:r>
            <a:rPr lang="en-US" sz="2100" kern="1200" err="1"/>
            <a:t>sistema</a:t>
          </a:r>
          <a:endParaRPr lang="en-US" sz="2100" kern="1200"/>
        </a:p>
      </dsp:txBody>
      <dsp:txXfrm>
        <a:off x="1428292" y="3093981"/>
        <a:ext cx="3297908" cy="1236616"/>
      </dsp:txXfrm>
    </dsp:sp>
    <dsp:sp modelId="{30B1F91B-1423-4091-8648-907C23841F52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FDA161-7640-4642-82D3-E9B79AB0CB2A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C2500-CEB9-43FF-9756-8BC2F8E4A9DC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Get-</a:t>
          </a:r>
          <a:r>
            <a:rPr lang="en-US" sz="2100" kern="1200" err="1"/>
            <a:t>NetAdapter</a:t>
          </a:r>
          <a:r>
            <a:rPr lang="en-US" sz="2100" kern="1200"/>
            <a:t> → </a:t>
          </a:r>
          <a:r>
            <a:rPr lang="en-US" sz="2100" kern="1200" err="1"/>
            <a:t>Información</a:t>
          </a:r>
          <a:r>
            <a:rPr lang="en-US" sz="2100" kern="1200"/>
            <a:t> de interfaces de red</a:t>
          </a:r>
        </a:p>
      </dsp:txBody>
      <dsp:txXfrm>
        <a:off x="1428292" y="4639752"/>
        <a:ext cx="3297908" cy="12366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799979-91C1-4F91-8167-6E8F32074175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B7F537-D4E4-4640-9864-A7563CC73A0C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4F011D-ED67-45B6-B663-6D33F3BA1056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Test-Connection google.com -Count 4</a:t>
          </a:r>
        </a:p>
      </dsp:txBody>
      <dsp:txXfrm>
        <a:off x="2037007" y="955306"/>
        <a:ext cx="2689193" cy="1763642"/>
      </dsp:txXfrm>
    </dsp:sp>
    <dsp:sp modelId="{1B4662A2-2267-41B6-B578-E1C0204901CE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FEC1CC-53A1-45D4-880F-7119521ED5FD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4EBEFE-CF98-4E2B-B6C1-F3C96B599938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Muestra 4 respuestas de ping con latencia.</a:t>
          </a:r>
        </a:p>
      </dsp:txBody>
      <dsp:txXfrm>
        <a:off x="2037007" y="3159859"/>
        <a:ext cx="2689193" cy="176364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FCF680-BD6A-437B-B7E4-7FAD1DE131D1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A1D835-0E4F-45D2-B099-2EA6E23E859B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67BE78-B6E4-4865-A1E2-DC9FA66E18A5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Test-</a:t>
          </a:r>
          <a:r>
            <a:rPr lang="en-US" sz="2200" kern="1200" err="1"/>
            <a:t>NetConnection</a:t>
          </a:r>
          <a:r>
            <a:rPr lang="en-US" sz="2200" kern="1200"/>
            <a:t> -</a:t>
          </a:r>
          <a:r>
            <a:rPr lang="en-US" sz="2200" kern="1200" err="1"/>
            <a:t>ComputerName</a:t>
          </a:r>
          <a:r>
            <a:rPr lang="en-US" sz="2200" kern="1200"/>
            <a:t> google.com -Port 443</a:t>
          </a:r>
        </a:p>
      </dsp:txBody>
      <dsp:txXfrm>
        <a:off x="2037007" y="955306"/>
        <a:ext cx="2689193" cy="1763642"/>
      </dsp:txXfrm>
    </dsp:sp>
    <dsp:sp modelId="{58A5D425-A2D1-47D3-80D9-4531A98AC27E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2331C9-7B2E-46B9-AE5C-04D4A8A3764D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9A4E7E-BE4F-48B0-8CDB-469409397A7D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Comprueba si el puerto 443 (HTTPS) está abierto.</a:t>
          </a:r>
        </a:p>
      </dsp:txBody>
      <dsp:txXfrm>
        <a:off x="2037007" y="3159859"/>
        <a:ext cx="2689193" cy="176364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2FDF4B-3F3D-42DD-A8F0-8C807C836BD1}">
      <dsp:nvSpPr>
        <dsp:cNvPr id="0" name=""/>
        <dsp:cNvSpPr/>
      </dsp:nvSpPr>
      <dsp:spPr>
        <a:xfrm>
          <a:off x="0" y="172624"/>
          <a:ext cx="4726201" cy="27120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Get-EventLog → Consultar registros clásicos (Application, System, Security)</a:t>
          </a:r>
        </a:p>
      </dsp:txBody>
      <dsp:txXfrm>
        <a:off x="132392" y="305016"/>
        <a:ext cx="4461417" cy="2447275"/>
      </dsp:txXfrm>
    </dsp:sp>
    <dsp:sp modelId="{BDF277D0-9C65-47FD-84F5-35B9D5612A2B}">
      <dsp:nvSpPr>
        <dsp:cNvPr id="0" name=""/>
        <dsp:cNvSpPr/>
      </dsp:nvSpPr>
      <dsp:spPr>
        <a:xfrm>
          <a:off x="0" y="2994124"/>
          <a:ext cx="4726201" cy="271205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Get-WinEvent → Consultar registros modernos y con más filtros</a:t>
          </a:r>
        </a:p>
      </dsp:txBody>
      <dsp:txXfrm>
        <a:off x="132392" y="3126516"/>
        <a:ext cx="4461417" cy="244727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F9BE64-9BD7-4AF5-90EB-F3CA73D2C795}">
      <dsp:nvSpPr>
        <dsp:cNvPr id="0" name=""/>
        <dsp:cNvSpPr/>
      </dsp:nvSpPr>
      <dsp:spPr>
        <a:xfrm>
          <a:off x="0" y="2700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178970-8DC9-4B4B-B990-30BF56BF44DA}">
      <dsp:nvSpPr>
        <dsp:cNvPr id="0" name=""/>
        <dsp:cNvSpPr/>
      </dsp:nvSpPr>
      <dsp:spPr>
        <a:xfrm>
          <a:off x="0" y="2700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err="1"/>
            <a:t>Creamos</a:t>
          </a:r>
          <a:r>
            <a:rPr lang="en-US" sz="2400" b="1" kern="1200"/>
            <a:t> la variable</a:t>
          </a:r>
          <a:r>
            <a:rPr lang="en-US" sz="1800" kern="1200"/>
            <a:t>:</a:t>
          </a:r>
        </a:p>
      </dsp:txBody>
      <dsp:txXfrm>
        <a:off x="0" y="2700"/>
        <a:ext cx="4718785" cy="920888"/>
      </dsp:txXfrm>
    </dsp:sp>
    <dsp:sp modelId="{81F72D75-90B0-446C-8263-46B1A32359B8}">
      <dsp:nvSpPr>
        <dsp:cNvPr id="0" name=""/>
        <dsp:cNvSpPr/>
      </dsp:nvSpPr>
      <dsp:spPr>
        <a:xfrm>
          <a:off x="0" y="923589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08A9EF-F5C5-4E23-82A3-57E18B2081B6}">
      <dsp:nvSpPr>
        <dsp:cNvPr id="0" name=""/>
        <dsp:cNvSpPr/>
      </dsp:nvSpPr>
      <dsp:spPr>
        <a:xfrm>
          <a:off x="0" y="923589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$action = New-</a:t>
          </a:r>
          <a:r>
            <a:rPr lang="en-US" sz="1800" kern="1200" err="1"/>
            <a:t>ScheduledTaskAction</a:t>
          </a:r>
          <a:r>
            <a:rPr lang="en-US" sz="1800" kern="1200"/>
            <a:t> -Execute 'PowerShell.exe' -Argument '-File C:\Scripts\informe.ps1'</a:t>
          </a:r>
        </a:p>
      </dsp:txBody>
      <dsp:txXfrm>
        <a:off x="0" y="923589"/>
        <a:ext cx="4718785" cy="920888"/>
      </dsp:txXfrm>
    </dsp:sp>
    <dsp:sp modelId="{53190087-2BC5-4B6A-81D2-2AC044014666}">
      <dsp:nvSpPr>
        <dsp:cNvPr id="0" name=""/>
        <dsp:cNvSpPr/>
      </dsp:nvSpPr>
      <dsp:spPr>
        <a:xfrm>
          <a:off x="0" y="1844478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591D8-73D9-443C-938C-B4016956DCDB}">
      <dsp:nvSpPr>
        <dsp:cNvPr id="0" name=""/>
        <dsp:cNvSpPr/>
      </dsp:nvSpPr>
      <dsp:spPr>
        <a:xfrm>
          <a:off x="0" y="1844478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err="1"/>
            <a:t>Creamos</a:t>
          </a:r>
          <a:r>
            <a:rPr lang="en-US" sz="2400" b="1" kern="1200"/>
            <a:t> </a:t>
          </a:r>
          <a:r>
            <a:rPr lang="en-US" sz="2400" b="1" kern="1200" err="1"/>
            <a:t>el</a:t>
          </a:r>
          <a:r>
            <a:rPr lang="en-US" sz="2400" b="1" kern="1200"/>
            <a:t> </a:t>
          </a:r>
          <a:r>
            <a:rPr lang="en-US" sz="2400" b="1" kern="1200" err="1"/>
            <a:t>disparador</a:t>
          </a:r>
          <a:endParaRPr lang="en-US" sz="2400" b="1" kern="1200"/>
        </a:p>
      </dsp:txBody>
      <dsp:txXfrm>
        <a:off x="0" y="1844478"/>
        <a:ext cx="4718785" cy="920888"/>
      </dsp:txXfrm>
    </dsp:sp>
    <dsp:sp modelId="{73ABAEB8-2C9B-4688-84D8-761A23A28C53}">
      <dsp:nvSpPr>
        <dsp:cNvPr id="0" name=""/>
        <dsp:cNvSpPr/>
      </dsp:nvSpPr>
      <dsp:spPr>
        <a:xfrm>
          <a:off x="0" y="2765367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B2B3D5-9EC7-4487-850D-C64A1EA494AA}">
      <dsp:nvSpPr>
        <dsp:cNvPr id="0" name=""/>
        <dsp:cNvSpPr/>
      </dsp:nvSpPr>
      <dsp:spPr>
        <a:xfrm>
          <a:off x="0" y="2765367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$trigger = New-</a:t>
          </a:r>
          <a:r>
            <a:rPr lang="en-US" sz="1800" kern="1200" err="1"/>
            <a:t>ScheduledTaskTrigger</a:t>
          </a:r>
          <a:r>
            <a:rPr lang="en-US" sz="1800" kern="1200"/>
            <a:t> -Daily -At 09:00</a:t>
          </a:r>
        </a:p>
      </dsp:txBody>
      <dsp:txXfrm>
        <a:off x="0" y="2765367"/>
        <a:ext cx="4718785" cy="920888"/>
      </dsp:txXfrm>
    </dsp:sp>
    <dsp:sp modelId="{A4C7EB5C-0B2B-4F49-B80B-754C6C4F0087}">
      <dsp:nvSpPr>
        <dsp:cNvPr id="0" name=""/>
        <dsp:cNvSpPr/>
      </dsp:nvSpPr>
      <dsp:spPr>
        <a:xfrm>
          <a:off x="0" y="3686256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8A52A2-6A59-41EB-8B06-32CDD7B17AEE}">
      <dsp:nvSpPr>
        <dsp:cNvPr id="0" name=""/>
        <dsp:cNvSpPr/>
      </dsp:nvSpPr>
      <dsp:spPr>
        <a:xfrm>
          <a:off x="0" y="3686256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err="1"/>
            <a:t>Registramos</a:t>
          </a:r>
          <a:r>
            <a:rPr lang="en-US" sz="2400" b="1" kern="1200"/>
            <a:t> la </a:t>
          </a:r>
          <a:r>
            <a:rPr lang="en-US" sz="2400" b="1" kern="1200" err="1"/>
            <a:t>tarea</a:t>
          </a:r>
          <a:endParaRPr lang="en-US" sz="2400" b="1" kern="1200"/>
        </a:p>
      </dsp:txBody>
      <dsp:txXfrm>
        <a:off x="0" y="3686256"/>
        <a:ext cx="4718785" cy="920888"/>
      </dsp:txXfrm>
    </dsp:sp>
    <dsp:sp modelId="{955FA071-72BA-4B30-8AF3-6355D91378E6}">
      <dsp:nvSpPr>
        <dsp:cNvPr id="0" name=""/>
        <dsp:cNvSpPr/>
      </dsp:nvSpPr>
      <dsp:spPr>
        <a:xfrm>
          <a:off x="0" y="4607145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D249D3-8576-4ED0-A126-7BEC68463996}">
      <dsp:nvSpPr>
        <dsp:cNvPr id="0" name=""/>
        <dsp:cNvSpPr/>
      </dsp:nvSpPr>
      <dsp:spPr>
        <a:xfrm>
          <a:off x="0" y="4607145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Register-</a:t>
          </a:r>
          <a:r>
            <a:rPr lang="en-US" sz="1800" kern="1200" err="1"/>
            <a:t>ScheduledTask</a:t>
          </a:r>
          <a:r>
            <a:rPr lang="en-US" sz="1800" kern="1200"/>
            <a:t> -Action $action -Trigger $trigger -</a:t>
          </a:r>
          <a:r>
            <a:rPr lang="en-US" sz="1800" kern="1200" err="1"/>
            <a:t>TaskName</a:t>
          </a:r>
          <a:r>
            <a:rPr lang="en-US" sz="1800" kern="1200"/>
            <a:t> '</a:t>
          </a:r>
          <a:r>
            <a:rPr lang="en-US" sz="1800" kern="1200" err="1"/>
            <a:t>InformeDiario</a:t>
          </a:r>
          <a:r>
            <a:rPr lang="en-US" sz="1800" kern="1200"/>
            <a:t>'</a:t>
          </a:r>
        </a:p>
      </dsp:txBody>
      <dsp:txXfrm>
        <a:off x="0" y="4607145"/>
        <a:ext cx="4718785" cy="92088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9207A6-65AA-4997-BDC2-91A78018D40D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7314E6-70F9-4002-89B8-C1F08A0A5CE7}">
      <dsp:nvSpPr>
        <dsp:cNvPr id="0" name=""/>
        <dsp:cNvSpPr/>
      </dsp:nvSpPr>
      <dsp:spPr>
        <a:xfrm>
          <a:off x="0" y="0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1. Haz ping a google.com con Test-Connection</a:t>
          </a:r>
        </a:p>
      </dsp:txBody>
      <dsp:txXfrm>
        <a:off x="0" y="0"/>
        <a:ext cx="4726201" cy="1469702"/>
      </dsp:txXfrm>
    </dsp:sp>
    <dsp:sp modelId="{3AEB86D5-7671-4A73-BF00-CCB2857D2C25}">
      <dsp:nvSpPr>
        <dsp:cNvPr id="0" name=""/>
        <dsp:cNvSpPr/>
      </dsp:nvSpPr>
      <dsp:spPr>
        <a:xfrm>
          <a:off x="0" y="146970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B83EB4-51B2-4DEB-BC51-D7EAA88BFB72}">
      <dsp:nvSpPr>
        <dsp:cNvPr id="0" name=""/>
        <dsp:cNvSpPr/>
      </dsp:nvSpPr>
      <dsp:spPr>
        <a:xfrm>
          <a:off x="0" y="1469702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2. </a:t>
          </a:r>
          <a:r>
            <a:rPr lang="en-US" sz="2900" kern="1200" err="1"/>
            <a:t>Comprueba</a:t>
          </a:r>
          <a:r>
            <a:rPr lang="en-US" sz="2900" kern="1200"/>
            <a:t> </a:t>
          </a:r>
          <a:r>
            <a:rPr lang="en-US" sz="2900" kern="1200" err="1"/>
            <a:t>si</a:t>
          </a:r>
          <a:r>
            <a:rPr lang="en-US" sz="2900" kern="1200"/>
            <a:t> </a:t>
          </a:r>
          <a:r>
            <a:rPr lang="en-US" sz="2900" kern="1200" err="1"/>
            <a:t>el</a:t>
          </a:r>
          <a:r>
            <a:rPr lang="en-US" sz="2900" kern="1200"/>
            <a:t> </a:t>
          </a:r>
          <a:r>
            <a:rPr lang="en-US" sz="2900" kern="1200" err="1"/>
            <a:t>puerto</a:t>
          </a:r>
          <a:r>
            <a:rPr lang="en-US" sz="2900" kern="1200"/>
            <a:t> 80 de www.microsoft.com </a:t>
          </a:r>
          <a:r>
            <a:rPr lang="en-US" sz="2900" kern="1200" err="1"/>
            <a:t>está</a:t>
          </a:r>
          <a:r>
            <a:rPr lang="en-US" sz="2900" kern="1200"/>
            <a:t> </a:t>
          </a:r>
          <a:r>
            <a:rPr lang="en-US" sz="2900" kern="1200" err="1"/>
            <a:t>abierto</a:t>
          </a:r>
          <a:endParaRPr lang="en-US" sz="2900" kern="1200"/>
        </a:p>
      </dsp:txBody>
      <dsp:txXfrm>
        <a:off x="0" y="1469702"/>
        <a:ext cx="4726201" cy="1469702"/>
      </dsp:txXfrm>
    </dsp:sp>
    <dsp:sp modelId="{DD58FD6C-E5D4-4802-BA3A-6255209D32B3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4C7B59-F7A6-4FBD-8BF1-F42A103801E7}">
      <dsp:nvSpPr>
        <dsp:cNvPr id="0" name=""/>
        <dsp:cNvSpPr/>
      </dsp:nvSpPr>
      <dsp:spPr>
        <a:xfrm>
          <a:off x="0" y="2939404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3. Lista </a:t>
          </a:r>
          <a:r>
            <a:rPr lang="en-US" sz="2900" kern="1200" err="1"/>
            <a:t>todos</a:t>
          </a:r>
          <a:r>
            <a:rPr lang="en-US" sz="2900" kern="1200"/>
            <a:t> </a:t>
          </a:r>
          <a:r>
            <a:rPr lang="en-US" sz="2900" kern="1200" err="1"/>
            <a:t>los</a:t>
          </a:r>
          <a:r>
            <a:rPr lang="en-US" sz="2900" kern="1200"/>
            <a:t> </a:t>
          </a:r>
          <a:r>
            <a:rPr lang="en-US" sz="2900" kern="1200" err="1"/>
            <a:t>adaptadores</a:t>
          </a:r>
          <a:r>
            <a:rPr lang="en-US" sz="2900" kern="1200"/>
            <a:t> de red y sus </a:t>
          </a:r>
          <a:r>
            <a:rPr lang="en-US" sz="2900" kern="1200" err="1"/>
            <a:t>velocidades</a:t>
          </a:r>
          <a:endParaRPr lang="en-US" sz="2900" kern="1200"/>
        </a:p>
      </dsp:txBody>
      <dsp:txXfrm>
        <a:off x="0" y="2939404"/>
        <a:ext cx="4726201" cy="1469702"/>
      </dsp:txXfrm>
    </dsp:sp>
    <dsp:sp modelId="{B4964E44-D036-44EF-9BDD-3BE383A969EE}">
      <dsp:nvSpPr>
        <dsp:cNvPr id="0" name=""/>
        <dsp:cNvSpPr/>
      </dsp:nvSpPr>
      <dsp:spPr>
        <a:xfrm>
          <a:off x="0" y="440910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D019D-D8CB-4379-BE59-5731006AC710}">
      <dsp:nvSpPr>
        <dsp:cNvPr id="0" name=""/>
        <dsp:cNvSpPr/>
      </dsp:nvSpPr>
      <dsp:spPr>
        <a:xfrm>
          <a:off x="0" y="4409106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4. </a:t>
          </a:r>
          <a:r>
            <a:rPr lang="en-US" sz="2900" kern="1200" err="1"/>
            <a:t>Muestra</a:t>
          </a:r>
          <a:r>
            <a:rPr lang="en-US" sz="2900" kern="1200"/>
            <a:t> solo las </a:t>
          </a:r>
          <a:r>
            <a:rPr lang="en-US" sz="2900" kern="1200" err="1"/>
            <a:t>direcciones</a:t>
          </a:r>
          <a:r>
            <a:rPr lang="en-US" sz="2900" kern="1200"/>
            <a:t> IPv4 de </a:t>
          </a:r>
          <a:r>
            <a:rPr lang="en-US" sz="2900" kern="1200" err="1"/>
            <a:t>tu</a:t>
          </a:r>
          <a:r>
            <a:rPr lang="en-US" sz="2900" kern="1200"/>
            <a:t> </a:t>
          </a:r>
          <a:r>
            <a:rPr lang="en-US" sz="2900" kern="1200" err="1"/>
            <a:t>sistema</a:t>
          </a:r>
          <a:endParaRPr lang="en-US" sz="2900" kern="1200"/>
        </a:p>
      </dsp:txBody>
      <dsp:txXfrm>
        <a:off x="0" y="4409106"/>
        <a:ext cx="4726201" cy="146970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5A089D-2CD0-40A9-B11C-95F2EAEAD922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0297B-A1CE-4016-A4A1-1AC735292573}">
      <dsp:nvSpPr>
        <dsp:cNvPr id="0" name=""/>
        <dsp:cNvSpPr/>
      </dsp:nvSpPr>
      <dsp:spPr>
        <a:xfrm>
          <a:off x="0" y="0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5. </a:t>
          </a:r>
          <a:r>
            <a:rPr lang="en-US" sz="2900" kern="1200" err="1"/>
            <a:t>Muestra</a:t>
          </a:r>
          <a:r>
            <a:rPr lang="en-US" sz="2900" kern="1200"/>
            <a:t> </a:t>
          </a:r>
          <a:r>
            <a:rPr lang="en-US" sz="2900" kern="1200" err="1"/>
            <a:t>los</a:t>
          </a:r>
          <a:r>
            <a:rPr lang="en-US" sz="2900" kern="1200"/>
            <a:t> </a:t>
          </a:r>
          <a:r>
            <a:rPr lang="en-US" sz="2900" kern="1200" err="1"/>
            <a:t>últimos</a:t>
          </a:r>
          <a:r>
            <a:rPr lang="en-US" sz="2900" kern="1200"/>
            <a:t> 20 </a:t>
          </a:r>
          <a:r>
            <a:rPr lang="en-US" sz="2900" kern="1200" err="1"/>
            <a:t>eventos</a:t>
          </a:r>
          <a:r>
            <a:rPr lang="en-US" sz="2900" kern="1200"/>
            <a:t> del </a:t>
          </a:r>
          <a:r>
            <a:rPr lang="en-US" sz="2900" kern="1200" err="1"/>
            <a:t>registro</a:t>
          </a:r>
          <a:r>
            <a:rPr lang="en-US" sz="2900" kern="1200"/>
            <a:t> de </a:t>
          </a:r>
          <a:r>
            <a:rPr lang="en-US" sz="2900" kern="1200" err="1"/>
            <a:t>Aplicación</a:t>
          </a:r>
          <a:endParaRPr lang="en-US" sz="2900" kern="1200"/>
        </a:p>
      </dsp:txBody>
      <dsp:txXfrm>
        <a:off x="0" y="0"/>
        <a:ext cx="4726201" cy="1469702"/>
      </dsp:txXfrm>
    </dsp:sp>
    <dsp:sp modelId="{3784B517-2CEF-497F-BE11-51B7472C2263}">
      <dsp:nvSpPr>
        <dsp:cNvPr id="0" name=""/>
        <dsp:cNvSpPr/>
      </dsp:nvSpPr>
      <dsp:spPr>
        <a:xfrm>
          <a:off x="0" y="146970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5E5B45-C60B-40E6-8E36-156132B293B8}">
      <dsp:nvSpPr>
        <dsp:cNvPr id="0" name=""/>
        <dsp:cNvSpPr/>
      </dsp:nvSpPr>
      <dsp:spPr>
        <a:xfrm>
          <a:off x="0" y="1469702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6. Filtra solo </a:t>
          </a:r>
          <a:r>
            <a:rPr lang="en-US" sz="2900" kern="1200" err="1"/>
            <a:t>los</a:t>
          </a:r>
          <a:r>
            <a:rPr lang="en-US" sz="2900" kern="1200"/>
            <a:t> </a:t>
          </a:r>
          <a:r>
            <a:rPr lang="en-US" sz="2900" kern="1200" err="1"/>
            <a:t>errores</a:t>
          </a:r>
          <a:r>
            <a:rPr lang="en-US" sz="2900" kern="1200"/>
            <a:t> de Sistema</a:t>
          </a:r>
        </a:p>
      </dsp:txBody>
      <dsp:txXfrm>
        <a:off x="0" y="1469702"/>
        <a:ext cx="4726201" cy="1469702"/>
      </dsp:txXfrm>
    </dsp:sp>
    <dsp:sp modelId="{CE3571EF-6D98-45C2-9421-0CEF966A4546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C92B89-0538-4E0D-86CB-FB775DF0F89E}">
      <dsp:nvSpPr>
        <dsp:cNvPr id="0" name=""/>
        <dsp:cNvSpPr/>
      </dsp:nvSpPr>
      <dsp:spPr>
        <a:xfrm>
          <a:off x="0" y="2939404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7. </a:t>
          </a:r>
          <a:r>
            <a:rPr lang="en-US" sz="2900" kern="1200" err="1"/>
            <a:t>Exporta</a:t>
          </a:r>
          <a:r>
            <a:rPr lang="en-US" sz="2900" kern="1200"/>
            <a:t> a CSV </a:t>
          </a:r>
          <a:r>
            <a:rPr lang="en-US" sz="2900" kern="1200" err="1"/>
            <a:t>los</a:t>
          </a:r>
          <a:r>
            <a:rPr lang="en-US" sz="2900" kern="1200"/>
            <a:t> </a:t>
          </a:r>
          <a:r>
            <a:rPr lang="en-US" sz="2900" kern="1200" err="1"/>
            <a:t>últimos</a:t>
          </a:r>
          <a:r>
            <a:rPr lang="en-US" sz="2900" kern="1200"/>
            <a:t> 50 </a:t>
          </a:r>
          <a:r>
            <a:rPr lang="en-US" sz="2900" kern="1200" err="1"/>
            <a:t>eventos</a:t>
          </a:r>
          <a:r>
            <a:rPr lang="en-US" sz="2900" kern="1200"/>
            <a:t> de </a:t>
          </a:r>
          <a:r>
            <a:rPr lang="en-US" sz="2900" kern="1200" err="1"/>
            <a:t>Seguridad</a:t>
          </a:r>
          <a:endParaRPr lang="en-US" sz="2900" kern="1200"/>
        </a:p>
      </dsp:txBody>
      <dsp:txXfrm>
        <a:off x="0" y="2939404"/>
        <a:ext cx="4726201" cy="1469702"/>
      </dsp:txXfrm>
    </dsp:sp>
    <dsp:sp modelId="{9FEE370B-BBDF-4E9C-9EC3-D786AF1581CC}">
      <dsp:nvSpPr>
        <dsp:cNvPr id="0" name=""/>
        <dsp:cNvSpPr/>
      </dsp:nvSpPr>
      <dsp:spPr>
        <a:xfrm>
          <a:off x="0" y="440910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A32937-5FCF-444B-822C-7897F28BE158}">
      <dsp:nvSpPr>
        <dsp:cNvPr id="0" name=""/>
        <dsp:cNvSpPr/>
      </dsp:nvSpPr>
      <dsp:spPr>
        <a:xfrm>
          <a:off x="0" y="4409106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8. </a:t>
          </a:r>
          <a:r>
            <a:rPr lang="en-US" sz="2900" kern="1200" err="1"/>
            <a:t>Busca</a:t>
          </a:r>
          <a:r>
            <a:rPr lang="en-US" sz="2900" kern="1200"/>
            <a:t> </a:t>
          </a:r>
          <a:r>
            <a:rPr lang="en-US" sz="2900" kern="1200" err="1"/>
            <a:t>eventos</a:t>
          </a:r>
          <a:r>
            <a:rPr lang="en-US" sz="2900" kern="1200"/>
            <a:t> de </a:t>
          </a:r>
          <a:r>
            <a:rPr lang="en-US" sz="2900" kern="1200" err="1"/>
            <a:t>inicio</a:t>
          </a:r>
          <a:r>
            <a:rPr lang="en-US" sz="2900" kern="1200"/>
            <a:t> de </a:t>
          </a:r>
          <a:r>
            <a:rPr lang="en-US" sz="2900" kern="1200" err="1"/>
            <a:t>sesión</a:t>
          </a:r>
          <a:r>
            <a:rPr lang="en-US" sz="2900" kern="1200"/>
            <a:t> </a:t>
          </a:r>
          <a:r>
            <a:rPr lang="en-US" sz="2900" kern="1200" err="1"/>
            <a:t>exitoso</a:t>
          </a:r>
          <a:r>
            <a:rPr lang="en-US" sz="2900" kern="1200"/>
            <a:t> (ID 4624)</a:t>
          </a:r>
        </a:p>
      </dsp:txBody>
      <dsp:txXfrm>
        <a:off x="0" y="4409106"/>
        <a:ext cx="4726201" cy="146970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06E57E-22A9-4ADE-9062-D7D745845C9B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8EEB6-E71B-4471-9660-09671A23AE5C}">
      <dsp:nvSpPr>
        <dsp:cNvPr id="0" name=""/>
        <dsp:cNvSpPr/>
      </dsp:nvSpPr>
      <dsp:spPr>
        <a:xfrm>
          <a:off x="0" y="0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9. Lista </a:t>
          </a:r>
          <a:r>
            <a:rPr lang="en-US" sz="2900" kern="1200" err="1"/>
            <a:t>todas</a:t>
          </a:r>
          <a:r>
            <a:rPr lang="en-US" sz="2900" kern="1200"/>
            <a:t> las </a:t>
          </a:r>
          <a:r>
            <a:rPr lang="en-US" sz="2900" kern="1200" err="1"/>
            <a:t>tareas</a:t>
          </a:r>
          <a:r>
            <a:rPr lang="en-US" sz="2900" kern="1200"/>
            <a:t> </a:t>
          </a:r>
          <a:r>
            <a:rPr lang="en-US" sz="2900" kern="1200" err="1"/>
            <a:t>programadas</a:t>
          </a:r>
          <a:endParaRPr lang="en-US" sz="2900" kern="1200"/>
        </a:p>
      </dsp:txBody>
      <dsp:txXfrm>
        <a:off x="0" y="0"/>
        <a:ext cx="4726201" cy="1469702"/>
      </dsp:txXfrm>
    </dsp:sp>
    <dsp:sp modelId="{AEA85EBA-6972-4DD1-9AB6-E5F7F8F5C2AB}">
      <dsp:nvSpPr>
        <dsp:cNvPr id="0" name=""/>
        <dsp:cNvSpPr/>
      </dsp:nvSpPr>
      <dsp:spPr>
        <a:xfrm>
          <a:off x="0" y="146970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E0153C-91B5-4DDA-B2D4-8DC4BE9DC907}">
      <dsp:nvSpPr>
        <dsp:cNvPr id="0" name=""/>
        <dsp:cNvSpPr/>
      </dsp:nvSpPr>
      <dsp:spPr>
        <a:xfrm>
          <a:off x="0" y="1469702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10. Crea </a:t>
          </a:r>
          <a:r>
            <a:rPr lang="en-US" sz="2900" kern="1200" err="1"/>
            <a:t>una</a:t>
          </a:r>
          <a:r>
            <a:rPr lang="en-US" sz="2900" kern="1200"/>
            <a:t> </a:t>
          </a:r>
          <a:r>
            <a:rPr lang="en-US" sz="2900" kern="1200" err="1"/>
            <a:t>tarea</a:t>
          </a:r>
          <a:r>
            <a:rPr lang="en-US" sz="2900" kern="1200"/>
            <a:t> que abra </a:t>
          </a:r>
          <a:r>
            <a:rPr lang="en-US" sz="2900" kern="1200" err="1"/>
            <a:t>el</a:t>
          </a:r>
          <a:r>
            <a:rPr lang="en-US" sz="2900" kern="1200"/>
            <a:t> Bloc de </a:t>
          </a:r>
          <a:r>
            <a:rPr lang="en-US" sz="2900" kern="1200" err="1"/>
            <a:t>notas</a:t>
          </a:r>
          <a:r>
            <a:rPr lang="en-US" sz="2900" kern="1200"/>
            <a:t> a las 10:00</a:t>
          </a:r>
        </a:p>
      </dsp:txBody>
      <dsp:txXfrm>
        <a:off x="0" y="1469702"/>
        <a:ext cx="4726201" cy="1469702"/>
      </dsp:txXfrm>
    </dsp:sp>
    <dsp:sp modelId="{CB9419DB-B3F2-4585-9541-6C52776233C9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D3E0F9-BFDB-41C9-AF6D-37EFA3281FFB}">
      <dsp:nvSpPr>
        <dsp:cNvPr id="0" name=""/>
        <dsp:cNvSpPr/>
      </dsp:nvSpPr>
      <dsp:spPr>
        <a:xfrm>
          <a:off x="0" y="2939404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11. </a:t>
          </a:r>
          <a:r>
            <a:rPr lang="en-US" sz="2900" kern="1200" err="1"/>
            <a:t>Programa</a:t>
          </a:r>
          <a:r>
            <a:rPr lang="en-US" sz="2900" kern="1200"/>
            <a:t> </a:t>
          </a:r>
          <a:r>
            <a:rPr lang="en-US" sz="2900" kern="1200" err="1"/>
            <a:t>una</a:t>
          </a:r>
          <a:r>
            <a:rPr lang="en-US" sz="2900" kern="1200"/>
            <a:t> </a:t>
          </a:r>
          <a:r>
            <a:rPr lang="en-US" sz="2900" kern="1200" err="1"/>
            <a:t>tarea</a:t>
          </a:r>
          <a:r>
            <a:rPr lang="en-US" sz="2900" kern="1200"/>
            <a:t> </a:t>
          </a:r>
          <a:r>
            <a:rPr lang="en-US" sz="2900" kern="1200" err="1"/>
            <a:t>diaria</a:t>
          </a:r>
          <a:r>
            <a:rPr lang="en-US" sz="2900" kern="1200"/>
            <a:t> que </a:t>
          </a:r>
          <a:r>
            <a:rPr lang="en-US" sz="2900" kern="1200" err="1"/>
            <a:t>guarde</a:t>
          </a:r>
          <a:r>
            <a:rPr lang="en-US" sz="2900" kern="1200"/>
            <a:t> un log </a:t>
          </a:r>
          <a:r>
            <a:rPr lang="en-US" sz="2900" kern="1200" err="1"/>
            <a:t>en</a:t>
          </a:r>
          <a:r>
            <a:rPr lang="en-US" sz="2900" kern="1200"/>
            <a:t> C:\Logs</a:t>
          </a:r>
        </a:p>
      </dsp:txBody>
      <dsp:txXfrm>
        <a:off x="0" y="2939404"/>
        <a:ext cx="4726201" cy="1469702"/>
      </dsp:txXfrm>
    </dsp:sp>
    <dsp:sp modelId="{111BD1A3-48F9-4000-9071-42BB6518D4A2}">
      <dsp:nvSpPr>
        <dsp:cNvPr id="0" name=""/>
        <dsp:cNvSpPr/>
      </dsp:nvSpPr>
      <dsp:spPr>
        <a:xfrm>
          <a:off x="0" y="440910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6AA83-B26E-43D8-9CE6-79259DDA0C5E}">
      <dsp:nvSpPr>
        <dsp:cNvPr id="0" name=""/>
        <dsp:cNvSpPr/>
      </dsp:nvSpPr>
      <dsp:spPr>
        <a:xfrm>
          <a:off x="0" y="4409106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12. </a:t>
          </a:r>
          <a:r>
            <a:rPr lang="en-US" sz="2900" kern="1200" err="1"/>
            <a:t>Deshabilita</a:t>
          </a:r>
          <a:r>
            <a:rPr lang="en-US" sz="2900" kern="1200"/>
            <a:t> </a:t>
          </a:r>
          <a:r>
            <a:rPr lang="en-US" sz="2900" kern="1200" err="1"/>
            <a:t>una</a:t>
          </a:r>
          <a:r>
            <a:rPr lang="en-US" sz="2900" kern="1200"/>
            <a:t> </a:t>
          </a:r>
          <a:r>
            <a:rPr lang="en-US" sz="2900" kern="1200" err="1"/>
            <a:t>tarea</a:t>
          </a:r>
          <a:r>
            <a:rPr lang="en-US" sz="2900" kern="1200"/>
            <a:t> </a:t>
          </a:r>
          <a:r>
            <a:rPr lang="en-US" sz="2900" kern="1200" err="1"/>
            <a:t>existente</a:t>
          </a:r>
          <a:r>
            <a:rPr lang="en-US" sz="2900" kern="1200"/>
            <a:t> y </a:t>
          </a:r>
          <a:r>
            <a:rPr lang="en-US" sz="2900" kern="1200" err="1"/>
            <a:t>vuelve</a:t>
          </a:r>
          <a:r>
            <a:rPr lang="en-US" sz="2900" kern="1200"/>
            <a:t> a </a:t>
          </a:r>
          <a:r>
            <a:rPr lang="en-US" sz="2900" kern="1200" err="1"/>
            <a:t>habilitarla</a:t>
          </a:r>
          <a:endParaRPr lang="en-US" sz="2900" kern="1200"/>
        </a:p>
      </dsp:txBody>
      <dsp:txXfrm>
        <a:off x="0" y="4409106"/>
        <a:ext cx="4726201" cy="146970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FF9D8F-4783-4727-9F2A-671F28A671F8}">
      <dsp:nvSpPr>
        <dsp:cNvPr id="0" name=""/>
        <dsp:cNvSpPr/>
      </dsp:nvSpPr>
      <dsp:spPr>
        <a:xfrm>
          <a:off x="0" y="81904"/>
          <a:ext cx="4726201" cy="1374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1. Comprobar conectividad a google.com y guardar resultado en log</a:t>
          </a:r>
        </a:p>
      </dsp:txBody>
      <dsp:txXfrm>
        <a:off x="67110" y="149014"/>
        <a:ext cx="4591981" cy="1240530"/>
      </dsp:txXfrm>
    </dsp:sp>
    <dsp:sp modelId="{40FA5915-DB58-4C9A-9AA7-55CF2B6F8C50}">
      <dsp:nvSpPr>
        <dsp:cNvPr id="0" name=""/>
        <dsp:cNvSpPr/>
      </dsp:nvSpPr>
      <dsp:spPr>
        <a:xfrm>
          <a:off x="0" y="1528654"/>
          <a:ext cx="4726201" cy="137475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2. Exportar los últimos 100 eventos de Sistema a CSV</a:t>
          </a:r>
        </a:p>
      </dsp:txBody>
      <dsp:txXfrm>
        <a:off x="67110" y="1595764"/>
        <a:ext cx="4591981" cy="1240530"/>
      </dsp:txXfrm>
    </dsp:sp>
    <dsp:sp modelId="{FC79F664-3094-4F99-9D24-B453B75A69A8}">
      <dsp:nvSpPr>
        <dsp:cNvPr id="0" name=""/>
        <dsp:cNvSpPr/>
      </dsp:nvSpPr>
      <dsp:spPr>
        <a:xfrm>
          <a:off x="0" y="2975404"/>
          <a:ext cx="4726201" cy="137475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3. Guardar ambos informes en C:\Informes</a:t>
          </a:r>
        </a:p>
      </dsp:txBody>
      <dsp:txXfrm>
        <a:off x="67110" y="3042514"/>
        <a:ext cx="4591981" cy="1240530"/>
      </dsp:txXfrm>
    </dsp:sp>
    <dsp:sp modelId="{A51B31E1-7600-4560-BBCF-2C8C62477F42}">
      <dsp:nvSpPr>
        <dsp:cNvPr id="0" name=""/>
        <dsp:cNvSpPr/>
      </dsp:nvSpPr>
      <dsp:spPr>
        <a:xfrm>
          <a:off x="0" y="4422154"/>
          <a:ext cx="4726201" cy="137475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4. Crear una tarea programada diaria que ejecute el script a las 09:00</a:t>
          </a:r>
        </a:p>
      </dsp:txBody>
      <dsp:txXfrm>
        <a:off x="67110" y="4489264"/>
        <a:ext cx="4591981" cy="124053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D2CFA6-CB4E-4A49-9145-A37794F2381A}">
      <dsp:nvSpPr>
        <dsp:cNvPr id="0" name=""/>
        <dsp:cNvSpPr/>
      </dsp:nvSpPr>
      <dsp:spPr>
        <a:xfrm>
          <a:off x="0" y="79125"/>
          <a:ext cx="4718785" cy="72306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/>
            <a:t>Proyecto 2: Auditoría rápida del sistema</a:t>
          </a:r>
          <a:endParaRPr lang="en-US" sz="1800" kern="1200"/>
        </a:p>
      </dsp:txBody>
      <dsp:txXfrm>
        <a:off x="35297" y="114422"/>
        <a:ext cx="4648191" cy="652469"/>
      </dsp:txXfrm>
    </dsp:sp>
    <dsp:sp modelId="{906F83B6-1BC4-429B-9E03-1E408820CFAD}">
      <dsp:nvSpPr>
        <dsp:cNvPr id="0" name=""/>
        <dsp:cNvSpPr/>
      </dsp:nvSpPr>
      <dsp:spPr>
        <a:xfrm>
          <a:off x="0" y="854028"/>
          <a:ext cx="4718785" cy="723063"/>
        </a:xfrm>
        <a:prstGeom prst="round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/>
            <a:t>🧭 Objetivos del script</a:t>
          </a:r>
          <a:endParaRPr lang="en-US" sz="1800" kern="1200"/>
        </a:p>
      </dsp:txBody>
      <dsp:txXfrm>
        <a:off x="35297" y="889325"/>
        <a:ext cx="4648191" cy="652469"/>
      </dsp:txXfrm>
    </dsp:sp>
    <dsp:sp modelId="{9F55D3DA-7953-4485-BA19-BAB882CFA7F1}">
      <dsp:nvSpPr>
        <dsp:cNvPr id="0" name=""/>
        <dsp:cNvSpPr/>
      </dsp:nvSpPr>
      <dsp:spPr>
        <a:xfrm>
          <a:off x="0" y="1628932"/>
          <a:ext cx="4718785" cy="723063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Comprobar y guardar el </a:t>
          </a:r>
          <a:r>
            <a:rPr lang="es-ES" sz="1800" b="1" kern="1200"/>
            <a:t>espacio libre en disco</a:t>
          </a:r>
          <a:r>
            <a:rPr lang="es-ES" sz="1800" kern="1200"/>
            <a:t>.</a:t>
          </a:r>
          <a:endParaRPr lang="en-US" sz="1800" kern="1200"/>
        </a:p>
      </dsp:txBody>
      <dsp:txXfrm>
        <a:off x="35297" y="1664229"/>
        <a:ext cx="4648191" cy="652469"/>
      </dsp:txXfrm>
    </dsp:sp>
    <dsp:sp modelId="{E010F8F9-65D8-4C6B-AE32-0304B1FC6CAC}">
      <dsp:nvSpPr>
        <dsp:cNvPr id="0" name=""/>
        <dsp:cNvSpPr/>
      </dsp:nvSpPr>
      <dsp:spPr>
        <a:xfrm>
          <a:off x="0" y="2403835"/>
          <a:ext cx="4718785" cy="723063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Guardar una lista de los </a:t>
          </a:r>
          <a:r>
            <a:rPr lang="es-ES" sz="1800" b="1" kern="1200"/>
            <a:t>procesos más activos</a:t>
          </a:r>
          <a:r>
            <a:rPr lang="es-ES" sz="1800" kern="1200"/>
            <a:t> (por CPU).</a:t>
          </a:r>
          <a:endParaRPr lang="en-US" sz="1800" kern="1200"/>
        </a:p>
      </dsp:txBody>
      <dsp:txXfrm>
        <a:off x="35297" y="2439132"/>
        <a:ext cx="4648191" cy="652469"/>
      </dsp:txXfrm>
    </dsp:sp>
    <dsp:sp modelId="{69A1896A-E752-4802-9364-66C37A17C79D}">
      <dsp:nvSpPr>
        <dsp:cNvPr id="0" name=""/>
        <dsp:cNvSpPr/>
      </dsp:nvSpPr>
      <dsp:spPr>
        <a:xfrm>
          <a:off x="0" y="3178739"/>
          <a:ext cx="4718785" cy="723063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Guardar información de los </a:t>
          </a:r>
          <a:r>
            <a:rPr lang="es-ES" sz="1800" b="1" kern="1200"/>
            <a:t>adaptadores de red</a:t>
          </a:r>
          <a:r>
            <a:rPr lang="es-ES" sz="1800" kern="1200"/>
            <a:t>.</a:t>
          </a:r>
          <a:endParaRPr lang="en-US" sz="1800" kern="1200"/>
        </a:p>
      </dsp:txBody>
      <dsp:txXfrm>
        <a:off x="35297" y="3214036"/>
        <a:ext cx="4648191" cy="652469"/>
      </dsp:txXfrm>
    </dsp:sp>
    <dsp:sp modelId="{FF38B3A4-D66B-4B39-AC47-2F9F35523AA4}">
      <dsp:nvSpPr>
        <dsp:cNvPr id="0" name=""/>
        <dsp:cNvSpPr/>
      </dsp:nvSpPr>
      <dsp:spPr>
        <a:xfrm>
          <a:off x="0" y="3953642"/>
          <a:ext cx="4718785" cy="723063"/>
        </a:xfrm>
        <a:prstGeom prst="round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Guardar todos los informes en C:\Auditoria.</a:t>
          </a:r>
          <a:endParaRPr lang="en-US" sz="1800" kern="1200"/>
        </a:p>
      </dsp:txBody>
      <dsp:txXfrm>
        <a:off x="35297" y="3988939"/>
        <a:ext cx="4648191" cy="652469"/>
      </dsp:txXfrm>
    </dsp:sp>
    <dsp:sp modelId="{8BECAA80-D4DE-43DD-8EEB-9833D096C3F0}">
      <dsp:nvSpPr>
        <dsp:cNvPr id="0" name=""/>
        <dsp:cNvSpPr/>
      </dsp:nvSpPr>
      <dsp:spPr>
        <a:xfrm>
          <a:off x="0" y="4728546"/>
          <a:ext cx="4718785" cy="723063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Crear una </a:t>
          </a:r>
          <a:r>
            <a:rPr lang="es-ES" sz="1800" b="1" kern="1200"/>
            <a:t>tarea programada que se ejecute una sola vez</a:t>
          </a:r>
          <a:r>
            <a:rPr lang="es-ES" sz="1800" kern="1200"/>
            <a:t> (por ejemplo, dentro de 2 minutos).</a:t>
          </a:r>
          <a:endParaRPr lang="en-US" sz="1800" kern="1200"/>
        </a:p>
      </dsp:txBody>
      <dsp:txXfrm>
        <a:off x="35297" y="4763843"/>
        <a:ext cx="4648191" cy="65246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8EC660-80EB-44A3-AFBA-1E5405967FC6}">
      <dsp:nvSpPr>
        <dsp:cNvPr id="0" name=""/>
        <dsp:cNvSpPr/>
      </dsp:nvSpPr>
      <dsp:spPr>
        <a:xfrm>
          <a:off x="0" y="71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4688FC-E57A-4744-8F5C-8E2E85BD830B}">
      <dsp:nvSpPr>
        <dsp:cNvPr id="0" name=""/>
        <dsp:cNvSpPr/>
      </dsp:nvSpPr>
      <dsp:spPr>
        <a:xfrm>
          <a:off x="0" y="71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Test-Connection, Test-NetConnection, Get-NetIPAddress, Get-NetAdapter</a:t>
          </a:r>
        </a:p>
      </dsp:txBody>
      <dsp:txXfrm>
        <a:off x="0" y="717"/>
        <a:ext cx="4726201" cy="1175474"/>
      </dsp:txXfrm>
    </dsp:sp>
    <dsp:sp modelId="{3CDBC5B8-FD4D-4E9C-A797-F6B202D59AD8}">
      <dsp:nvSpPr>
        <dsp:cNvPr id="0" name=""/>
        <dsp:cNvSpPr/>
      </dsp:nvSpPr>
      <dsp:spPr>
        <a:xfrm>
          <a:off x="0" y="117619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523C53-08C7-4BC9-BE05-142383B09780}">
      <dsp:nvSpPr>
        <dsp:cNvPr id="0" name=""/>
        <dsp:cNvSpPr/>
      </dsp:nvSpPr>
      <dsp:spPr>
        <a:xfrm>
          <a:off x="0" y="1176192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Get-EventLog, Get-WinEvent</a:t>
          </a:r>
        </a:p>
      </dsp:txBody>
      <dsp:txXfrm>
        <a:off x="0" y="1176192"/>
        <a:ext cx="4726201" cy="1175474"/>
      </dsp:txXfrm>
    </dsp:sp>
    <dsp:sp modelId="{A0865EB6-8A8C-4F85-9BAF-7E4C46B629A4}">
      <dsp:nvSpPr>
        <dsp:cNvPr id="0" name=""/>
        <dsp:cNvSpPr/>
      </dsp:nvSpPr>
      <dsp:spPr>
        <a:xfrm>
          <a:off x="0" y="235166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456C54-C367-4C35-9D30-CF124EFC3C46}">
      <dsp:nvSpPr>
        <dsp:cNvPr id="0" name=""/>
        <dsp:cNvSpPr/>
      </dsp:nvSpPr>
      <dsp:spPr>
        <a:xfrm>
          <a:off x="0" y="235166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Get-ScheduledTask, Register-ScheduledTask, Unregister-ScheduledTask</a:t>
          </a:r>
        </a:p>
      </dsp:txBody>
      <dsp:txXfrm>
        <a:off x="0" y="2351667"/>
        <a:ext cx="4726201" cy="1175474"/>
      </dsp:txXfrm>
    </dsp:sp>
    <dsp:sp modelId="{8B7DB331-FC91-4E07-9134-671A9D41BD52}">
      <dsp:nvSpPr>
        <dsp:cNvPr id="0" name=""/>
        <dsp:cNvSpPr/>
      </dsp:nvSpPr>
      <dsp:spPr>
        <a:xfrm>
          <a:off x="0" y="3527141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5D5D09-BF51-412C-AC6E-6F027A64A291}">
      <dsp:nvSpPr>
        <dsp:cNvPr id="0" name=""/>
        <dsp:cNvSpPr/>
      </dsp:nvSpPr>
      <dsp:spPr>
        <a:xfrm>
          <a:off x="0" y="3527141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Exportación de resultados</a:t>
          </a:r>
        </a:p>
      </dsp:txBody>
      <dsp:txXfrm>
        <a:off x="0" y="3527141"/>
        <a:ext cx="4726201" cy="1175474"/>
      </dsp:txXfrm>
    </dsp:sp>
    <dsp:sp modelId="{0F2955CB-14A8-4BCC-BCB8-D438578B675D}">
      <dsp:nvSpPr>
        <dsp:cNvPr id="0" name=""/>
        <dsp:cNvSpPr/>
      </dsp:nvSpPr>
      <dsp:spPr>
        <a:xfrm>
          <a:off x="0" y="470261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DB110B-8ACC-49BD-89F2-2326F8CE77A9}">
      <dsp:nvSpPr>
        <dsp:cNvPr id="0" name=""/>
        <dsp:cNvSpPr/>
      </dsp:nvSpPr>
      <dsp:spPr>
        <a:xfrm>
          <a:off x="0" y="4702616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Microproyecto de integración</a:t>
          </a:r>
        </a:p>
      </dsp:txBody>
      <dsp:txXfrm>
        <a:off x="0" y="4702616"/>
        <a:ext cx="4726201" cy="117547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D7D23B-F15A-4F9C-939B-3E1CA3806FAA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103D19-ED4E-4F11-A0C7-45D3E359FA3B}">
      <dsp:nvSpPr>
        <dsp:cNvPr id="0" name=""/>
        <dsp:cNvSpPr/>
      </dsp:nvSpPr>
      <dsp:spPr>
        <a:xfrm>
          <a:off x="0" y="0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1. Diferencia entre Test-Connection y ping</a:t>
          </a:r>
        </a:p>
      </dsp:txBody>
      <dsp:txXfrm>
        <a:off x="0" y="0"/>
        <a:ext cx="4726201" cy="1469702"/>
      </dsp:txXfrm>
    </dsp:sp>
    <dsp:sp modelId="{E9727243-5B57-411E-B44C-968148CC012B}">
      <dsp:nvSpPr>
        <dsp:cNvPr id="0" name=""/>
        <dsp:cNvSpPr/>
      </dsp:nvSpPr>
      <dsp:spPr>
        <a:xfrm>
          <a:off x="0" y="146970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BC24D0-4CE2-4FAB-908D-7580437D61D2}">
      <dsp:nvSpPr>
        <dsp:cNvPr id="0" name=""/>
        <dsp:cNvSpPr/>
      </dsp:nvSpPr>
      <dsp:spPr>
        <a:xfrm>
          <a:off x="0" y="1469702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2. ¿Qué cmdlet usarías para ver las IPs?</a:t>
          </a:r>
        </a:p>
      </dsp:txBody>
      <dsp:txXfrm>
        <a:off x="0" y="1469702"/>
        <a:ext cx="4726201" cy="1469702"/>
      </dsp:txXfrm>
    </dsp:sp>
    <dsp:sp modelId="{AAD36E4E-56E5-423E-8100-E53D5548F22F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43C91C-F236-48AA-B6D7-01B9863BD391}">
      <dsp:nvSpPr>
        <dsp:cNvPr id="0" name=""/>
        <dsp:cNvSpPr/>
      </dsp:nvSpPr>
      <dsp:spPr>
        <a:xfrm>
          <a:off x="0" y="2939404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3. ¿Cómo filtrarías los errores en el registro de Sistema?</a:t>
          </a:r>
        </a:p>
      </dsp:txBody>
      <dsp:txXfrm>
        <a:off x="0" y="2939404"/>
        <a:ext cx="4726201" cy="1469702"/>
      </dsp:txXfrm>
    </dsp:sp>
    <dsp:sp modelId="{369CEFB8-C56E-40FE-9CA5-0F5E6D05099C}">
      <dsp:nvSpPr>
        <dsp:cNvPr id="0" name=""/>
        <dsp:cNvSpPr/>
      </dsp:nvSpPr>
      <dsp:spPr>
        <a:xfrm>
          <a:off x="0" y="440910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FF0C62-E785-45E0-8DCA-0E4F1CD8173A}">
      <dsp:nvSpPr>
        <dsp:cNvPr id="0" name=""/>
        <dsp:cNvSpPr/>
      </dsp:nvSpPr>
      <dsp:spPr>
        <a:xfrm>
          <a:off x="0" y="4409106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4. ¿Qué cmdlets permiten crear y eliminar tareas programadas?</a:t>
          </a:r>
        </a:p>
      </dsp:txBody>
      <dsp:txXfrm>
        <a:off x="0" y="4409106"/>
        <a:ext cx="4726201" cy="146970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DA7784-7729-4788-8D81-976AEDA89F0A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4AE013-806B-4802-BDBE-761447A37922}">
      <dsp:nvSpPr>
        <dsp:cNvPr id="0" name=""/>
        <dsp:cNvSpPr/>
      </dsp:nvSpPr>
      <dsp:spPr>
        <a:xfrm>
          <a:off x="0" y="2870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Haz ping a 8.8.8.8 y 1.1.1.1 (4 intentos cada uno).</a:t>
          </a:r>
        </a:p>
      </dsp:txBody>
      <dsp:txXfrm>
        <a:off x="0" y="2870"/>
        <a:ext cx="4726201" cy="978844"/>
      </dsp:txXfrm>
    </dsp:sp>
    <dsp:sp modelId="{22033C7A-9FBF-4739-89CF-F57D9BE239B8}">
      <dsp:nvSpPr>
        <dsp:cNvPr id="0" name=""/>
        <dsp:cNvSpPr/>
      </dsp:nvSpPr>
      <dsp:spPr>
        <a:xfrm>
          <a:off x="0" y="981715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C0FDC6-8A40-4567-9E6C-9D4F89B3E6AF}">
      <dsp:nvSpPr>
        <dsp:cNvPr id="0" name=""/>
        <dsp:cNvSpPr/>
      </dsp:nvSpPr>
      <dsp:spPr>
        <a:xfrm>
          <a:off x="0" y="981715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Calcula el promedio y exporta a CSV.</a:t>
          </a:r>
        </a:p>
      </dsp:txBody>
      <dsp:txXfrm>
        <a:off x="0" y="981715"/>
        <a:ext cx="4726201" cy="978844"/>
      </dsp:txXfrm>
    </dsp:sp>
    <dsp:sp modelId="{040C4335-2D39-4F9E-84FC-1E7591ACF2D2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29A563-374D-4A2B-957B-F621425DC640}">
      <dsp:nvSpPr>
        <dsp:cNvPr id="0" name=""/>
        <dsp:cNvSpPr/>
      </dsp:nvSpPr>
      <dsp:spPr>
        <a:xfrm>
          <a:off x="0" y="1960559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Solución:</a:t>
          </a:r>
        </a:p>
      </dsp:txBody>
      <dsp:txXfrm>
        <a:off x="0" y="1960559"/>
        <a:ext cx="4726201" cy="978844"/>
      </dsp:txXfrm>
    </dsp:sp>
    <dsp:sp modelId="{08D83010-216A-4189-B80C-C04AAB351B19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C4DC0A-66D5-4591-8A23-ABCA4C14074F}">
      <dsp:nvSpPr>
        <dsp:cNvPr id="0" name=""/>
        <dsp:cNvSpPr/>
      </dsp:nvSpPr>
      <dsp:spPr>
        <a:xfrm>
          <a:off x="0" y="2939404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$hosts='8.8.8.8','1.1.1.1'</a:t>
          </a:r>
        </a:p>
      </dsp:txBody>
      <dsp:txXfrm>
        <a:off x="0" y="2939404"/>
        <a:ext cx="4726201" cy="978844"/>
      </dsp:txXfrm>
    </dsp:sp>
    <dsp:sp modelId="{2E6B8BCF-2414-4679-BEA2-6464656F6CEC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B78573-46DA-43FE-B310-B84E04D097E6}">
      <dsp:nvSpPr>
        <dsp:cNvPr id="0" name=""/>
        <dsp:cNvSpPr/>
      </dsp:nvSpPr>
      <dsp:spPr>
        <a:xfrm>
          <a:off x="0" y="3918249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$rep=foreach($h in $hosts){ Test-Connection $h -Count 4 }</a:t>
          </a:r>
        </a:p>
      </dsp:txBody>
      <dsp:txXfrm>
        <a:off x="0" y="3918249"/>
        <a:ext cx="4726201" cy="978844"/>
      </dsp:txXfrm>
    </dsp:sp>
    <dsp:sp modelId="{EA172739-F9D7-4AAA-A6BB-19E8CF7BA8FB}">
      <dsp:nvSpPr>
        <dsp:cNvPr id="0" name=""/>
        <dsp:cNvSpPr/>
      </dsp:nvSpPr>
      <dsp:spPr>
        <a:xfrm>
          <a:off x="0" y="4897093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2DFD3-14EE-44CE-BF57-CD9A5151B68A}">
      <dsp:nvSpPr>
        <dsp:cNvPr id="0" name=""/>
        <dsp:cNvSpPr/>
      </dsp:nvSpPr>
      <dsp:spPr>
        <a:xfrm>
          <a:off x="0" y="4897093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$rep | Export-Csv .\ping_medias.csv -NoTypeInformation</a:t>
          </a:r>
        </a:p>
      </dsp:txBody>
      <dsp:txXfrm>
        <a:off x="0" y="4897093"/>
        <a:ext cx="4726201" cy="97884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5B0D0C-6EA7-4260-AC45-22B7CA2730E7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5F9DD2-36D2-4333-8A2C-F1E75F60DA5F}">
      <dsp:nvSpPr>
        <dsp:cNvPr id="0" name=""/>
        <dsp:cNvSpPr/>
      </dsp:nvSpPr>
      <dsp:spPr>
        <a:xfrm>
          <a:off x="0" y="2870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Muestra los últimos 10 eventos del registro System.</a:t>
          </a:r>
        </a:p>
      </dsp:txBody>
      <dsp:txXfrm>
        <a:off x="0" y="2870"/>
        <a:ext cx="4726201" cy="1957689"/>
      </dsp:txXfrm>
    </dsp:sp>
    <dsp:sp modelId="{A41A67D9-2DF8-4DD6-BBCF-F4B975C61D86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48A688-9139-4CD5-8554-C687C8717BB1}">
      <dsp:nvSpPr>
        <dsp:cNvPr id="0" name=""/>
        <dsp:cNvSpPr/>
      </dsp:nvSpPr>
      <dsp:spPr>
        <a:xfrm>
          <a:off x="0" y="196055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Solución:</a:t>
          </a:r>
        </a:p>
      </dsp:txBody>
      <dsp:txXfrm>
        <a:off x="0" y="1960559"/>
        <a:ext cx="4726201" cy="1957689"/>
      </dsp:txXfrm>
    </dsp:sp>
    <dsp:sp modelId="{E999ACB2-BC98-41B2-ABDE-37E4EACD5F06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C1B433-1BFA-4395-A605-3A47745DBA51}">
      <dsp:nvSpPr>
        <dsp:cNvPr id="0" name=""/>
        <dsp:cNvSpPr/>
      </dsp:nvSpPr>
      <dsp:spPr>
        <a:xfrm>
          <a:off x="0" y="391824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Get-EventLog -LogName System -Newest 10</a:t>
          </a:r>
        </a:p>
      </dsp:txBody>
      <dsp:txXfrm>
        <a:off x="0" y="3918249"/>
        <a:ext cx="4726201" cy="195768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B393D-1DA5-4C90-9849-54EA812C06B2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9D6870-CE3E-4BF6-BFAB-525BE6E20A67}">
      <dsp:nvSpPr>
        <dsp:cNvPr id="0" name=""/>
        <dsp:cNvSpPr/>
      </dsp:nvSpPr>
      <dsp:spPr>
        <a:xfrm>
          <a:off x="0" y="2870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Muestra los últimos 20 eventos de tipo Error en Application.</a:t>
          </a:r>
        </a:p>
      </dsp:txBody>
      <dsp:txXfrm>
        <a:off x="0" y="2870"/>
        <a:ext cx="4726201" cy="1957689"/>
      </dsp:txXfrm>
    </dsp:sp>
    <dsp:sp modelId="{8EB37F83-FE08-4F1B-A15C-461482C5782C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8B054E-AF04-4F41-A1BF-49383F87FA79}">
      <dsp:nvSpPr>
        <dsp:cNvPr id="0" name=""/>
        <dsp:cNvSpPr/>
      </dsp:nvSpPr>
      <dsp:spPr>
        <a:xfrm>
          <a:off x="0" y="196055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Solución:</a:t>
          </a:r>
        </a:p>
      </dsp:txBody>
      <dsp:txXfrm>
        <a:off x="0" y="1960559"/>
        <a:ext cx="4726201" cy="1957689"/>
      </dsp:txXfrm>
    </dsp:sp>
    <dsp:sp modelId="{FC6AC240-9EA5-4117-8B9A-3ABF2BFB69F8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98C36F-9A8C-47E0-A79C-775F000ADCD0}">
      <dsp:nvSpPr>
        <dsp:cNvPr id="0" name=""/>
        <dsp:cNvSpPr/>
      </dsp:nvSpPr>
      <dsp:spPr>
        <a:xfrm>
          <a:off x="0" y="391824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Get-EventLog -LogName Application -EntryType Error -Newest 20</a:t>
          </a:r>
        </a:p>
      </dsp:txBody>
      <dsp:txXfrm>
        <a:off x="0" y="3918249"/>
        <a:ext cx="4726201" cy="1957689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4C6AD6-B03E-4A42-9962-4CDFEE20BC97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BCDA98-FD55-4935-A3B1-BE955304157A}">
      <dsp:nvSpPr>
        <dsp:cNvPr id="0" name=""/>
        <dsp:cNvSpPr/>
      </dsp:nvSpPr>
      <dsp:spPr>
        <a:xfrm>
          <a:off x="0" y="0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Muestra eventos de System de las últimas 24 horas.</a:t>
          </a:r>
        </a:p>
      </dsp:txBody>
      <dsp:txXfrm>
        <a:off x="0" y="0"/>
        <a:ext cx="4726201" cy="1469702"/>
      </dsp:txXfrm>
    </dsp:sp>
    <dsp:sp modelId="{CF303EB8-4421-457D-A6A5-DAD276571D8F}">
      <dsp:nvSpPr>
        <dsp:cNvPr id="0" name=""/>
        <dsp:cNvSpPr/>
      </dsp:nvSpPr>
      <dsp:spPr>
        <a:xfrm>
          <a:off x="0" y="146970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9E8766-C45A-4E9E-8B7D-315C827E8C93}">
      <dsp:nvSpPr>
        <dsp:cNvPr id="0" name=""/>
        <dsp:cNvSpPr/>
      </dsp:nvSpPr>
      <dsp:spPr>
        <a:xfrm>
          <a:off x="0" y="1469702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Solución:</a:t>
          </a:r>
        </a:p>
      </dsp:txBody>
      <dsp:txXfrm>
        <a:off x="0" y="1469702"/>
        <a:ext cx="4726201" cy="1469702"/>
      </dsp:txXfrm>
    </dsp:sp>
    <dsp:sp modelId="{D8DBF87D-83AD-4CB6-B892-359F8FDD345A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754F87-3FB7-4E7C-8B54-AB7E580608D0}">
      <dsp:nvSpPr>
        <dsp:cNvPr id="0" name=""/>
        <dsp:cNvSpPr/>
      </dsp:nvSpPr>
      <dsp:spPr>
        <a:xfrm>
          <a:off x="0" y="2939404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$desde=(Get-Date).AddHours(-24)</a:t>
          </a:r>
        </a:p>
      </dsp:txBody>
      <dsp:txXfrm>
        <a:off x="0" y="2939404"/>
        <a:ext cx="4726201" cy="1469702"/>
      </dsp:txXfrm>
    </dsp:sp>
    <dsp:sp modelId="{25552A54-1461-4B01-A336-C42BBD387AFF}">
      <dsp:nvSpPr>
        <dsp:cNvPr id="0" name=""/>
        <dsp:cNvSpPr/>
      </dsp:nvSpPr>
      <dsp:spPr>
        <a:xfrm>
          <a:off x="0" y="440910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814C66-FBAE-4B16-AC3A-E45A7B683314}">
      <dsp:nvSpPr>
        <dsp:cNvPr id="0" name=""/>
        <dsp:cNvSpPr/>
      </dsp:nvSpPr>
      <dsp:spPr>
        <a:xfrm>
          <a:off x="0" y="4409106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Get-EventLog -LogName System | Where-Object TimeGenerated -ge $desde</a:t>
          </a:r>
        </a:p>
      </dsp:txBody>
      <dsp:txXfrm>
        <a:off x="0" y="4409106"/>
        <a:ext cx="4726201" cy="1469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crosoft.com/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AE394F-AFF1-4485-AF1F-7387A2F04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ídeo 4" descr="Cables conectados al router principal">
            <a:extLst>
              <a:ext uri="{FF2B5EF4-FFF2-40B4-BE49-F238E27FC236}">
                <a16:creationId xmlns:a16="http://schemas.microsoft.com/office/drawing/2014/main" id="{4D5C108E-DD38-6A17-A41A-E744C124897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1471" r="13314" b="-1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683D043-25BB-4AC9-8130-641179672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3323345"/>
          </a:xfrm>
          <a:prstGeom prst="rect">
            <a:avLst/>
          </a:prstGeom>
          <a:gradFill flip="none" rotWithShape="1">
            <a:gsLst>
              <a:gs pos="57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299" y="554845"/>
            <a:ext cx="7992669" cy="3902673"/>
          </a:xfrm>
        </p:spPr>
        <p:txBody>
          <a:bodyPr anchor="t">
            <a:normAutofit/>
          </a:bodyPr>
          <a:lstStyle/>
          <a:p>
            <a:pPr algn="l"/>
            <a:r>
              <a:rPr lang="es-ES" sz="4500">
                <a:solidFill>
                  <a:srgbClr val="FFFFFF"/>
                </a:solidFill>
              </a:rPr>
              <a:t>Curso PowerShell</a:t>
            </a:r>
          </a:p>
          <a:p>
            <a:pPr algn="l"/>
            <a:r>
              <a:rPr lang="es-ES" sz="4500">
                <a:solidFill>
                  <a:srgbClr val="FFFFFF"/>
                </a:solidFill>
              </a:rPr>
              <a:t>Bloque 3: Redes, Eventos y Tareas Programadas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61CCAC-6875-474C-8E9E-F57ABF078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285" y="4704862"/>
            <a:ext cx="9143999" cy="2155484"/>
          </a:xfrm>
          <a:prstGeom prst="rect">
            <a:avLst/>
          </a:prstGeom>
          <a:gradFill flip="none" rotWithShape="1">
            <a:gsLst>
              <a:gs pos="59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642" y="4718033"/>
            <a:ext cx="8008722" cy="1175039"/>
          </a:xfrm>
        </p:spPr>
        <p:txBody>
          <a:bodyPr anchor="b">
            <a:normAutofit/>
          </a:bodyPr>
          <a:lstStyle/>
          <a:p>
            <a:pPr algn="l"/>
            <a:r>
              <a:rPr lang="es-ES">
                <a:solidFill>
                  <a:srgbClr val="FFFFFF"/>
                </a:solidFill>
              </a:rPr>
              <a:t>Comprobación de red, gestión de registros de eventos y automatización de tareas</a:t>
            </a:r>
          </a:p>
        </p:txBody>
      </p:sp>
      <p:pic>
        <p:nvPicPr>
          <p:cNvPr id="4" name="Picture 2" descr="Noticias | Senado de España">
            <a:extLst>
              <a:ext uri="{FF2B5EF4-FFF2-40B4-BE49-F238E27FC236}">
                <a16:creationId xmlns:a16="http://schemas.microsoft.com/office/drawing/2014/main" id="{6B0B1E38-A02F-9704-2AC6-47E14C453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4044" y="6256118"/>
            <a:ext cx="1102903" cy="478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6CD9571-D8C9-8721-852E-01821FF189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1226" y="6137958"/>
            <a:ext cx="1070487" cy="703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7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100">
                <a:solidFill>
                  <a:schemeClr val="bg1"/>
                </a:solidFill>
              </a:rPr>
              <a:t>Introducción al Bloque 3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A04B15-5707-9946-D337-0139F1713D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6540524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4100">
                <a:solidFill>
                  <a:schemeClr val="bg1"/>
                </a:solidFill>
              </a:rPr>
              <a:t>Relación con bloques anteriores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7ECAE1-D557-C5EB-7B3A-3C2E1A32E9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855734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400">
                <a:solidFill>
                  <a:schemeClr val="bg1"/>
                </a:solidFill>
              </a:rPr>
              <a:t>Importancia práctica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4AC682-529F-2078-E87E-F1DA35D92E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6424668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Cmdlets de red básicos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E65D95-FE5F-B125-711D-6722818C2F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44350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Ejemplo: Ping a un host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A44956-E504-0C00-3416-81030B039F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467149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700">
                <a:solidFill>
                  <a:schemeClr val="bg1"/>
                </a:solidFill>
              </a:rPr>
              <a:t>Ejemplo: Comprobar puerto abierto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CA79D2-D55A-A206-723F-3C41047352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3622124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9" y="637762"/>
            <a:ext cx="2174676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9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Ejemplo: Listar adaptadores de red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3581" y="637762"/>
            <a:ext cx="4200435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Get-</a:t>
            </a:r>
            <a:r>
              <a:rPr lang="en-US" sz="28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NetAdapter</a:t>
            </a: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| Select Name, Status, </a:t>
            </a:r>
            <a:r>
              <a:rPr lang="en-US" sz="28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MacAddress</a:t>
            </a: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28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LinkSpeed</a:t>
            </a:r>
            <a:endParaRPr lang="en-US" sz="2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err="1"/>
              <a:t>Ejemplo</a:t>
            </a:r>
            <a:r>
              <a:rPr lang="en-US" sz="2800"/>
              <a:t>: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s-ES" err="1"/>
              <a:t>Get-NetAdapter</a:t>
            </a:r>
            <a:r>
              <a:rPr lang="es-ES"/>
              <a:t> Ethernet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Ejemplo: Direcciones IP del sistema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Get-</a:t>
            </a:r>
            <a:r>
              <a:rPr lang="en-US" sz="35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NetIPAddress</a:t>
            </a: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| Select </a:t>
            </a:r>
            <a:r>
              <a:rPr lang="en-US" sz="35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InterfaceAlias</a:t>
            </a: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35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IPAddress</a:t>
            </a: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35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AddressFamily</a:t>
            </a:r>
            <a:endParaRPr lang="en-US" sz="35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8C4D7C-E5D6-6C06-CAED-237AC3DAB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25130"/>
          </a:xfrm>
        </p:spPr>
        <p:txBody>
          <a:bodyPr>
            <a:noAutofit/>
          </a:bodyPr>
          <a:lstStyle/>
          <a:p>
            <a:r>
              <a:rPr lang="es-ES" sz="2800"/>
              <a:t>Otros comandos de auditoria y diagnóstico de red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AE2E50-5929-C08B-E488-E372861A1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58" y="813619"/>
            <a:ext cx="8229600" cy="4633452"/>
          </a:xfrm>
        </p:spPr>
        <p:txBody>
          <a:bodyPr>
            <a:normAutofit fontScale="92500" lnSpcReduction="20000"/>
          </a:bodyPr>
          <a:lstStyle/>
          <a:p>
            <a:r>
              <a:rPr lang="es-ES" b="1" err="1"/>
              <a:t>Tracert</a:t>
            </a:r>
            <a:r>
              <a:rPr lang="es-ES" b="1"/>
              <a:t> (o </a:t>
            </a:r>
            <a:r>
              <a:rPr lang="es-ES" b="1" err="1"/>
              <a:t>Traceroute</a:t>
            </a:r>
            <a:r>
              <a:rPr lang="es-ES" b="1"/>
              <a:t> en Linux)</a:t>
            </a:r>
          </a:p>
          <a:p>
            <a:r>
              <a:rPr lang="es-ES"/>
              <a:t>📘 </a:t>
            </a:r>
            <a:r>
              <a:rPr lang="es-ES" b="1"/>
              <a:t>Descripción:</a:t>
            </a:r>
            <a:br>
              <a:rPr lang="es-ES"/>
            </a:br>
            <a:r>
              <a:rPr lang="es-ES"/>
              <a:t>Muestra los </a:t>
            </a:r>
            <a:r>
              <a:rPr lang="es-ES" b="1"/>
              <a:t>saltos que sigue un paquete</a:t>
            </a:r>
            <a:r>
              <a:rPr lang="es-ES"/>
              <a:t> para llegar a un destino.</a:t>
            </a:r>
          </a:p>
          <a:p>
            <a:r>
              <a:rPr lang="es-ES"/>
              <a:t>📗 </a:t>
            </a:r>
            <a:r>
              <a:rPr lang="es-ES" b="1"/>
              <a:t>Ejemplo:</a:t>
            </a:r>
            <a:endParaRPr lang="es-ES"/>
          </a:p>
          <a:p>
            <a:r>
              <a:rPr lang="es-ES" err="1"/>
              <a:t>tracert</a:t>
            </a:r>
            <a:r>
              <a:rPr lang="es-ES"/>
              <a:t> google.com</a:t>
            </a:r>
          </a:p>
          <a:p>
            <a:r>
              <a:rPr lang="es-ES"/>
              <a:t>📙 </a:t>
            </a:r>
            <a:r>
              <a:rPr lang="es-ES" b="1"/>
              <a:t>Explicación:</a:t>
            </a:r>
            <a:endParaRPr lang="es-ES"/>
          </a:p>
          <a:p>
            <a:r>
              <a:rPr lang="es-ES"/>
              <a:t>Cada línea muestra un </a:t>
            </a:r>
            <a:r>
              <a:rPr lang="es-ES" b="1" err="1"/>
              <a:t>router</a:t>
            </a:r>
            <a:r>
              <a:rPr lang="es-ES" b="1"/>
              <a:t> intermedio (hop)</a:t>
            </a:r>
            <a:r>
              <a:rPr lang="es-ES"/>
              <a:t>.</a:t>
            </a:r>
          </a:p>
          <a:p>
            <a:r>
              <a:rPr lang="es-ES"/>
              <a:t>Sirve para ver dónde se corta una conexión o si hay latencia alta.</a:t>
            </a: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0278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4C6F3-E5AD-B955-DC74-EFD61E41F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6486"/>
            <a:ext cx="8686800" cy="256304"/>
          </a:xfrm>
        </p:spPr>
        <p:txBody>
          <a:bodyPr>
            <a:noAutofit/>
          </a:bodyPr>
          <a:lstStyle/>
          <a:p>
            <a:r>
              <a:rPr lang="es-ES" sz="2800"/>
              <a:t>Otros comandos de auditoria y diagnóstico de red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AEDBA7-BAEF-24D3-4218-3C511A692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54626"/>
            <a:ext cx="8229600" cy="3237271"/>
          </a:xfrm>
        </p:spPr>
        <p:txBody>
          <a:bodyPr>
            <a:normAutofit fontScale="92500"/>
          </a:bodyPr>
          <a:lstStyle/>
          <a:p>
            <a:r>
              <a:rPr lang="es-ES" b="1"/>
              <a:t>4️⃣ </a:t>
            </a:r>
            <a:r>
              <a:rPr lang="es-ES" b="1" err="1"/>
              <a:t>Netstat</a:t>
            </a:r>
            <a:r>
              <a:rPr lang="es-ES" b="1"/>
              <a:t> (estadísticas y conexiones activas)</a:t>
            </a:r>
          </a:p>
          <a:p>
            <a:r>
              <a:rPr lang="es-ES"/>
              <a:t>📘 </a:t>
            </a:r>
            <a:r>
              <a:rPr lang="es-ES" b="1"/>
              <a:t>Descripción:</a:t>
            </a:r>
            <a:br>
              <a:rPr lang="es-ES"/>
            </a:br>
            <a:r>
              <a:rPr lang="es-ES"/>
              <a:t>Muestra </a:t>
            </a:r>
            <a:r>
              <a:rPr lang="es-ES" b="1"/>
              <a:t>todas las conexiones TCP/UDP activas</a:t>
            </a:r>
            <a:r>
              <a:rPr lang="es-ES"/>
              <a:t>, los puertos en uso y los procesos asociados.</a:t>
            </a:r>
          </a:p>
          <a:p>
            <a:r>
              <a:rPr lang="es-ES"/>
              <a:t>📗 </a:t>
            </a:r>
            <a:r>
              <a:rPr lang="es-ES" b="1"/>
              <a:t>Ejemplo:</a:t>
            </a:r>
            <a:endParaRPr lang="es-ES"/>
          </a:p>
          <a:p>
            <a:r>
              <a:rPr lang="es-ES" err="1"/>
              <a:t>netstat</a:t>
            </a:r>
            <a:r>
              <a:rPr lang="es-ES"/>
              <a:t> -ano</a:t>
            </a:r>
          </a:p>
          <a:p>
            <a:endParaRPr lang="es-E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0AD9ACB-BA46-B5B7-EB75-E4BF47A4C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21" y="4207634"/>
            <a:ext cx="7582958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279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3A1F39-4ADB-245A-790A-F1F0F9DC7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b="1" err="1"/>
              <a:t>Get-NetIPAddress</a:t>
            </a:r>
            <a:endParaRPr lang="es-ES" b="1"/>
          </a:p>
          <a:p>
            <a:r>
              <a:rPr lang="es-ES"/>
              <a:t>Muestra las direcciones IP configuradas en los adaptadores de red.</a:t>
            </a:r>
          </a:p>
          <a:p>
            <a:r>
              <a:rPr lang="es-ES" err="1"/>
              <a:t>Get-NetIPAddress</a:t>
            </a:r>
            <a:endParaRPr lang="es-ES"/>
          </a:p>
          <a:p>
            <a:r>
              <a:rPr lang="es-ES"/>
              <a:t>👉 Útil para:</a:t>
            </a:r>
          </a:p>
          <a:p>
            <a:r>
              <a:rPr lang="es-ES"/>
              <a:t>Ver IPv4 e IPv6 locales.</a:t>
            </a:r>
          </a:p>
          <a:p>
            <a:r>
              <a:rPr lang="es-ES"/>
              <a:t>Saber qué interfaces están activas.</a:t>
            </a:r>
          </a:p>
          <a:p>
            <a:r>
              <a:rPr lang="es-ES"/>
              <a:t>Mostrar dirección, máscara, </a:t>
            </a:r>
            <a:r>
              <a:rPr lang="es-ES" err="1"/>
              <a:t>gateway</a:t>
            </a:r>
            <a:r>
              <a:rPr lang="es-ES"/>
              <a:t> y tipo (DHCP/estática).</a:t>
            </a:r>
          </a:p>
          <a:p>
            <a:endParaRPr lang="es-E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5EFCB34-77F8-A12A-BF39-62768EA14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6486"/>
            <a:ext cx="8686800" cy="256304"/>
          </a:xfrm>
        </p:spPr>
        <p:txBody>
          <a:bodyPr>
            <a:noAutofit/>
          </a:bodyPr>
          <a:lstStyle/>
          <a:p>
            <a:r>
              <a:rPr lang="es-ES" sz="2800"/>
              <a:t>Otros comandos de auditoria y diagnóstico de red</a:t>
            </a:r>
          </a:p>
        </p:txBody>
      </p:sp>
    </p:spTree>
    <p:extLst>
      <p:ext uri="{BB962C8B-B14F-4D97-AF65-F5344CB8AC3E}">
        <p14:creationId xmlns:p14="http://schemas.microsoft.com/office/powerpoint/2010/main" val="1152316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EE950C-2EC6-F39A-2FDA-A6E22852C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err="1"/>
              <a:t>Get-NetRoute</a:t>
            </a:r>
            <a:endParaRPr lang="es-ES" b="1"/>
          </a:p>
          <a:p>
            <a:r>
              <a:rPr lang="es-ES"/>
              <a:t>Muestra la </a:t>
            </a:r>
            <a:r>
              <a:rPr lang="es-ES" b="1"/>
              <a:t>tabla de enrutamiento</a:t>
            </a:r>
            <a:r>
              <a:rPr lang="es-ES"/>
              <a:t> (equivalente a </a:t>
            </a:r>
            <a:r>
              <a:rPr lang="es-ES" err="1"/>
              <a:t>route</a:t>
            </a:r>
            <a:r>
              <a:rPr lang="es-ES"/>
              <a:t> </a:t>
            </a:r>
            <a:r>
              <a:rPr lang="es-ES" err="1"/>
              <a:t>print</a:t>
            </a:r>
            <a:r>
              <a:rPr lang="es-ES"/>
              <a:t>).</a:t>
            </a:r>
          </a:p>
          <a:p>
            <a:r>
              <a:rPr lang="es-ES" err="1"/>
              <a:t>Get-NetRoute</a:t>
            </a:r>
            <a:r>
              <a:rPr lang="es-ES"/>
              <a:t> | </a:t>
            </a:r>
            <a:r>
              <a:rPr lang="es-ES" err="1"/>
              <a:t>Sort-Object</a:t>
            </a:r>
            <a:r>
              <a:rPr lang="es-ES"/>
              <a:t> </a:t>
            </a:r>
            <a:r>
              <a:rPr lang="es-ES" err="1"/>
              <a:t>InterfaceIndex</a:t>
            </a:r>
            <a:endParaRPr lang="es-ES"/>
          </a:p>
          <a:p>
            <a:r>
              <a:rPr lang="es-ES"/>
              <a:t>👉 Útil para:</a:t>
            </a:r>
          </a:p>
          <a:p>
            <a:r>
              <a:rPr lang="es-ES"/>
              <a:t>Ver por qué ruta sale el tráfico hacia Internet.</a:t>
            </a:r>
          </a:p>
          <a:p>
            <a:r>
              <a:rPr lang="es-ES"/>
              <a:t>Detectar rutas erróneas o duplicadas.</a:t>
            </a:r>
          </a:p>
          <a:p>
            <a:endParaRPr lang="es-E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3B70BFE-58A1-8E11-E502-9C36676F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6486"/>
            <a:ext cx="8686800" cy="256304"/>
          </a:xfrm>
        </p:spPr>
        <p:txBody>
          <a:bodyPr>
            <a:noAutofit/>
          </a:bodyPr>
          <a:lstStyle/>
          <a:p>
            <a:r>
              <a:rPr lang="es-ES" sz="2800"/>
              <a:t>Otros comandos de auditoria y diagnóstico de red</a:t>
            </a:r>
          </a:p>
        </p:txBody>
      </p:sp>
    </p:spTree>
    <p:extLst>
      <p:ext uri="{BB962C8B-B14F-4D97-AF65-F5344CB8AC3E}">
        <p14:creationId xmlns:p14="http://schemas.microsoft.com/office/powerpoint/2010/main" val="2188679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CBCF72-19DA-CDAA-4DD8-DF2A8DCC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b="1" err="1"/>
              <a:t>Get-NetTCPConnection</a:t>
            </a:r>
            <a:endParaRPr lang="es-ES" b="1"/>
          </a:p>
          <a:p>
            <a:r>
              <a:rPr lang="es-ES"/>
              <a:t>Lista las conexiones TCP activas (versión PowerShell de </a:t>
            </a:r>
            <a:r>
              <a:rPr lang="es-ES" err="1"/>
              <a:t>netstat</a:t>
            </a:r>
            <a:r>
              <a:rPr lang="es-ES"/>
              <a:t>).</a:t>
            </a:r>
          </a:p>
          <a:p>
            <a:r>
              <a:rPr lang="es-ES" err="1"/>
              <a:t>Get-NetTCPConnection</a:t>
            </a:r>
            <a:r>
              <a:rPr lang="es-ES"/>
              <a:t> | </a:t>
            </a:r>
            <a:r>
              <a:rPr lang="es-ES" err="1"/>
              <a:t>Select-Object</a:t>
            </a:r>
            <a:r>
              <a:rPr lang="es-ES"/>
              <a:t> </a:t>
            </a:r>
            <a:r>
              <a:rPr lang="es-ES" err="1"/>
              <a:t>LocalAddress</a:t>
            </a:r>
            <a:r>
              <a:rPr lang="es-ES"/>
              <a:t>, </a:t>
            </a:r>
            <a:r>
              <a:rPr lang="es-ES" err="1"/>
              <a:t>LocalPort</a:t>
            </a:r>
            <a:r>
              <a:rPr lang="es-ES"/>
              <a:t>, </a:t>
            </a:r>
            <a:r>
              <a:rPr lang="es-ES" err="1"/>
              <a:t>RemoteAddress</a:t>
            </a:r>
            <a:r>
              <a:rPr lang="es-ES"/>
              <a:t>, </a:t>
            </a:r>
            <a:r>
              <a:rPr lang="es-ES" err="1"/>
              <a:t>State</a:t>
            </a:r>
            <a:endParaRPr lang="es-ES"/>
          </a:p>
          <a:p>
            <a:r>
              <a:rPr lang="es-ES"/>
              <a:t>👉 Útil para:</a:t>
            </a:r>
          </a:p>
          <a:p>
            <a:r>
              <a:rPr lang="es-ES"/>
              <a:t>Ver puertos abiertos.</a:t>
            </a:r>
          </a:p>
          <a:p>
            <a:r>
              <a:rPr lang="es-ES"/>
              <a:t>Identificar conexiones sospechosas o persistentes.</a:t>
            </a:r>
          </a:p>
          <a:p>
            <a:endParaRPr lang="es-E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ADA9A2F-7809-1976-12E2-5E848221C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6486"/>
            <a:ext cx="8686800" cy="256304"/>
          </a:xfrm>
        </p:spPr>
        <p:txBody>
          <a:bodyPr>
            <a:noAutofit/>
          </a:bodyPr>
          <a:lstStyle/>
          <a:p>
            <a:r>
              <a:rPr lang="es-ES" sz="2800"/>
              <a:t>Otros comandos de auditoria y diagnóstico de red</a:t>
            </a:r>
          </a:p>
        </p:txBody>
      </p:sp>
    </p:spTree>
    <p:extLst>
      <p:ext uri="{BB962C8B-B14F-4D97-AF65-F5344CB8AC3E}">
        <p14:creationId xmlns:p14="http://schemas.microsoft.com/office/powerpoint/2010/main" val="3458155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1B176C-BB8C-8F0C-6F03-F99D56CB0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err="1"/>
              <a:t>Resolve-DnsName</a:t>
            </a:r>
            <a:endParaRPr lang="es-ES" b="1"/>
          </a:p>
          <a:p>
            <a:r>
              <a:rPr lang="es-ES"/>
              <a:t>Resuelve un nombre DNS mostrando detalles del registro.</a:t>
            </a:r>
          </a:p>
          <a:p>
            <a:r>
              <a:rPr lang="es-ES" err="1"/>
              <a:t>Resolve-DnsName</a:t>
            </a:r>
            <a:r>
              <a:rPr lang="es-ES"/>
              <a:t> google.com</a:t>
            </a:r>
          </a:p>
          <a:p>
            <a:r>
              <a:rPr lang="es-ES"/>
              <a:t>👉 Útil para:</a:t>
            </a:r>
          </a:p>
          <a:p>
            <a:r>
              <a:rPr lang="es-ES"/>
              <a:t>Ver dirección IP y tipo de registro (A, AAAA, CNAME).</a:t>
            </a:r>
          </a:p>
          <a:p>
            <a:r>
              <a:rPr lang="es-ES"/>
              <a:t>Comparar con nslookup clásico.</a:t>
            </a:r>
          </a:p>
          <a:p>
            <a:endParaRPr lang="es-E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3586E35-EB42-C854-2DBC-6853AECB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6486"/>
            <a:ext cx="8686800" cy="256304"/>
          </a:xfrm>
        </p:spPr>
        <p:txBody>
          <a:bodyPr>
            <a:noAutofit/>
          </a:bodyPr>
          <a:lstStyle/>
          <a:p>
            <a:r>
              <a:rPr lang="es-ES" sz="2800"/>
              <a:t>Otros comandos de auditoria y diagnóstico de red</a:t>
            </a:r>
          </a:p>
        </p:txBody>
      </p:sp>
    </p:spTree>
    <p:extLst>
      <p:ext uri="{BB962C8B-B14F-4D97-AF65-F5344CB8AC3E}">
        <p14:creationId xmlns:p14="http://schemas.microsoft.com/office/powerpoint/2010/main" val="2075326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AE3CCB-2F60-73BC-985C-A316C8BF3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err="1"/>
              <a:t>Get-DnsClientCache</a:t>
            </a:r>
            <a:endParaRPr lang="es-ES" b="1"/>
          </a:p>
          <a:p>
            <a:r>
              <a:rPr lang="es-ES"/>
              <a:t>Muestra la </a:t>
            </a:r>
            <a:r>
              <a:rPr lang="es-ES" b="1"/>
              <a:t>caché local de DNS</a:t>
            </a:r>
            <a:r>
              <a:rPr lang="es-ES"/>
              <a:t>.</a:t>
            </a:r>
          </a:p>
          <a:p>
            <a:r>
              <a:rPr lang="es-ES" err="1"/>
              <a:t>Get-DnsClientCache</a:t>
            </a:r>
            <a:r>
              <a:rPr lang="es-ES"/>
              <a:t> | </a:t>
            </a:r>
            <a:r>
              <a:rPr lang="es-ES" err="1"/>
              <a:t>Select-Object</a:t>
            </a:r>
            <a:r>
              <a:rPr lang="es-ES"/>
              <a:t> </a:t>
            </a:r>
            <a:r>
              <a:rPr lang="es-ES" err="1"/>
              <a:t>Entry</a:t>
            </a:r>
            <a:r>
              <a:rPr lang="es-ES"/>
              <a:t>, Data</a:t>
            </a:r>
          </a:p>
          <a:p>
            <a:r>
              <a:rPr lang="es-ES"/>
              <a:t>👉 Útil para:</a:t>
            </a:r>
          </a:p>
          <a:p>
            <a:r>
              <a:rPr lang="es-ES"/>
              <a:t>Ver qué nombres de dominio se han resuelto recientemente.</a:t>
            </a:r>
          </a:p>
          <a:p>
            <a:r>
              <a:rPr lang="es-ES"/>
              <a:t>Diagnosticar errores de resolución DNS.</a:t>
            </a:r>
          </a:p>
          <a:p>
            <a:endParaRPr lang="es-E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14D4824-C36A-EC5C-0828-21BE846E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6486"/>
            <a:ext cx="8686800" cy="256304"/>
          </a:xfrm>
        </p:spPr>
        <p:txBody>
          <a:bodyPr>
            <a:noAutofit/>
          </a:bodyPr>
          <a:lstStyle/>
          <a:p>
            <a:r>
              <a:rPr lang="es-ES" sz="2800"/>
              <a:t>Otros comandos de auditoria y diagnóstico de red</a:t>
            </a:r>
          </a:p>
        </p:txBody>
      </p:sp>
    </p:spTree>
    <p:extLst>
      <p:ext uri="{BB962C8B-B14F-4D97-AF65-F5344CB8AC3E}">
        <p14:creationId xmlns:p14="http://schemas.microsoft.com/office/powerpoint/2010/main" val="1406024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4E1530-C22E-35B7-4E67-0F2E54D01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err="1"/>
              <a:t>arp</a:t>
            </a:r>
            <a:endParaRPr lang="es-ES" b="1"/>
          </a:p>
          <a:p>
            <a:r>
              <a:rPr lang="es-ES"/>
              <a:t>Muestra o manipula la tabla ARP (asociación IP ↔ MAC).</a:t>
            </a:r>
          </a:p>
          <a:p>
            <a:r>
              <a:rPr lang="es-ES" err="1"/>
              <a:t>arp</a:t>
            </a:r>
            <a:r>
              <a:rPr lang="es-ES"/>
              <a:t> -a</a:t>
            </a:r>
          </a:p>
          <a:p>
            <a:r>
              <a:rPr lang="es-ES"/>
              <a:t>👉 Útil para:</a:t>
            </a:r>
          </a:p>
          <a:p>
            <a:r>
              <a:rPr lang="es-ES"/>
              <a:t>Ver dispositivos locales conectados.</a:t>
            </a:r>
          </a:p>
          <a:p>
            <a:r>
              <a:rPr lang="es-ES"/>
              <a:t>Detectar duplicidad de </a:t>
            </a:r>
            <a:r>
              <a:rPr lang="es-ES" err="1"/>
              <a:t>IPs</a:t>
            </a:r>
            <a:r>
              <a:rPr lang="es-ES"/>
              <a:t>.</a:t>
            </a:r>
          </a:p>
          <a:p>
            <a:endParaRPr lang="es-E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B07DA80-7137-FB92-E697-E475FA3E4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s-ES" sz="2800"/>
              <a:t>Otros comandos de auditoria y diagnóstico de red</a:t>
            </a:r>
          </a:p>
        </p:txBody>
      </p:sp>
    </p:spTree>
    <p:extLst>
      <p:ext uri="{BB962C8B-B14F-4D97-AF65-F5344CB8AC3E}">
        <p14:creationId xmlns:p14="http://schemas.microsoft.com/office/powerpoint/2010/main" val="3783600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514403-3685-69E4-0566-3A78CD7FD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err="1"/>
              <a:t>slookup</a:t>
            </a:r>
            <a:endParaRPr lang="es-ES" b="1"/>
          </a:p>
          <a:p>
            <a:r>
              <a:rPr lang="es-ES"/>
              <a:t>Consulta servidores DNS.</a:t>
            </a:r>
          </a:p>
          <a:p>
            <a:r>
              <a:rPr lang="es-ES"/>
              <a:t>nslookup github.com 8.8.8.8</a:t>
            </a:r>
          </a:p>
          <a:p>
            <a:endParaRPr lang="es-E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822E60C-BD32-D682-5676-95CE2F59041F}"/>
              </a:ext>
            </a:extLst>
          </p:cNvPr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/>
              <a:t>Otros comandos de auditoria y diagnóstico de red</a:t>
            </a:r>
          </a:p>
        </p:txBody>
      </p:sp>
    </p:spTree>
    <p:extLst>
      <p:ext uri="{BB962C8B-B14F-4D97-AF65-F5344CB8AC3E}">
        <p14:creationId xmlns:p14="http://schemas.microsoft.com/office/powerpoint/2010/main" val="1141412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Cmdlets de eventos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45A603-F87E-8C34-85BF-2BC78BF025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9333435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9" y="637762"/>
            <a:ext cx="2174676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Ejemplo: Últimos 10 eventos de Sistema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3581" y="637762"/>
            <a:ext cx="4200435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Get-</a:t>
            </a:r>
            <a:r>
              <a:rPr lang="en-US" sz="28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EventLog</a:t>
            </a: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</a:t>
            </a:r>
            <a:r>
              <a:rPr lang="en-US" sz="28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LogName</a:t>
            </a: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System -Newest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Ejemplo: Filtrar por tipo de evento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Get-</a:t>
            </a:r>
            <a:r>
              <a:rPr lang="en-US" sz="35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EventLog</a:t>
            </a: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</a:t>
            </a:r>
            <a:r>
              <a:rPr lang="en-US" sz="35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LogName</a:t>
            </a: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Application -</a:t>
            </a:r>
            <a:r>
              <a:rPr lang="en-US" sz="35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EntryType</a:t>
            </a: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Error -Newest 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pPr algn="l"/>
            <a:r>
              <a:rPr lang="es-ES" sz="4100">
                <a:solidFill>
                  <a:schemeClr val="bg1"/>
                </a:solidFill>
              </a:rPr>
              <a:t>Ejemplo: Eventos de un usuario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9982" y="643465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982" y="850052"/>
            <a:ext cx="4204029" cy="5326911"/>
          </a:xfrm>
        </p:spPr>
        <p:txBody>
          <a:bodyPr>
            <a:normAutofit/>
          </a:bodyPr>
          <a:lstStyle/>
          <a:p>
            <a:r>
              <a:rPr lang="en-US" sz="2100"/>
              <a:t>Get-</a:t>
            </a:r>
            <a:r>
              <a:rPr lang="en-US" sz="2100" err="1"/>
              <a:t>WinEvent</a:t>
            </a:r>
            <a:r>
              <a:rPr lang="en-US" sz="2100"/>
              <a:t> -</a:t>
            </a:r>
            <a:r>
              <a:rPr lang="en-US" sz="2100" err="1"/>
              <a:t>FilterHashtable</a:t>
            </a:r>
            <a:r>
              <a:rPr lang="en-US" sz="2100"/>
              <a:t> @{LogName='Security';ID=4624} | Where-Object { $_.Properties[5].Value -eq '</a:t>
            </a:r>
            <a:r>
              <a:rPr lang="en-US" sz="2100" err="1"/>
              <a:t>alberto</a:t>
            </a:r>
            <a:r>
              <a:rPr lang="en-US" sz="2100"/>
              <a:t>' 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pPr algn="l"/>
            <a:r>
              <a:rPr lang="es-ES">
                <a:solidFill>
                  <a:schemeClr val="bg1"/>
                </a:solidFill>
              </a:rPr>
              <a:t>Exportar eventos a CSV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9982" y="643465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8976" y="203826"/>
            <a:ext cx="4670728" cy="3942437"/>
          </a:xfrm>
        </p:spPr>
        <p:txBody>
          <a:bodyPr>
            <a:normAutofit/>
          </a:bodyPr>
          <a:lstStyle/>
          <a:p>
            <a:r>
              <a:rPr lang="es-ES" sz="2100" err="1"/>
              <a:t>Get-EventLog</a:t>
            </a:r>
            <a:r>
              <a:rPr lang="es-ES" sz="2100"/>
              <a:t> -</a:t>
            </a:r>
            <a:r>
              <a:rPr lang="es-ES" sz="2100" err="1"/>
              <a:t>LogName</a:t>
            </a:r>
            <a:r>
              <a:rPr lang="es-ES" sz="2100"/>
              <a:t> </a:t>
            </a:r>
            <a:r>
              <a:rPr lang="es-ES" sz="2100" err="1"/>
              <a:t>System</a:t>
            </a:r>
            <a:r>
              <a:rPr lang="es-ES" sz="2100"/>
              <a:t> -</a:t>
            </a:r>
            <a:r>
              <a:rPr lang="es-ES" sz="2100" err="1"/>
              <a:t>Newest</a:t>
            </a:r>
            <a:r>
              <a:rPr lang="es-ES" sz="2100"/>
              <a:t> 50 | </a:t>
            </a:r>
            <a:r>
              <a:rPr lang="es-ES" sz="2100" err="1"/>
              <a:t>Export-Csv</a:t>
            </a:r>
            <a:r>
              <a:rPr lang="es-ES" sz="2100"/>
              <a:t> eventos_sistema.csv –</a:t>
            </a:r>
            <a:r>
              <a:rPr lang="es-ES" sz="2100" err="1"/>
              <a:t>NoTypeInformation</a:t>
            </a:r>
            <a:endParaRPr lang="es-ES" sz="2100"/>
          </a:p>
          <a:p>
            <a:endParaRPr lang="es-ES" sz="2100"/>
          </a:p>
          <a:p>
            <a:r>
              <a:rPr lang="es-ES" sz="2100" err="1"/>
              <a:t>LogName</a:t>
            </a:r>
            <a:r>
              <a:rPr lang="es-ES" sz="2100"/>
              <a:t> especifica que busque registros con el nombre de </a:t>
            </a:r>
            <a:r>
              <a:rPr lang="es-ES" sz="2100" err="1"/>
              <a:t>System</a:t>
            </a:r>
            <a:r>
              <a:rPr lang="es-ES" sz="2100"/>
              <a:t>.</a:t>
            </a:r>
          </a:p>
          <a:p>
            <a:r>
              <a:rPr lang="es-ES" sz="2100" err="1"/>
              <a:t>Newest</a:t>
            </a:r>
            <a:r>
              <a:rPr lang="es-ES" sz="2100"/>
              <a:t> 50. los cincuenta </a:t>
            </a:r>
            <a:r>
              <a:rPr lang="es-ES" sz="2100" err="1"/>
              <a:t>primros</a:t>
            </a:r>
            <a:endParaRPr lang="es-ES" sz="2100"/>
          </a:p>
          <a:p>
            <a:r>
              <a:rPr lang="es-ES" sz="2100" err="1"/>
              <a:t>NoTypeInformation</a:t>
            </a:r>
            <a:r>
              <a:rPr lang="es-ES" sz="2100"/>
              <a:t>, que no ponga en el </a:t>
            </a:r>
            <a:r>
              <a:rPr lang="es-ES" sz="2100" err="1"/>
              <a:t>csv</a:t>
            </a:r>
            <a:r>
              <a:rPr lang="es-ES" sz="2100"/>
              <a:t> la cabecera para que el fichero este mejor estructurado</a:t>
            </a:r>
          </a:p>
          <a:p>
            <a:endParaRPr lang="es-ES" sz="2100"/>
          </a:p>
          <a:p>
            <a:endParaRPr lang="es-ES" sz="210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4B9A08A-6345-D693-72EB-CC514CFD5BFF}"/>
              </a:ext>
            </a:extLst>
          </p:cNvPr>
          <p:cNvSpPr txBox="1"/>
          <p:nvPr/>
        </p:nvSpPr>
        <p:spPr>
          <a:xfrm>
            <a:off x="3514271" y="4146263"/>
            <a:ext cx="55668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/>
              <a:t>Usando </a:t>
            </a:r>
            <a:r>
              <a:rPr lang="es-ES" err="1"/>
              <a:t>WinEvent</a:t>
            </a:r>
            <a:r>
              <a:rPr lang="es-ES"/>
              <a:t># Exporta los 50 eventos más recientes del registro del sistema</a:t>
            </a:r>
          </a:p>
          <a:p>
            <a:r>
              <a:rPr lang="es-ES" err="1"/>
              <a:t>Get-WinEvent</a:t>
            </a:r>
            <a:r>
              <a:rPr lang="es-ES"/>
              <a:t> -</a:t>
            </a:r>
            <a:r>
              <a:rPr lang="es-ES" err="1"/>
              <a:t>FilterHashtable</a:t>
            </a:r>
            <a:r>
              <a:rPr lang="es-ES"/>
              <a:t> @{LogName='System'} -</a:t>
            </a:r>
            <a:r>
              <a:rPr lang="es-ES" err="1"/>
              <a:t>MaxEvents</a:t>
            </a:r>
            <a:r>
              <a:rPr lang="es-ES"/>
              <a:t> 50 |</a:t>
            </a:r>
          </a:p>
          <a:p>
            <a:r>
              <a:rPr lang="es-ES"/>
              <a:t>    </a:t>
            </a:r>
            <a:r>
              <a:rPr lang="es-ES" err="1"/>
              <a:t>Select-Object</a:t>
            </a:r>
            <a:r>
              <a:rPr lang="es-ES"/>
              <a:t> </a:t>
            </a:r>
            <a:r>
              <a:rPr lang="es-ES" err="1"/>
              <a:t>TimeCreated</a:t>
            </a:r>
            <a:r>
              <a:rPr lang="es-ES"/>
              <a:t>, Id, </a:t>
            </a:r>
            <a:r>
              <a:rPr lang="es-ES" err="1"/>
              <a:t>LevelDisplayName</a:t>
            </a:r>
            <a:r>
              <a:rPr lang="es-ES"/>
              <a:t>, </a:t>
            </a:r>
            <a:r>
              <a:rPr lang="es-ES" err="1"/>
              <a:t>Message</a:t>
            </a:r>
            <a:r>
              <a:rPr lang="es-ES"/>
              <a:t> |</a:t>
            </a:r>
          </a:p>
          <a:p>
            <a:r>
              <a:rPr lang="es-ES"/>
              <a:t>    </a:t>
            </a:r>
            <a:r>
              <a:rPr lang="es-ES" err="1"/>
              <a:t>Export-Csv</a:t>
            </a:r>
            <a:r>
              <a:rPr lang="es-ES"/>
              <a:t> -</a:t>
            </a:r>
            <a:r>
              <a:rPr lang="es-ES" err="1"/>
              <a:t>Path</a:t>
            </a:r>
            <a:r>
              <a:rPr lang="es-ES"/>
              <a:t> "eventos_sistema.csv" -</a:t>
            </a:r>
            <a:r>
              <a:rPr lang="es-ES" err="1"/>
              <a:t>NoTypeInformation</a:t>
            </a:r>
            <a:r>
              <a:rPr lang="es-ES"/>
              <a:t> -</a:t>
            </a:r>
            <a:r>
              <a:rPr lang="es-ES" err="1"/>
              <a:t>Encoding</a:t>
            </a:r>
            <a:r>
              <a:rPr lang="es-ES"/>
              <a:t> UTF8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pPr algn="l"/>
            <a:r>
              <a:rPr lang="es-ES" sz="2800">
                <a:solidFill>
                  <a:schemeClr val="bg1"/>
                </a:solidFill>
              </a:rPr>
              <a:t>Cmdlets de tareas programadas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9982" y="643465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982" y="850052"/>
            <a:ext cx="4204029" cy="5326911"/>
          </a:xfrm>
        </p:spPr>
        <p:txBody>
          <a:bodyPr>
            <a:normAutofit/>
          </a:bodyPr>
          <a:lstStyle/>
          <a:p>
            <a:r>
              <a:rPr lang="es-ES" sz="2100"/>
              <a:t>• </a:t>
            </a:r>
            <a:r>
              <a:rPr lang="es-ES" sz="2100" err="1"/>
              <a:t>Get-ScheduledTask</a:t>
            </a:r>
            <a:r>
              <a:rPr lang="es-ES" sz="2100"/>
              <a:t> → Listar tareas</a:t>
            </a:r>
          </a:p>
          <a:p>
            <a:r>
              <a:rPr lang="es-ES" sz="2100"/>
              <a:t>• </a:t>
            </a:r>
            <a:r>
              <a:rPr lang="es-ES" sz="2100" err="1"/>
              <a:t>Register-ScheduledTask</a:t>
            </a:r>
            <a:r>
              <a:rPr lang="es-ES" sz="2100"/>
              <a:t> → Crear nueva tarea</a:t>
            </a:r>
          </a:p>
          <a:p>
            <a:r>
              <a:rPr lang="es-ES" sz="2100"/>
              <a:t>• </a:t>
            </a:r>
            <a:r>
              <a:rPr lang="es-ES" sz="2100" err="1"/>
              <a:t>Unregister-ScheduledTask</a:t>
            </a:r>
            <a:r>
              <a:rPr lang="es-ES" sz="2100"/>
              <a:t> → Eliminar tarea</a:t>
            </a:r>
          </a:p>
          <a:p>
            <a:r>
              <a:rPr lang="es-ES" sz="2100"/>
              <a:t>• </a:t>
            </a:r>
            <a:r>
              <a:rPr lang="es-ES" sz="2100" err="1"/>
              <a:t>Enable</a:t>
            </a:r>
            <a:r>
              <a:rPr lang="es-ES" sz="2100"/>
              <a:t>/</a:t>
            </a:r>
            <a:r>
              <a:rPr lang="es-ES" sz="2100" err="1"/>
              <a:t>Disable-ScheduledTask</a:t>
            </a:r>
            <a:r>
              <a:rPr lang="es-ES" sz="2100"/>
              <a:t> → Habilitar/Deshabilitar tareas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pPr algn="l"/>
            <a:r>
              <a:rPr lang="es-ES" sz="4100">
                <a:solidFill>
                  <a:schemeClr val="bg1"/>
                </a:solidFill>
              </a:rPr>
              <a:t>Ejemplo: Listar tareas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9982" y="643465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982" y="850052"/>
            <a:ext cx="4204029" cy="5326911"/>
          </a:xfrm>
        </p:spPr>
        <p:txBody>
          <a:bodyPr>
            <a:normAutofit/>
          </a:bodyPr>
          <a:lstStyle/>
          <a:p>
            <a:r>
              <a:rPr lang="es-ES" sz="2100" err="1"/>
              <a:t>Get-ScheduledTask</a:t>
            </a:r>
            <a:r>
              <a:rPr lang="es-ES" sz="2100"/>
              <a:t> | </a:t>
            </a:r>
            <a:r>
              <a:rPr lang="es-ES" sz="2100" err="1"/>
              <a:t>Select</a:t>
            </a:r>
            <a:r>
              <a:rPr lang="es-ES" sz="2100"/>
              <a:t> </a:t>
            </a:r>
            <a:r>
              <a:rPr lang="es-ES" sz="2100" err="1"/>
              <a:t>TaskName</a:t>
            </a:r>
            <a:r>
              <a:rPr lang="es-ES" sz="2100"/>
              <a:t>, </a:t>
            </a:r>
            <a:r>
              <a:rPr lang="es-ES" sz="2100" err="1"/>
              <a:t>State</a:t>
            </a:r>
            <a:endParaRPr lang="es-ES" sz="2100"/>
          </a:p>
          <a:p>
            <a:endParaRPr lang="es-ES" sz="2100"/>
          </a:p>
          <a:p>
            <a:r>
              <a:rPr lang="es-ES" sz="2100"/>
              <a:t>Me muestra las tareas y solo el nombre por eso usamos </a:t>
            </a:r>
            <a:r>
              <a:rPr lang="es-ES" sz="2100" err="1"/>
              <a:t>TaskName</a:t>
            </a:r>
            <a:r>
              <a:rPr lang="es-ES" sz="2100"/>
              <a:t> y el estado de dichas tareas.</a:t>
            </a:r>
          </a:p>
          <a:p>
            <a:endParaRPr lang="es-ES" sz="2100"/>
          </a:p>
          <a:p>
            <a:r>
              <a:rPr lang="es-ES" sz="2100"/>
              <a:t>En el caso de que quiera una específica</a:t>
            </a:r>
          </a:p>
          <a:p>
            <a:r>
              <a:rPr lang="es-ES" sz="2100" err="1"/>
              <a:t>Get-ScheduledTask</a:t>
            </a:r>
            <a:r>
              <a:rPr lang="es-ES" sz="2100"/>
              <a:t> -</a:t>
            </a:r>
            <a:r>
              <a:rPr lang="es-ES" sz="2100" err="1"/>
              <a:t>TaskName</a:t>
            </a:r>
            <a:r>
              <a:rPr lang="es-ES" sz="2100"/>
              <a:t> '</a:t>
            </a:r>
            <a:r>
              <a:rPr lang="es-ES" sz="2100" err="1"/>
              <a:t>NombreDeLaTarea</a:t>
            </a:r>
            <a:r>
              <a:rPr lang="es-ES" sz="2100"/>
              <a:t>' | </a:t>
            </a:r>
            <a:r>
              <a:rPr lang="es-ES" sz="2100" err="1"/>
              <a:t>Format-List</a:t>
            </a:r>
            <a:endParaRPr lang="es-ES" sz="2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F4D926-67AC-F757-1C16-6BF926C1F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/>
              <a:t>En el caso de una tarea con una fecha específica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229E4F-AA42-B42C-30DC-237E0EF71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/>
              <a:t># Definir el inicio de hoy y el inicio de mañana</a:t>
            </a:r>
          </a:p>
          <a:p>
            <a:r>
              <a:rPr lang="es-ES"/>
              <a:t>$Hoy = (</a:t>
            </a:r>
            <a:r>
              <a:rPr lang="es-ES" err="1"/>
              <a:t>Get</a:t>
            </a:r>
            <a:r>
              <a:rPr lang="es-ES"/>
              <a:t>-Date).Date</a:t>
            </a:r>
          </a:p>
          <a:p>
            <a:r>
              <a:rPr lang="es-ES"/>
              <a:t>$</a:t>
            </a:r>
            <a:r>
              <a:rPr lang="es-ES" err="1"/>
              <a:t>Manana</a:t>
            </a:r>
            <a:r>
              <a:rPr lang="es-ES"/>
              <a:t> = (</a:t>
            </a:r>
            <a:r>
              <a:rPr lang="es-ES" err="1"/>
              <a:t>Get</a:t>
            </a:r>
            <a:r>
              <a:rPr lang="es-ES"/>
              <a:t>-Date).</a:t>
            </a:r>
            <a:r>
              <a:rPr lang="es-ES" err="1"/>
              <a:t>AddDays</a:t>
            </a:r>
            <a:r>
              <a:rPr lang="es-ES"/>
              <a:t>(1).Date</a:t>
            </a:r>
          </a:p>
          <a:p>
            <a:endParaRPr lang="es-ES"/>
          </a:p>
          <a:p>
            <a:r>
              <a:rPr lang="es-ES" err="1"/>
              <a:t>Get-ScheduledTask</a:t>
            </a:r>
            <a:r>
              <a:rPr lang="es-ES"/>
              <a:t> | </a:t>
            </a:r>
          </a:p>
          <a:p>
            <a:r>
              <a:rPr lang="es-ES" err="1"/>
              <a:t>Get-ScheduledTaskInfo</a:t>
            </a:r>
            <a:r>
              <a:rPr lang="es-ES"/>
              <a:t> | </a:t>
            </a:r>
          </a:p>
          <a:p>
            <a:r>
              <a:rPr lang="es-ES" err="1"/>
              <a:t>Where-Object</a:t>
            </a:r>
            <a:r>
              <a:rPr lang="es-ES"/>
              <a:t> { $_.</a:t>
            </a:r>
            <a:r>
              <a:rPr lang="es-ES" err="1"/>
              <a:t>NextRunTime</a:t>
            </a:r>
            <a:r>
              <a:rPr lang="es-ES"/>
              <a:t> -ge $Hoy -and $_.</a:t>
            </a:r>
            <a:r>
              <a:rPr lang="es-ES" err="1"/>
              <a:t>NextRunTime</a:t>
            </a:r>
            <a:r>
              <a:rPr lang="es-ES"/>
              <a:t> -</a:t>
            </a:r>
            <a:r>
              <a:rPr lang="es-ES" err="1"/>
              <a:t>lt</a:t>
            </a:r>
            <a:r>
              <a:rPr lang="es-ES"/>
              <a:t> $</a:t>
            </a:r>
            <a:r>
              <a:rPr lang="es-ES" err="1"/>
              <a:t>Manana</a:t>
            </a:r>
            <a:r>
              <a:rPr lang="es-ES"/>
              <a:t> } |</a:t>
            </a:r>
          </a:p>
          <a:p>
            <a:r>
              <a:rPr lang="es-ES" err="1"/>
              <a:t>Select-Object</a:t>
            </a:r>
            <a:r>
              <a:rPr lang="es-ES"/>
              <a:t> </a:t>
            </a:r>
            <a:r>
              <a:rPr lang="es-ES" err="1"/>
              <a:t>TaskName</a:t>
            </a:r>
            <a:r>
              <a:rPr lang="es-ES"/>
              <a:t>, </a:t>
            </a:r>
            <a:r>
              <a:rPr lang="es-ES" err="1"/>
              <a:t>NextRunTime</a:t>
            </a:r>
            <a:r>
              <a:rPr lang="es-ES"/>
              <a:t>, </a:t>
            </a:r>
            <a:r>
              <a:rPr lang="es-ES" err="1"/>
              <a:t>State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1314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pPr algn="l"/>
            <a:r>
              <a:rPr lang="es-ES" sz="4100">
                <a:solidFill>
                  <a:schemeClr val="bg1"/>
                </a:solidFill>
              </a:rPr>
              <a:t>Ejemplo: Crear tarea que abra Notepad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9982" y="643465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6930" y="304800"/>
            <a:ext cx="4587082" cy="5872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100" b="1"/>
              <a:t>1º Creamos una variable donde vamos a asignar la tarea</a:t>
            </a:r>
          </a:p>
          <a:p>
            <a:r>
              <a:rPr lang="es-ES" sz="2100"/>
              <a:t>$</a:t>
            </a:r>
            <a:r>
              <a:rPr lang="es-ES" sz="2100" err="1"/>
              <a:t>action</a:t>
            </a:r>
            <a:r>
              <a:rPr lang="es-ES" sz="2100"/>
              <a:t> = New-</a:t>
            </a:r>
            <a:r>
              <a:rPr lang="es-ES" sz="2100" err="1"/>
              <a:t>ScheduledTaskAction</a:t>
            </a:r>
            <a:r>
              <a:rPr lang="es-ES" sz="2100"/>
              <a:t> -</a:t>
            </a:r>
            <a:r>
              <a:rPr lang="es-ES" sz="2100" err="1"/>
              <a:t>Execute</a:t>
            </a:r>
            <a:r>
              <a:rPr lang="es-ES" sz="2100"/>
              <a:t> 'notepad.exe’</a:t>
            </a:r>
          </a:p>
          <a:p>
            <a:pPr marL="0" indent="0">
              <a:buNone/>
            </a:pPr>
            <a:r>
              <a:rPr lang="es-ES" sz="2100" b="1"/>
              <a:t>2º Crea un disparador, con una hora y solo una vez</a:t>
            </a:r>
          </a:p>
          <a:p>
            <a:r>
              <a:rPr lang="es-ES" sz="2100"/>
              <a:t>$</a:t>
            </a:r>
            <a:r>
              <a:rPr lang="es-ES" sz="2100" err="1"/>
              <a:t>trigger</a:t>
            </a:r>
            <a:r>
              <a:rPr lang="es-ES" sz="2100"/>
              <a:t> = New-</a:t>
            </a:r>
            <a:r>
              <a:rPr lang="es-ES" sz="2100" err="1"/>
              <a:t>ScheduledTaskTrigger</a:t>
            </a:r>
            <a:r>
              <a:rPr lang="es-ES" sz="2100"/>
              <a:t> -At 12:00 –Once</a:t>
            </a:r>
          </a:p>
          <a:p>
            <a:pPr marL="0" indent="0">
              <a:buNone/>
            </a:pPr>
            <a:r>
              <a:rPr lang="es-ES" sz="2100" b="1"/>
              <a:t>3º Registramos la nueva tarea</a:t>
            </a:r>
          </a:p>
          <a:p>
            <a:r>
              <a:rPr lang="es-ES" sz="2100" err="1"/>
              <a:t>Register-ScheduledTask</a:t>
            </a:r>
            <a:r>
              <a:rPr lang="es-ES" sz="2100"/>
              <a:t> -</a:t>
            </a:r>
            <a:r>
              <a:rPr lang="es-ES" sz="2100" err="1"/>
              <a:t>Action</a:t>
            </a:r>
            <a:r>
              <a:rPr lang="es-ES" sz="2100"/>
              <a:t> $</a:t>
            </a:r>
            <a:r>
              <a:rPr lang="es-ES" sz="2100" err="1"/>
              <a:t>action</a:t>
            </a:r>
            <a:r>
              <a:rPr lang="es-ES" sz="2100"/>
              <a:t> -</a:t>
            </a:r>
            <a:r>
              <a:rPr lang="es-ES" sz="2100" err="1"/>
              <a:t>Trigger</a:t>
            </a:r>
            <a:r>
              <a:rPr lang="es-ES" sz="2100"/>
              <a:t> $</a:t>
            </a:r>
            <a:r>
              <a:rPr lang="es-ES" sz="2100" err="1"/>
              <a:t>trigger</a:t>
            </a:r>
            <a:r>
              <a:rPr lang="es-ES" sz="2100"/>
              <a:t> -</a:t>
            </a:r>
            <a:r>
              <a:rPr lang="es-ES" sz="2100" err="1"/>
              <a:t>TaskName</a:t>
            </a:r>
            <a:r>
              <a:rPr lang="es-ES" sz="2100"/>
              <a:t> '</a:t>
            </a:r>
            <a:r>
              <a:rPr lang="es-ES" sz="2100" err="1"/>
              <a:t>AbrirNotepad</a:t>
            </a:r>
            <a:r>
              <a:rPr lang="es-ES" sz="2100"/>
              <a:t>' -</a:t>
            </a:r>
            <a:r>
              <a:rPr lang="es-ES" sz="2100" err="1"/>
              <a:t>Description</a:t>
            </a:r>
            <a:r>
              <a:rPr lang="es-ES" sz="2100"/>
              <a:t> 'Abrir Notepad al mediodía'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7BC724-A19E-821B-3A28-86A68C7E7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0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s-ES"/>
              <a:t>Prueba con otros programas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0BDFAB-BF93-7776-93F1-43A560BAD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7" y="658762"/>
            <a:ext cx="8888361" cy="5987844"/>
          </a:xfrm>
        </p:spPr>
        <p:txBody>
          <a:bodyPr/>
          <a:lstStyle/>
          <a:p>
            <a:r>
              <a:rPr lang="es-ES" b="1"/>
              <a:t>Abrir el navegador web a otra hora:</a:t>
            </a:r>
          </a:p>
          <a:p>
            <a:pPr marL="0" indent="0">
              <a:buNone/>
            </a:pPr>
            <a:r>
              <a:rPr lang="en-US"/>
              <a:t>$action = New-</a:t>
            </a:r>
            <a:r>
              <a:rPr lang="en-US" err="1"/>
              <a:t>ScheduledTaskAction</a:t>
            </a:r>
            <a:r>
              <a:rPr lang="en-US"/>
              <a:t> -Execute 'msedge.exe’</a:t>
            </a:r>
          </a:p>
          <a:p>
            <a:r>
              <a:rPr lang="en-US" b="1" err="1"/>
              <a:t>Abrir</a:t>
            </a:r>
            <a:r>
              <a:rPr lang="en-US" b="1"/>
              <a:t> </a:t>
            </a:r>
            <a:r>
              <a:rPr lang="en-US" b="1" err="1"/>
              <a:t>el</a:t>
            </a:r>
            <a:r>
              <a:rPr lang="en-US" b="1"/>
              <a:t> explorer</a:t>
            </a:r>
          </a:p>
          <a:p>
            <a:pPr marL="0" indent="0">
              <a:buNone/>
            </a:pPr>
            <a:r>
              <a:rPr lang="en-US"/>
              <a:t>$action = New-</a:t>
            </a:r>
            <a:r>
              <a:rPr lang="en-US" err="1"/>
              <a:t>ScheduledTaskAction</a:t>
            </a:r>
            <a:r>
              <a:rPr lang="en-US"/>
              <a:t> -Execute 'explorer.exe’</a:t>
            </a:r>
          </a:p>
          <a:p>
            <a:r>
              <a:rPr lang="en-US" b="1" err="1"/>
              <a:t>Abrir</a:t>
            </a:r>
            <a:r>
              <a:rPr lang="en-US" b="1"/>
              <a:t> la </a:t>
            </a:r>
            <a:r>
              <a:rPr lang="en-US" b="1" err="1"/>
              <a:t>calculadora</a:t>
            </a:r>
            <a:r>
              <a:rPr lang="en-US" b="1"/>
              <a:t> de Windows</a:t>
            </a:r>
          </a:p>
          <a:p>
            <a:pPr marL="0" indent="0">
              <a:buNone/>
            </a:pPr>
            <a:r>
              <a:rPr lang="en-US"/>
              <a:t>$action = New-</a:t>
            </a:r>
            <a:r>
              <a:rPr lang="en-US" err="1"/>
              <a:t>ScheduledTaskAction</a:t>
            </a:r>
            <a:r>
              <a:rPr lang="en-US"/>
              <a:t> -Execute 'calc.exe'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57818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9" y="637762"/>
            <a:ext cx="2174676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Eliminar tarea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3581" y="637762"/>
            <a:ext cx="4200435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Unregister-</a:t>
            </a:r>
            <a:r>
              <a:rPr lang="en-US" sz="28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ScheduledTask</a:t>
            </a: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</a:t>
            </a:r>
            <a:r>
              <a:rPr lang="en-US" sz="28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TaskName</a:t>
            </a: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'</a:t>
            </a:r>
            <a:r>
              <a:rPr lang="en-US" sz="28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AbrirNotepad</a:t>
            </a: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 -Confirm:$false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/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Elimina las </a:t>
            </a:r>
            <a:r>
              <a:rPr lang="en-US" sz="28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otras</a:t>
            </a: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tareas</a:t>
            </a: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creadas</a:t>
            </a:r>
            <a:endParaRPr lang="en-US" sz="2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Ejemplo: Crear tarea diaria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4B4A8C-1C2E-014F-5FF8-9DF7F32419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5928437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Ejercicios prácticos de red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B9DBA5-1081-EA00-3839-2131D2E6B6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4369639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Ejercicios prácticos de eventos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0500E3-FCFE-120E-6EBB-D9A8A21237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84951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Ejercicios prácticos de tareas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F57C2E-8C22-1F1C-2A4A-F25AED6CCF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910244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F7CEB-6019-0CAA-CFA1-828FFD4CA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Soluciones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65364D5-7445-EB0D-3C01-95DDC662F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199" y="1223417"/>
            <a:ext cx="424827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s-ES" altLang="es-ES" sz="1800" b="1">
                <a:latin typeface="Arial" panose="020B0604020202020204" pitchFamily="34" charset="0"/>
              </a:rPr>
              <a:t>Haz ping a google.com con </a:t>
            </a:r>
            <a:r>
              <a:rPr lang="es-ES" altLang="es-ES" sz="1000" b="1">
                <a:latin typeface="Arial Unicode MS"/>
              </a:rPr>
              <a:t>Test-</a:t>
            </a:r>
            <a:r>
              <a:rPr lang="es-ES" altLang="es-ES" sz="1000" b="1" err="1">
                <a:latin typeface="Arial Unicode MS"/>
              </a:rPr>
              <a:t>Connection</a:t>
            </a:r>
            <a:endParaRPr lang="es-ES" altLang="es-ES" sz="60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s-ES" altLang="es-ES" sz="1800">
                <a:latin typeface="Arial" panose="020B0604020202020204" pitchFamily="34" charset="0"/>
              </a:rPr>
              <a:t>PowerShell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s-ES" altLang="es-ES" sz="1000">
                <a:latin typeface="Arial Unicode MS"/>
              </a:rPr>
              <a:t>Test-</a:t>
            </a:r>
            <a:r>
              <a:rPr lang="es-ES" altLang="es-ES" sz="1000" err="1">
                <a:latin typeface="Arial Unicode MS"/>
              </a:rPr>
              <a:t>Connection</a:t>
            </a:r>
            <a:r>
              <a:rPr lang="es-ES" altLang="es-ES" sz="1000">
                <a:latin typeface="Arial Unicode MS"/>
              </a:rPr>
              <a:t> -</a:t>
            </a:r>
            <a:r>
              <a:rPr lang="es-ES" altLang="es-ES" sz="1000" err="1">
                <a:latin typeface="Arial Unicode MS"/>
              </a:rPr>
              <a:t>ComputerName</a:t>
            </a:r>
            <a:r>
              <a:rPr lang="es-ES" altLang="es-ES" sz="1000">
                <a:latin typeface="Arial Unicode MS"/>
              </a:rPr>
              <a:t> google.com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s-ES" altLang="es-ES" sz="1800"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DBDF148-0DB8-8A1E-7570-A437CF4E1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231016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Comprueba si el puerto 80 de </a:t>
            </a: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www.microsoft.com</a:t>
            </a: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está abierto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Test-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NetConnection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ComputerName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www.microsoft.com -Port 80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F55847BD-695B-8C5E-5503-7EFF40626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324941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Lista todos los adaptadores de red y sus velocidades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Get-NetAdapter | Select-Object Name, LinkSpeed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4515E734-DABC-F016-2DFF-A8319280B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409064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Muestra solo las direcciones IPv4 de tu sistema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Get-NetIPAddress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AddressFamily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IPv4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4DB33866-652E-4AD6-14A4-3F469181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4979204"/>
            <a:ext cx="6485493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Muestra los últimos 20 eventos del registro de Aplicación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Get-WinEvent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LogName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Application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MaxEvents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20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0278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2082B-E9AB-C892-13C1-8F06DB6C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Soluciones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C0903E-8660-5EC4-B592-8981ABA4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13239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Filtra solo los errores de Sistema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Get-WinEvent -LogName System | Where-Object { $_.LevelDisplayName -eq 'Error' }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80DEC60-49E1-C17B-9357-1A3FA7ABB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2000250"/>
            <a:ext cx="9304020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Exporta a CSV los últimos 50 eventos de Seguridad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Get-WinEvent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LogName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Security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MaxEvents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50 | 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Export-Csv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Path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C:\Temp\eventos_s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8DCB048-F083-AE72-33FC-5C4A21661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314325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Busca eventos de inicio de sesión exitoso (ID 4624)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Get-WinEvent -LogName Security | Where-Object { $_.Id -eq 4624 }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F6CF9AF-252F-6F52-A5F2-84000E5D6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40481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Lista todas las tareas programadas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Get-ScheduledTask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87B67BC-4924-4B7B-7F48-A72B7EB10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4528571"/>
            <a:ext cx="740092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 una tarea que abra el Bloc de notas a las 10:00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Define la acción (abrir el Bloc de notas)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accion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New-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ScheduledTaskAction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Execute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'notepad.exe’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Define el disparador (cada día a las 10:00)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$disparador = New-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ScheduledTaskTrigger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Daily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-At 10am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Registra la tarea con un nombre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Register-ScheduledTask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TaskName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"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Abrir_Notepad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Action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$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accion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Trigger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$dispara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4120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311AA-FEC0-8314-8342-D1441063A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Soluciones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660E64-BFF2-8472-48ED-4BDF79A72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265147"/>
            <a:ext cx="6667500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Programa una tarea diaria que guarde un log en C:\Logs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Define la acción (un script que guarda un 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timestamp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en un archivo de log)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Asegúrate de que la carpeta C:\Logs ya existe.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$script = "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Add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-Content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Path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C:\Logs\DailyLog.txt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Value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('Log 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entry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at ' + (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-Date))" $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accion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New-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ScheduledTaskAction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Execute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'powershell.exe'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Argument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"-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NoProfile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Command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`"$script`"“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Define el disparador (diario a las 9:00, por ejemplo)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$disparador = New-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ScheduledTaskTrigger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Daily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-At 9am # Registra la tarea 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Register-ScheduledTask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TaskName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"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Guardar_Log_Diario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Action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$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accion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Trigger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$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1FD596F-4515-2AF1-5DCA-5AD22E2B3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302883"/>
            <a:ext cx="6667500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Deshabilita una tarea existente y vuelve a habilitarla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Deshabilitar una tarea (reemplaza '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NombreDeLaTarea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 con el nombre real de tu tarea)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Disable-ScheduledTask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TaskName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NombreDeLaTarea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’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Habilitar la misma tarea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Enable-ScheduledTask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TaskName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NombreDeLaTarea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9271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9" y="637762"/>
            <a:ext cx="2174676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3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Microproyecto</a:t>
            </a:r>
            <a:r>
              <a:rPr lang="en-US" sz="2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23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Auditoría</a:t>
            </a:r>
            <a:r>
              <a:rPr lang="en-US" sz="2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red y </a:t>
            </a:r>
            <a:r>
              <a:rPr lang="en-US" sz="23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sistema</a:t>
            </a:r>
            <a:endParaRPr lang="en-US" sz="23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3581" y="637762"/>
            <a:ext cx="4200435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Objetivo: Crear un script que combine redes, eventos y tareas programadas.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4100">
                <a:solidFill>
                  <a:schemeClr val="bg1"/>
                </a:solidFill>
              </a:rPr>
              <a:t>Requisitos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D2FD89-E8C5-0A83-945C-E1B76D6ED7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4944030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9" y="637762"/>
            <a:ext cx="2174676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Entrega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3581" y="637762"/>
            <a:ext cx="4200435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 alumnos deben entregar el script .ps1 y verificar que la tarea se ha creado correctamente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98D7B1-4CB4-0CEE-BA53-0266D7102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Proyecto 2</a:t>
            </a:r>
          </a:p>
        </p:txBody>
      </p:sp>
      <p:graphicFrame>
        <p:nvGraphicFramePr>
          <p:cNvPr id="22" name="Marcador de contenido 2">
            <a:extLst>
              <a:ext uri="{FF2B5EF4-FFF2-40B4-BE49-F238E27FC236}">
                <a16:creationId xmlns:a16="http://schemas.microsoft.com/office/drawing/2014/main" id="{D0D27894-9BAA-880A-9D2E-4C24BDBB29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6509422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71820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Resumen del Bloque 3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FBE43D-9103-2070-36DA-6409669680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174646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4100">
                <a:solidFill>
                  <a:schemeClr val="bg1"/>
                </a:solidFill>
              </a:rPr>
              <a:t>Preguntas de repaso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8D6F5A-D9A6-8485-5792-014EE43C04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523199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4100">
                <a:solidFill>
                  <a:schemeClr val="bg1"/>
                </a:solidFill>
              </a:rPr>
              <a:t>Ejercicio de repaso 1: Guardar resultados de red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7C79E8-3AEE-4750-B839-6769550D10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019048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4100">
                <a:solidFill>
                  <a:schemeClr val="bg1"/>
                </a:solidFill>
              </a:rPr>
              <a:t>Ejercicio de repaso 2: Últimos 10 eventos de Sistema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45EF3E-9E08-C2F9-0526-22DEF4CA2E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849297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700">
                <a:solidFill>
                  <a:schemeClr val="bg1"/>
                </a:solidFill>
              </a:rPr>
              <a:t>Ejercicio de repaso 3: Errores en </a:t>
            </a:r>
            <a:r>
              <a:rPr lang="es-ES" sz="3700" err="1">
                <a:solidFill>
                  <a:schemeClr val="bg1"/>
                </a:solidFill>
              </a:rPr>
              <a:t>Application</a:t>
            </a:r>
            <a:endParaRPr lang="es-ES" sz="3700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9BA0AF-8935-C4F8-3B24-E43931F0DD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6781947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Ejercicio de repaso 4: Filtrar eventos por fecha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2F6ECC-F57A-8ADD-FDC6-A76E3CC07B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1325162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46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Curso PowerShell Bloque 3: Redes, Eventos y Tareas Programadas</vt:lpstr>
      <vt:lpstr>Introducción al Bloque 3</vt:lpstr>
      <vt:lpstr>Relación con bloques anteriores</vt:lpstr>
      <vt:lpstr>Importancia práctica</vt:lpstr>
      <vt:lpstr>Cmdlets de red básicos</vt:lpstr>
      <vt:lpstr>Ejemplo: Ping a un host</vt:lpstr>
      <vt:lpstr>Ejemplo: Comprobar puerto abierto</vt:lpstr>
      <vt:lpstr>Ejemplo: Listar adaptadores de red</vt:lpstr>
      <vt:lpstr>Ejemplo: Direcciones IP del sistema</vt:lpstr>
      <vt:lpstr>Otros comandos de auditoria y diagnóstico de red</vt:lpstr>
      <vt:lpstr>Otros comandos de auditoria y diagnóstico de red</vt:lpstr>
      <vt:lpstr>Otros comandos de auditoria y diagnóstico de red</vt:lpstr>
      <vt:lpstr>Otros comandos de auditoria y diagnóstico de red</vt:lpstr>
      <vt:lpstr>Otros comandos de auditoria y diagnóstico de red</vt:lpstr>
      <vt:lpstr>Otros comandos de auditoria y diagnóstico de red</vt:lpstr>
      <vt:lpstr>Otros comandos de auditoria y diagnóstico de red</vt:lpstr>
      <vt:lpstr>Otros comandos de auditoria y diagnóstico de red</vt:lpstr>
      <vt:lpstr>PowerPoint Presentation</vt:lpstr>
      <vt:lpstr>Cmdlets de eventos</vt:lpstr>
      <vt:lpstr>Ejemplo: Últimos 10 eventos de Sistema</vt:lpstr>
      <vt:lpstr>Ejemplo: Filtrar por tipo de evento</vt:lpstr>
      <vt:lpstr>Ejemplo: Eventos de un usuario</vt:lpstr>
      <vt:lpstr>Exportar eventos a CSV</vt:lpstr>
      <vt:lpstr>Cmdlets de tareas programadas</vt:lpstr>
      <vt:lpstr>Ejemplo: Listar tareas</vt:lpstr>
      <vt:lpstr>En el caso de una tarea con una fecha específica</vt:lpstr>
      <vt:lpstr>Ejemplo: Crear tarea que abra Notepad</vt:lpstr>
      <vt:lpstr>Prueba con otros programas</vt:lpstr>
      <vt:lpstr>Eliminar tarea</vt:lpstr>
      <vt:lpstr>Ejemplo: Crear tarea diaria</vt:lpstr>
      <vt:lpstr>Ejercicios prácticos de red</vt:lpstr>
      <vt:lpstr>Ejercicios prácticos de eventos</vt:lpstr>
      <vt:lpstr>Ejercicios prácticos de tareas</vt:lpstr>
      <vt:lpstr>Soluciones</vt:lpstr>
      <vt:lpstr>Soluciones</vt:lpstr>
      <vt:lpstr>Soluciones</vt:lpstr>
      <vt:lpstr>Microproyecto: Auditoría de red y sistema</vt:lpstr>
      <vt:lpstr>Requisitos</vt:lpstr>
      <vt:lpstr>Entrega</vt:lpstr>
      <vt:lpstr>Proyecto 2</vt:lpstr>
      <vt:lpstr>Resumen del Bloque 3</vt:lpstr>
      <vt:lpstr>Preguntas de repaso</vt:lpstr>
      <vt:lpstr>Ejercicio de repaso 1: Guardar resultados de red</vt:lpstr>
      <vt:lpstr>Ejercicio de repaso 2: Últimos 10 eventos de Sistema</vt:lpstr>
      <vt:lpstr>Ejercicio de repaso 3: Errores en Application</vt:lpstr>
      <vt:lpstr>Ejercicio de repaso 4: Filtrar eventos por fecha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2025-10-09T11:00:49Z</dcterms:modified>
  <cp:category/>
</cp:coreProperties>
</file>