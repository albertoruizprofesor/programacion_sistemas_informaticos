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1.xml" ContentType="application/vnd.openxmlformats-officedocument.themeOverr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76" r:id="rId6"/>
    <p:sldId id="277" r:id="rId7"/>
    <p:sldId id="266" r:id="rId8"/>
    <p:sldId id="264" r:id="rId9"/>
    <p:sldId id="267" r:id="rId10"/>
    <p:sldId id="268" r:id="rId11"/>
    <p:sldId id="259" r:id="rId12"/>
    <p:sldId id="260" r:id="rId13"/>
    <p:sldId id="261" r:id="rId14"/>
    <p:sldId id="279" r:id="rId15"/>
    <p:sldId id="269" r:id="rId16"/>
    <p:sldId id="270" r:id="rId17"/>
    <p:sldId id="278" r:id="rId18"/>
    <p:sldId id="271" r:id="rId19"/>
    <p:sldId id="273" r:id="rId20"/>
    <p:sldId id="275" r:id="rId21"/>
    <p:sldId id="262" r:id="rId22"/>
    <p:sldId id="26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AA292-03CE-475E-94E0-5768C710A170}" v="13" dt="2025-10-06T08:36:14.732"/>
    <p1510:client id="{D00D2346-615F-410B-976D-C477BE55F262}" v="114" dt="2025-10-06T08:31:07.125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474" y="-8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addSld modSld">
      <pc:chgData name="Alberto Ruiz" userId="47fa91d207cfb014" providerId="LiveId" clId="{85FEFC20-368C-4804-AF35-776ECB9C6605}" dt="2025-10-06T08:53:37.958" v="203" actId="6549"/>
      <pc:docMkLst>
        <pc:docMk/>
      </pc:docMkLst>
      <pc:sldChg chg="addSp modSp mod">
        <pc:chgData name="Alberto Ruiz" userId="47fa91d207cfb014" providerId="LiveId" clId="{85FEFC20-368C-4804-AF35-776ECB9C6605}" dt="2025-10-05T15:52:55.698" v="7" actId="14100"/>
        <pc:sldMkLst>
          <pc:docMk/>
          <pc:sldMk cId="0" sldId="256"/>
        </pc:sldMkLst>
        <pc:picChg chg="add mod">
          <ac:chgData name="Alberto Ruiz" userId="47fa91d207cfb014" providerId="LiveId" clId="{85FEFC20-368C-4804-AF35-776ECB9C6605}" dt="2025-10-05T15:52:55.698" v="7" actId="14100"/>
          <ac:picMkLst>
            <pc:docMk/>
            <pc:sldMk cId="0" sldId="256"/>
            <ac:picMk id="4" creationId="{96CD9571-D8C9-8721-852E-01821FF1895F}"/>
          </ac:picMkLst>
        </pc:picChg>
        <pc:picChg chg="add mod">
          <ac:chgData name="Alberto Ruiz" userId="47fa91d207cfb014" providerId="LiveId" clId="{85FEFC20-368C-4804-AF35-776ECB9C6605}" dt="2025-10-05T15:52:01.069" v="2" actId="1076"/>
          <ac:picMkLst>
            <pc:docMk/>
            <pc:sldMk cId="0" sldId="256"/>
            <ac:picMk id="1026" creationId="{6B0B1E38-A02F-9704-2AC6-47E14C4537D2}"/>
          </ac:picMkLst>
        </pc:picChg>
      </pc:sldChg>
      <pc:sldChg chg="modSp mod">
        <pc:chgData name="Alberto Ruiz" userId="47fa91d207cfb014" providerId="LiveId" clId="{85FEFC20-368C-4804-AF35-776ECB9C6605}" dt="2025-10-06T08:53:37.958" v="203" actId="6549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5-10-06T08:53:37.958" v="203" actId="6549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lberto Ruiz" userId="47fa91d207cfb014" providerId="LiveId" clId="{85FEFC20-368C-4804-AF35-776ECB9C6605}" dt="2025-10-05T16:20:41.179" v="91" actId="1076"/>
        <pc:sldMkLst>
          <pc:docMk/>
          <pc:sldMk cId="392325189" sldId="266"/>
        </pc:sldMkLst>
        <pc:spChg chg="mod">
          <ac:chgData name="Alberto Ruiz" userId="47fa91d207cfb014" providerId="LiveId" clId="{85FEFC20-368C-4804-AF35-776ECB9C6605}" dt="2025-10-05T16:20:41.179" v="91" actId="1076"/>
          <ac:spMkLst>
            <pc:docMk/>
            <pc:sldMk cId="392325189" sldId="266"/>
            <ac:spMk id="3" creationId="{02D12C98-475C-9F80-FABF-051C2243DE74}"/>
          </ac:spMkLst>
        </pc:spChg>
      </pc:sldChg>
      <pc:sldChg chg="addSp delSp modSp new mod">
        <pc:chgData name="Alberto Ruiz" userId="47fa91d207cfb014" providerId="LiveId" clId="{85FEFC20-368C-4804-AF35-776ECB9C6605}" dt="2025-10-05T16:20:02.771" v="71" actId="403"/>
        <pc:sldMkLst>
          <pc:docMk/>
          <pc:sldMk cId="3022506795" sldId="276"/>
        </pc:sldMkLst>
        <pc:spChg chg="mod">
          <ac:chgData name="Alberto Ruiz" userId="47fa91d207cfb014" providerId="LiveId" clId="{85FEFC20-368C-4804-AF35-776ECB9C6605}" dt="2025-10-05T16:18:49.825" v="56" actId="6549"/>
          <ac:spMkLst>
            <pc:docMk/>
            <pc:sldMk cId="3022506795" sldId="276"/>
            <ac:spMk id="2" creationId="{9A71E7F2-B09B-222A-B641-72FCE49360CB}"/>
          </ac:spMkLst>
        </pc:spChg>
        <pc:spChg chg="del">
          <ac:chgData name="Alberto Ruiz" userId="47fa91d207cfb014" providerId="LiveId" clId="{85FEFC20-368C-4804-AF35-776ECB9C6605}" dt="2025-10-05T16:18:31.286" v="48" actId="478"/>
          <ac:spMkLst>
            <pc:docMk/>
            <pc:sldMk cId="3022506795" sldId="276"/>
            <ac:spMk id="3" creationId="{21BE39DA-7388-4337-1D49-AE8BF2B4E37D}"/>
          </ac:spMkLst>
        </pc:spChg>
        <pc:spChg chg="add mod">
          <ac:chgData name="Alberto Ruiz" userId="47fa91d207cfb014" providerId="LiveId" clId="{85FEFC20-368C-4804-AF35-776ECB9C6605}" dt="2025-10-05T16:18:36.509" v="50" actId="14100"/>
          <ac:spMkLst>
            <pc:docMk/>
            <pc:sldMk cId="3022506795" sldId="276"/>
            <ac:spMk id="5" creationId="{C27D66DE-7FB6-73AB-88B9-B5941BA4BC9A}"/>
          </ac:spMkLst>
        </pc:spChg>
        <pc:graphicFrameChg chg="add mod modGraphic">
          <ac:chgData name="Alberto Ruiz" userId="47fa91d207cfb014" providerId="LiveId" clId="{85FEFC20-368C-4804-AF35-776ECB9C6605}" dt="2025-10-05T16:20:02.771" v="71" actId="403"/>
          <ac:graphicFrameMkLst>
            <pc:docMk/>
            <pc:sldMk cId="3022506795" sldId="276"/>
            <ac:graphicFrameMk id="4" creationId="{10735B38-CA70-4CFC-4345-AAB8C292FB2F}"/>
          </ac:graphicFrameMkLst>
        </pc:graphicFrameChg>
      </pc:sldChg>
      <pc:sldChg chg="modSp add mod">
        <pc:chgData name="Alberto Ruiz" userId="47fa91d207cfb014" providerId="LiveId" clId="{85FEFC20-368C-4804-AF35-776ECB9C6605}" dt="2025-10-05T16:20:17.292" v="84" actId="404"/>
        <pc:sldMkLst>
          <pc:docMk/>
          <pc:sldMk cId="3179350208" sldId="277"/>
        </pc:sldMkLst>
        <pc:graphicFrameChg chg="modGraphic">
          <ac:chgData name="Alberto Ruiz" userId="47fa91d207cfb014" providerId="LiveId" clId="{85FEFC20-368C-4804-AF35-776ECB9C6605}" dt="2025-10-05T16:20:17.292" v="84" actId="404"/>
          <ac:graphicFrameMkLst>
            <pc:docMk/>
            <pc:sldMk cId="3179350208" sldId="277"/>
            <ac:graphicFrameMk id="4" creationId="{CB56D534-0C60-BC1E-B1C2-DDB5790B0525}"/>
          </ac:graphicFrameMkLst>
        </pc:graphicFrameChg>
      </pc:sldChg>
      <pc:sldChg chg="modSp new mod">
        <pc:chgData name="Alberto Ruiz" userId="47fa91d207cfb014" providerId="LiveId" clId="{85FEFC20-368C-4804-AF35-776ECB9C6605}" dt="2025-10-06T08:31:07.125" v="200" actId="20577"/>
        <pc:sldMkLst>
          <pc:docMk/>
          <pc:sldMk cId="3987488237" sldId="278"/>
        </pc:sldMkLst>
        <pc:spChg chg="mod">
          <ac:chgData name="Alberto Ruiz" userId="47fa91d207cfb014" providerId="LiveId" clId="{85FEFC20-368C-4804-AF35-776ECB9C6605}" dt="2025-10-06T08:31:07.125" v="200" actId="20577"/>
          <ac:spMkLst>
            <pc:docMk/>
            <pc:sldMk cId="3987488237" sldId="278"/>
            <ac:spMk id="3" creationId="{79A1BF3A-ED48-F216-F94A-C45D0C41A6AA}"/>
          </ac:spMkLst>
        </pc:spChg>
      </pc:sldChg>
    </pc:docChg>
  </pc:docChgLst>
  <pc:docChgLst>
    <pc:chgData name="Alberto Ruiz" userId="47fa91d207cfb014" providerId="LiveId" clId="{9743E567-337F-4C21-A62A-0C7FCC4B4E77}"/>
    <pc:docChg chg="custSel addSld modSld">
      <pc:chgData name="Alberto Ruiz" userId="47fa91d207cfb014" providerId="LiveId" clId="{9743E567-337F-4C21-A62A-0C7FCC4B4E77}" dt="2025-10-06T08:36:14.732" v="156"/>
      <pc:docMkLst>
        <pc:docMk/>
      </pc:docMkLst>
      <pc:sldChg chg="modSp mod">
        <pc:chgData name="Alberto Ruiz" userId="47fa91d207cfb014" providerId="LiveId" clId="{9743E567-337F-4C21-A62A-0C7FCC4B4E77}" dt="2025-10-05T11:14:16.380" v="143"/>
        <pc:sldMkLst>
          <pc:docMk/>
          <pc:sldMk cId="0" sldId="259"/>
        </pc:sldMkLst>
        <pc:graphicFrameChg chg="mod modGraphic">
          <ac:chgData name="Alberto Ruiz" userId="47fa91d207cfb014" providerId="LiveId" clId="{9743E567-337F-4C21-A62A-0C7FCC4B4E77}" dt="2025-10-05T11:14:16.380" v="143"/>
          <ac:graphicFrameMkLst>
            <pc:docMk/>
            <pc:sldMk cId="0" sldId="259"/>
            <ac:graphicFrameMk id="5" creationId="{F3D183BA-AA28-EA06-1202-93FA08698448}"/>
          </ac:graphicFrameMkLst>
        </pc:graphicFrameChg>
      </pc:sldChg>
      <pc:sldChg chg="modSp new mod">
        <pc:chgData name="Alberto Ruiz" userId="47fa91d207cfb014" providerId="LiveId" clId="{9743E567-337F-4C21-A62A-0C7FCC4B4E77}" dt="2025-10-06T08:36:14.732" v="156"/>
        <pc:sldMkLst>
          <pc:docMk/>
          <pc:sldMk cId="4252804365" sldId="279"/>
        </pc:sldMkLst>
        <pc:spChg chg="mod">
          <ac:chgData name="Alberto Ruiz" userId="47fa91d207cfb014" providerId="LiveId" clId="{9743E567-337F-4C21-A62A-0C7FCC4B4E77}" dt="2025-10-06T08:36:10.764" v="155" actId="20577"/>
          <ac:spMkLst>
            <pc:docMk/>
            <pc:sldMk cId="4252804365" sldId="279"/>
            <ac:spMk id="2" creationId="{6F19ACB4-0DBF-D42A-21DB-C6E5B17BD964}"/>
          </ac:spMkLst>
        </pc:spChg>
        <pc:spChg chg="mod">
          <ac:chgData name="Alberto Ruiz" userId="47fa91d207cfb014" providerId="LiveId" clId="{9743E567-337F-4C21-A62A-0C7FCC4B4E77}" dt="2025-10-06T08:36:14.732" v="156"/>
          <ac:spMkLst>
            <pc:docMk/>
            <pc:sldMk cId="4252804365" sldId="279"/>
            <ac:spMk id="3" creationId="{55744505-EF59-FE84-333B-59B5EC1E5580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9E29EA-3FC0-475C-B8A7-4CF0ACA1AF85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8A6B842-C57B-4EC1-8673-F49C75D21A68}">
      <dgm:prSet/>
      <dgm:spPr/>
      <dgm:t>
        <a:bodyPr/>
        <a:lstStyle/>
        <a:p>
          <a:r>
            <a:rPr lang="en-US"/>
            <a:t>Ejemplos:</a:t>
          </a:r>
        </a:p>
      </dgm:t>
    </dgm:pt>
    <dgm:pt modelId="{5CEF51E7-786E-4937-A627-6A29FD0F5AAD}" type="parTrans" cxnId="{F38E3E0B-543A-42A0-84F6-8CB6D19FCF28}">
      <dgm:prSet/>
      <dgm:spPr/>
      <dgm:t>
        <a:bodyPr/>
        <a:lstStyle/>
        <a:p>
          <a:endParaRPr lang="en-US"/>
        </a:p>
      </dgm:t>
    </dgm:pt>
    <dgm:pt modelId="{2AB8D27D-330F-49F2-A0B3-0B41D77D83D1}" type="sibTrans" cxnId="{F38E3E0B-543A-42A0-84F6-8CB6D19FCF28}">
      <dgm:prSet/>
      <dgm:spPr/>
      <dgm:t>
        <a:bodyPr/>
        <a:lstStyle/>
        <a:p>
          <a:endParaRPr lang="en-US"/>
        </a:p>
      </dgm:t>
    </dgm:pt>
    <dgm:pt modelId="{1FA13E68-9C9B-4C56-9C64-EB403C4DB6C6}">
      <dgm:prSet/>
      <dgm:spPr/>
      <dgm:t>
        <a:bodyPr/>
        <a:lstStyle/>
        <a:p>
          <a:r>
            <a:rPr lang="en-US"/>
            <a:t>- Get-Command → Lista todos los comandos</a:t>
          </a:r>
        </a:p>
      </dgm:t>
    </dgm:pt>
    <dgm:pt modelId="{06137E7F-5F50-45B6-A7BC-61D96D715E15}" type="parTrans" cxnId="{5C28FC2C-0BD0-43A2-B76A-2CF54DD95C32}">
      <dgm:prSet/>
      <dgm:spPr/>
      <dgm:t>
        <a:bodyPr/>
        <a:lstStyle/>
        <a:p>
          <a:endParaRPr lang="en-US"/>
        </a:p>
      </dgm:t>
    </dgm:pt>
    <dgm:pt modelId="{7ACA6DEC-16D2-4AEC-81A6-E8B0CED2D1F8}" type="sibTrans" cxnId="{5C28FC2C-0BD0-43A2-B76A-2CF54DD95C32}">
      <dgm:prSet/>
      <dgm:spPr/>
      <dgm:t>
        <a:bodyPr/>
        <a:lstStyle/>
        <a:p>
          <a:endParaRPr lang="en-US"/>
        </a:p>
      </dgm:t>
    </dgm:pt>
    <dgm:pt modelId="{85950F8D-C242-4291-8E6C-94FB3B27007C}">
      <dgm:prSet/>
      <dgm:spPr/>
      <dgm:t>
        <a:bodyPr/>
        <a:lstStyle/>
        <a:p>
          <a:r>
            <a:rPr lang="en-US"/>
            <a:t>- Get-Help Get-Process -Full → Ayuda </a:t>
          </a:r>
          <a:r>
            <a:rPr lang="en-US" err="1"/>
            <a:t>detallada</a:t>
          </a:r>
          <a:r>
            <a:rPr lang="en-US"/>
            <a:t> de un cmdlet, </a:t>
          </a:r>
          <a:r>
            <a:rPr lang="en-US" err="1"/>
            <a:t>en</a:t>
          </a:r>
          <a:r>
            <a:rPr lang="en-US"/>
            <a:t> </a:t>
          </a:r>
          <a:r>
            <a:rPr lang="en-US" err="1"/>
            <a:t>el</a:t>
          </a:r>
          <a:r>
            <a:rPr lang="en-US"/>
            <a:t> </a:t>
          </a:r>
          <a:r>
            <a:rPr lang="en-US" err="1"/>
            <a:t>caso</a:t>
          </a:r>
          <a:r>
            <a:rPr lang="en-US"/>
            <a:t> de </a:t>
          </a:r>
          <a:r>
            <a:rPr lang="en-US" err="1"/>
            <a:t>que</a:t>
          </a:r>
          <a:r>
            <a:rPr lang="en-US"/>
            <a:t> no </a:t>
          </a:r>
          <a:r>
            <a:rPr lang="en-US" err="1"/>
            <a:t>salga</a:t>
          </a:r>
          <a:r>
            <a:rPr lang="en-US"/>
            <a:t> la </a:t>
          </a:r>
          <a:r>
            <a:rPr lang="en-US" err="1"/>
            <a:t>ayuda</a:t>
          </a:r>
          <a:r>
            <a:rPr lang="en-US"/>
            <a:t> </a:t>
          </a:r>
          <a:r>
            <a:rPr lang="en-US" err="1"/>
            <a:t>detallada</a:t>
          </a:r>
          <a:r>
            <a:rPr lang="en-US"/>
            <a:t> hay </a:t>
          </a:r>
          <a:r>
            <a:rPr lang="en-US" err="1"/>
            <a:t>que</a:t>
          </a:r>
          <a:r>
            <a:rPr lang="en-US"/>
            <a:t> </a:t>
          </a:r>
          <a:r>
            <a:rPr lang="en-US" err="1"/>
            <a:t>instalara</a:t>
          </a:r>
          <a:r>
            <a:rPr lang="en-US"/>
            <a:t> </a:t>
          </a:r>
          <a:r>
            <a:rPr lang="en-US" err="1"/>
            <a:t>en</a:t>
          </a:r>
          <a:r>
            <a:rPr lang="en-US"/>
            <a:t> local con  Update-Help, </a:t>
          </a:r>
          <a:r>
            <a:rPr lang="en-US" err="1"/>
            <a:t>en</a:t>
          </a:r>
          <a:r>
            <a:rPr lang="en-US"/>
            <a:t> </a:t>
          </a:r>
          <a:r>
            <a:rPr lang="en-US" err="1"/>
            <a:t>el</a:t>
          </a:r>
          <a:r>
            <a:rPr lang="en-US"/>
            <a:t> </a:t>
          </a:r>
          <a:r>
            <a:rPr lang="en-US" err="1"/>
            <a:t>caso</a:t>
          </a:r>
          <a:r>
            <a:rPr lang="en-US"/>
            <a:t> de </a:t>
          </a:r>
          <a:r>
            <a:rPr lang="en-US" err="1"/>
            <a:t>que</a:t>
          </a:r>
          <a:r>
            <a:rPr lang="en-US"/>
            <a:t> de error </a:t>
          </a:r>
          <a:r>
            <a:rPr lang="en-US" err="1"/>
            <a:t>probar</a:t>
          </a:r>
          <a:r>
            <a:rPr lang="en-US"/>
            <a:t> </a:t>
          </a:r>
          <a:r>
            <a:rPr lang="es-ES" err="1"/>
            <a:t>Update-Help</a:t>
          </a:r>
          <a:r>
            <a:rPr lang="es-ES"/>
            <a:t> -</a:t>
          </a:r>
          <a:r>
            <a:rPr lang="es-ES" err="1"/>
            <a:t>UICulture</a:t>
          </a:r>
          <a:r>
            <a:rPr lang="es-ES"/>
            <a:t> en-US -Force</a:t>
          </a:r>
          <a:endParaRPr lang="en-US"/>
        </a:p>
      </dgm:t>
    </dgm:pt>
    <dgm:pt modelId="{6F1C8E38-D891-434C-9104-C4E69B489FE0}" type="parTrans" cxnId="{E3E9E8F0-A22D-4547-8E55-8B4776603AAD}">
      <dgm:prSet/>
      <dgm:spPr/>
      <dgm:t>
        <a:bodyPr/>
        <a:lstStyle/>
        <a:p>
          <a:endParaRPr lang="en-US"/>
        </a:p>
      </dgm:t>
    </dgm:pt>
    <dgm:pt modelId="{672B1A0A-381B-432D-BD35-6C3BBB0CA5BD}" type="sibTrans" cxnId="{E3E9E8F0-A22D-4547-8E55-8B4776603AAD}">
      <dgm:prSet/>
      <dgm:spPr/>
      <dgm:t>
        <a:bodyPr/>
        <a:lstStyle/>
        <a:p>
          <a:endParaRPr lang="en-US"/>
        </a:p>
      </dgm:t>
    </dgm:pt>
    <dgm:pt modelId="{802D91B2-8973-4EB3-8F11-25AE05BB6D9B}" type="pres">
      <dgm:prSet presAssocID="{C19E29EA-3FC0-475C-B8A7-4CF0ACA1AF85}" presName="Name0" presStyleCnt="0">
        <dgm:presLayoutVars>
          <dgm:dir/>
          <dgm:animLvl val="lvl"/>
          <dgm:resizeHandles val="exact"/>
        </dgm:presLayoutVars>
      </dgm:prSet>
      <dgm:spPr/>
    </dgm:pt>
    <dgm:pt modelId="{21969077-F5BB-4046-9BB6-EFEF4E57D4E4}" type="pres">
      <dgm:prSet presAssocID="{85950F8D-C242-4291-8E6C-94FB3B27007C}" presName="boxAndChildren" presStyleCnt="0"/>
      <dgm:spPr/>
    </dgm:pt>
    <dgm:pt modelId="{75ADD9A7-36F9-4457-9F99-793372201DAF}" type="pres">
      <dgm:prSet presAssocID="{85950F8D-C242-4291-8E6C-94FB3B27007C}" presName="parentTextBox" presStyleLbl="node1" presStyleIdx="0" presStyleCnt="3"/>
      <dgm:spPr/>
    </dgm:pt>
    <dgm:pt modelId="{73C19F54-C072-4F3C-9A28-3395A9CEC515}" type="pres">
      <dgm:prSet presAssocID="{7ACA6DEC-16D2-4AEC-81A6-E8B0CED2D1F8}" presName="sp" presStyleCnt="0"/>
      <dgm:spPr/>
    </dgm:pt>
    <dgm:pt modelId="{0F65AA90-3332-49E1-B8F8-7BC63C2FBD8D}" type="pres">
      <dgm:prSet presAssocID="{1FA13E68-9C9B-4C56-9C64-EB403C4DB6C6}" presName="arrowAndChildren" presStyleCnt="0"/>
      <dgm:spPr/>
    </dgm:pt>
    <dgm:pt modelId="{FF4E1B28-C4A5-450F-9D05-0F115253209A}" type="pres">
      <dgm:prSet presAssocID="{1FA13E68-9C9B-4C56-9C64-EB403C4DB6C6}" presName="parentTextArrow" presStyleLbl="node1" presStyleIdx="1" presStyleCnt="3"/>
      <dgm:spPr/>
    </dgm:pt>
    <dgm:pt modelId="{B784A32C-7D30-4016-8572-476F2A002465}" type="pres">
      <dgm:prSet presAssocID="{2AB8D27D-330F-49F2-A0B3-0B41D77D83D1}" presName="sp" presStyleCnt="0"/>
      <dgm:spPr/>
    </dgm:pt>
    <dgm:pt modelId="{82B2F230-BACD-4E44-964F-0CF13EE3C919}" type="pres">
      <dgm:prSet presAssocID="{A8A6B842-C57B-4EC1-8673-F49C75D21A68}" presName="arrowAndChildren" presStyleCnt="0"/>
      <dgm:spPr/>
    </dgm:pt>
    <dgm:pt modelId="{92DC8A87-D803-41AA-B28A-4126BF7CC8B2}" type="pres">
      <dgm:prSet presAssocID="{A8A6B842-C57B-4EC1-8673-F49C75D21A68}" presName="parentTextArrow" presStyleLbl="node1" presStyleIdx="2" presStyleCnt="3"/>
      <dgm:spPr/>
    </dgm:pt>
  </dgm:ptLst>
  <dgm:cxnLst>
    <dgm:cxn modelId="{F38E3E0B-543A-42A0-84F6-8CB6D19FCF28}" srcId="{C19E29EA-3FC0-475C-B8A7-4CF0ACA1AF85}" destId="{A8A6B842-C57B-4EC1-8673-F49C75D21A68}" srcOrd="0" destOrd="0" parTransId="{5CEF51E7-786E-4937-A627-6A29FD0F5AAD}" sibTransId="{2AB8D27D-330F-49F2-A0B3-0B41D77D83D1}"/>
    <dgm:cxn modelId="{4F54010F-CFA3-4502-95D5-E651C9A9E2CE}" type="presOf" srcId="{1FA13E68-9C9B-4C56-9C64-EB403C4DB6C6}" destId="{FF4E1B28-C4A5-450F-9D05-0F115253209A}" srcOrd="0" destOrd="0" presId="urn:microsoft.com/office/officeart/2005/8/layout/process4"/>
    <dgm:cxn modelId="{5C28FC2C-0BD0-43A2-B76A-2CF54DD95C32}" srcId="{C19E29EA-3FC0-475C-B8A7-4CF0ACA1AF85}" destId="{1FA13E68-9C9B-4C56-9C64-EB403C4DB6C6}" srcOrd="1" destOrd="0" parTransId="{06137E7F-5F50-45B6-A7BC-61D96D715E15}" sibTransId="{7ACA6DEC-16D2-4AEC-81A6-E8B0CED2D1F8}"/>
    <dgm:cxn modelId="{B461F361-14EF-4387-AF8D-BDA1ED925BA5}" type="presOf" srcId="{C19E29EA-3FC0-475C-B8A7-4CF0ACA1AF85}" destId="{802D91B2-8973-4EB3-8F11-25AE05BB6D9B}" srcOrd="0" destOrd="0" presId="urn:microsoft.com/office/officeart/2005/8/layout/process4"/>
    <dgm:cxn modelId="{F1663CB5-94EB-443F-9D01-A8EF316C8D29}" type="presOf" srcId="{A8A6B842-C57B-4EC1-8673-F49C75D21A68}" destId="{92DC8A87-D803-41AA-B28A-4126BF7CC8B2}" srcOrd="0" destOrd="0" presId="urn:microsoft.com/office/officeart/2005/8/layout/process4"/>
    <dgm:cxn modelId="{6558B5B7-FC92-4F76-A5FD-89E38097EE27}" type="presOf" srcId="{85950F8D-C242-4291-8E6C-94FB3B27007C}" destId="{75ADD9A7-36F9-4457-9F99-793372201DAF}" srcOrd="0" destOrd="0" presId="urn:microsoft.com/office/officeart/2005/8/layout/process4"/>
    <dgm:cxn modelId="{E3E9E8F0-A22D-4547-8E55-8B4776603AAD}" srcId="{C19E29EA-3FC0-475C-B8A7-4CF0ACA1AF85}" destId="{85950F8D-C242-4291-8E6C-94FB3B27007C}" srcOrd="2" destOrd="0" parTransId="{6F1C8E38-D891-434C-9104-C4E69B489FE0}" sibTransId="{672B1A0A-381B-432D-BD35-6C3BBB0CA5BD}"/>
    <dgm:cxn modelId="{3C0BE479-0031-4935-9FE7-BEB059CC19CA}" type="presParOf" srcId="{802D91B2-8973-4EB3-8F11-25AE05BB6D9B}" destId="{21969077-F5BB-4046-9BB6-EFEF4E57D4E4}" srcOrd="0" destOrd="0" presId="urn:microsoft.com/office/officeart/2005/8/layout/process4"/>
    <dgm:cxn modelId="{78C69395-D756-4385-A748-E29BA888AE95}" type="presParOf" srcId="{21969077-F5BB-4046-9BB6-EFEF4E57D4E4}" destId="{75ADD9A7-36F9-4457-9F99-793372201DAF}" srcOrd="0" destOrd="0" presId="urn:microsoft.com/office/officeart/2005/8/layout/process4"/>
    <dgm:cxn modelId="{BD0858E0-EFB9-4995-B5B1-E50830E3DED6}" type="presParOf" srcId="{802D91B2-8973-4EB3-8F11-25AE05BB6D9B}" destId="{73C19F54-C072-4F3C-9A28-3395A9CEC515}" srcOrd="1" destOrd="0" presId="urn:microsoft.com/office/officeart/2005/8/layout/process4"/>
    <dgm:cxn modelId="{7BD83ADB-D2E1-49C4-8B90-FE5B6D5EA273}" type="presParOf" srcId="{802D91B2-8973-4EB3-8F11-25AE05BB6D9B}" destId="{0F65AA90-3332-49E1-B8F8-7BC63C2FBD8D}" srcOrd="2" destOrd="0" presId="urn:microsoft.com/office/officeart/2005/8/layout/process4"/>
    <dgm:cxn modelId="{B35A7294-54AE-4AD2-98AD-6A40677361E8}" type="presParOf" srcId="{0F65AA90-3332-49E1-B8F8-7BC63C2FBD8D}" destId="{FF4E1B28-C4A5-450F-9D05-0F115253209A}" srcOrd="0" destOrd="0" presId="urn:microsoft.com/office/officeart/2005/8/layout/process4"/>
    <dgm:cxn modelId="{122ACDDD-2ECF-47D3-8141-F29F1FB6C32B}" type="presParOf" srcId="{802D91B2-8973-4EB3-8F11-25AE05BB6D9B}" destId="{B784A32C-7D30-4016-8572-476F2A002465}" srcOrd="3" destOrd="0" presId="urn:microsoft.com/office/officeart/2005/8/layout/process4"/>
    <dgm:cxn modelId="{A3CAE067-163C-48F5-A9AA-B56F4C47EAD9}" type="presParOf" srcId="{802D91B2-8973-4EB3-8F11-25AE05BB6D9B}" destId="{82B2F230-BACD-4E44-964F-0CF13EE3C919}" srcOrd="4" destOrd="0" presId="urn:microsoft.com/office/officeart/2005/8/layout/process4"/>
    <dgm:cxn modelId="{449FCF21-55C8-4E2B-881E-75B019D78632}" type="presParOf" srcId="{82B2F230-BACD-4E44-964F-0CF13EE3C919}" destId="{92DC8A87-D803-41AA-B28A-4126BF7CC8B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EF4D92-F005-4481-9042-DB142EC974F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F8FBC09-E838-4E5C-912A-74F337671BD2}">
      <dgm:prSet/>
      <dgm:spPr/>
      <dgm:t>
        <a:bodyPr/>
        <a:lstStyle/>
        <a:p>
          <a:pPr>
            <a:defRPr cap="all"/>
          </a:pPr>
          <a:r>
            <a:rPr lang="en-US"/>
            <a:t>• Alias: nombres más cortos para cmdlets (ls → Get-ChildItem)</a:t>
          </a:r>
        </a:p>
      </dgm:t>
    </dgm:pt>
    <dgm:pt modelId="{A4628A30-C940-430A-8CB6-044B1BE9508E}" type="parTrans" cxnId="{87FC723E-C95F-4F02-9171-4FBF4B61C7B8}">
      <dgm:prSet/>
      <dgm:spPr/>
      <dgm:t>
        <a:bodyPr/>
        <a:lstStyle/>
        <a:p>
          <a:endParaRPr lang="en-US"/>
        </a:p>
      </dgm:t>
    </dgm:pt>
    <dgm:pt modelId="{839AC116-772D-4181-B09C-520E956FC1B4}" type="sibTrans" cxnId="{87FC723E-C95F-4F02-9171-4FBF4B61C7B8}">
      <dgm:prSet/>
      <dgm:spPr/>
      <dgm:t>
        <a:bodyPr/>
        <a:lstStyle/>
        <a:p>
          <a:endParaRPr lang="en-US"/>
        </a:p>
      </dgm:t>
    </dgm:pt>
    <dgm:pt modelId="{A4F18D17-90B6-40EF-A71D-739FE8582729}">
      <dgm:prSet/>
      <dgm:spPr/>
      <dgm:t>
        <a:bodyPr/>
        <a:lstStyle/>
        <a:p>
          <a:pPr>
            <a:defRPr cap="all"/>
          </a:pPr>
          <a:r>
            <a:rPr lang="en-US"/>
            <a:t>• Pipeline (|) encadena comandos</a:t>
          </a:r>
        </a:p>
      </dgm:t>
    </dgm:pt>
    <dgm:pt modelId="{CB6CDEDA-8C82-4606-95C8-F4751F5CC26F}" type="parTrans" cxnId="{73C4F8F2-5711-4520-9856-25D2B1CB9B53}">
      <dgm:prSet/>
      <dgm:spPr/>
      <dgm:t>
        <a:bodyPr/>
        <a:lstStyle/>
        <a:p>
          <a:endParaRPr lang="en-US"/>
        </a:p>
      </dgm:t>
    </dgm:pt>
    <dgm:pt modelId="{65A54292-06DE-421B-9DB1-631071ED35EF}" type="sibTrans" cxnId="{73C4F8F2-5711-4520-9856-25D2B1CB9B53}">
      <dgm:prSet/>
      <dgm:spPr/>
      <dgm:t>
        <a:bodyPr/>
        <a:lstStyle/>
        <a:p>
          <a:endParaRPr lang="en-US"/>
        </a:p>
      </dgm:t>
    </dgm:pt>
    <dgm:pt modelId="{79E82640-2FA5-4A3A-98E2-D50D97B878A7}">
      <dgm:prSet/>
      <dgm:spPr/>
      <dgm:t>
        <a:bodyPr/>
        <a:lstStyle/>
        <a:p>
          <a:pPr>
            <a:defRPr cap="all"/>
          </a:pPr>
          <a:r>
            <a:rPr lang="en-US"/>
            <a:t>Ejemplo: Get-Process | Where-Object {$_.CPU -gt 10}</a:t>
          </a:r>
        </a:p>
      </dgm:t>
    </dgm:pt>
    <dgm:pt modelId="{B49CACDF-405D-4F9E-9386-1C4A380F42D6}" type="parTrans" cxnId="{ACB00827-EC4A-4EA9-A65B-64CFC1533C92}">
      <dgm:prSet/>
      <dgm:spPr/>
      <dgm:t>
        <a:bodyPr/>
        <a:lstStyle/>
        <a:p>
          <a:endParaRPr lang="en-US"/>
        </a:p>
      </dgm:t>
    </dgm:pt>
    <dgm:pt modelId="{ADD611B1-83D0-4501-8306-72AE13118C09}" type="sibTrans" cxnId="{ACB00827-EC4A-4EA9-A65B-64CFC1533C92}">
      <dgm:prSet/>
      <dgm:spPr/>
      <dgm:t>
        <a:bodyPr/>
        <a:lstStyle/>
        <a:p>
          <a:endParaRPr lang="en-US"/>
        </a:p>
      </dgm:t>
    </dgm:pt>
    <dgm:pt modelId="{951336D8-9804-46AA-A07B-2201078646F7}" type="pres">
      <dgm:prSet presAssocID="{FCEF4D92-F005-4481-9042-DB142EC974FC}" presName="root" presStyleCnt="0">
        <dgm:presLayoutVars>
          <dgm:dir/>
          <dgm:resizeHandles val="exact"/>
        </dgm:presLayoutVars>
      </dgm:prSet>
      <dgm:spPr/>
    </dgm:pt>
    <dgm:pt modelId="{23863C6C-30C6-4461-AC91-166E07A15CF3}" type="pres">
      <dgm:prSet presAssocID="{4F8FBC09-E838-4E5C-912A-74F337671BD2}" presName="compNode" presStyleCnt="0"/>
      <dgm:spPr/>
    </dgm:pt>
    <dgm:pt modelId="{AB45B947-5DF8-4285-B87D-0D6B01683D5A}" type="pres">
      <dgm:prSet presAssocID="{4F8FBC09-E838-4E5C-912A-74F337671BD2}" presName="iconBgRect" presStyleLbl="bgShp" presStyleIdx="0" presStyleCnt="3"/>
      <dgm:spPr/>
    </dgm:pt>
    <dgm:pt modelId="{48A28769-D471-495B-A968-EAB2068D6641}" type="pres">
      <dgm:prSet presAssocID="{4F8FBC09-E838-4E5C-912A-74F337671BD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áquina de escribir"/>
        </a:ext>
      </dgm:extLst>
    </dgm:pt>
    <dgm:pt modelId="{1EC9C5FE-52F0-46A9-86B6-68BC756EB92E}" type="pres">
      <dgm:prSet presAssocID="{4F8FBC09-E838-4E5C-912A-74F337671BD2}" presName="spaceRect" presStyleCnt="0"/>
      <dgm:spPr/>
    </dgm:pt>
    <dgm:pt modelId="{E740F712-C903-431F-87F8-EE4F707C7E76}" type="pres">
      <dgm:prSet presAssocID="{4F8FBC09-E838-4E5C-912A-74F337671BD2}" presName="textRect" presStyleLbl="revTx" presStyleIdx="0" presStyleCnt="3">
        <dgm:presLayoutVars>
          <dgm:chMax val="1"/>
          <dgm:chPref val="1"/>
        </dgm:presLayoutVars>
      </dgm:prSet>
      <dgm:spPr/>
    </dgm:pt>
    <dgm:pt modelId="{E180CB9E-2526-4A90-8807-143FE5991644}" type="pres">
      <dgm:prSet presAssocID="{839AC116-772D-4181-B09C-520E956FC1B4}" presName="sibTrans" presStyleCnt="0"/>
      <dgm:spPr/>
    </dgm:pt>
    <dgm:pt modelId="{D5F3E81F-1035-4272-B935-9A10D2D81F02}" type="pres">
      <dgm:prSet presAssocID="{A4F18D17-90B6-40EF-A71D-739FE8582729}" presName="compNode" presStyleCnt="0"/>
      <dgm:spPr/>
    </dgm:pt>
    <dgm:pt modelId="{5044557D-3EE8-45CD-A12C-69C2AEB9ACBF}" type="pres">
      <dgm:prSet presAssocID="{A4F18D17-90B6-40EF-A71D-739FE8582729}" presName="iconBgRect" presStyleLbl="bgShp" presStyleIdx="1" presStyleCnt="3"/>
      <dgm:spPr/>
    </dgm:pt>
    <dgm:pt modelId="{628D3AB7-BECC-4D5C-A1EA-CD14333DE489}" type="pres">
      <dgm:prSet presAssocID="{A4F18D17-90B6-40EF-A71D-739FE85827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60D4CD9-930B-47DF-B370-9B97CC73BE73}" type="pres">
      <dgm:prSet presAssocID="{A4F18D17-90B6-40EF-A71D-739FE8582729}" presName="spaceRect" presStyleCnt="0"/>
      <dgm:spPr/>
    </dgm:pt>
    <dgm:pt modelId="{2AEE057D-B994-4167-AC67-D85BA38F4215}" type="pres">
      <dgm:prSet presAssocID="{A4F18D17-90B6-40EF-A71D-739FE8582729}" presName="textRect" presStyleLbl="revTx" presStyleIdx="1" presStyleCnt="3">
        <dgm:presLayoutVars>
          <dgm:chMax val="1"/>
          <dgm:chPref val="1"/>
        </dgm:presLayoutVars>
      </dgm:prSet>
      <dgm:spPr/>
    </dgm:pt>
    <dgm:pt modelId="{E216EB60-ED9F-4658-8106-DFA075F41ED2}" type="pres">
      <dgm:prSet presAssocID="{65A54292-06DE-421B-9DB1-631071ED35EF}" presName="sibTrans" presStyleCnt="0"/>
      <dgm:spPr/>
    </dgm:pt>
    <dgm:pt modelId="{FE105003-20AF-484E-A1ED-C6918FA7FEDE}" type="pres">
      <dgm:prSet presAssocID="{79E82640-2FA5-4A3A-98E2-D50D97B878A7}" presName="compNode" presStyleCnt="0"/>
      <dgm:spPr/>
    </dgm:pt>
    <dgm:pt modelId="{93DE3904-F1C2-475A-8089-41E5CBA5C17F}" type="pres">
      <dgm:prSet presAssocID="{79E82640-2FA5-4A3A-98E2-D50D97B878A7}" presName="iconBgRect" presStyleLbl="bgShp" presStyleIdx="2" presStyleCnt="3"/>
      <dgm:spPr/>
    </dgm:pt>
    <dgm:pt modelId="{F6204334-3FC1-4749-BD22-09C721FF6DE1}" type="pres">
      <dgm:prSet presAssocID="{79E82640-2FA5-4A3A-98E2-D50D97B878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2041455-666E-4B21-BFC7-45EAB8C95A4E}" type="pres">
      <dgm:prSet presAssocID="{79E82640-2FA5-4A3A-98E2-D50D97B878A7}" presName="spaceRect" presStyleCnt="0"/>
      <dgm:spPr/>
    </dgm:pt>
    <dgm:pt modelId="{25747F56-FA50-431D-B500-1853E3E0C837}" type="pres">
      <dgm:prSet presAssocID="{79E82640-2FA5-4A3A-98E2-D50D97B878A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1EE491A-8F3D-4AE2-A453-5E88DDC65851}" type="presOf" srcId="{79E82640-2FA5-4A3A-98E2-D50D97B878A7}" destId="{25747F56-FA50-431D-B500-1853E3E0C837}" srcOrd="0" destOrd="0" presId="urn:microsoft.com/office/officeart/2018/5/layout/IconCircleLabelList"/>
    <dgm:cxn modelId="{ACB00827-EC4A-4EA9-A65B-64CFC1533C92}" srcId="{FCEF4D92-F005-4481-9042-DB142EC974FC}" destId="{79E82640-2FA5-4A3A-98E2-D50D97B878A7}" srcOrd="2" destOrd="0" parTransId="{B49CACDF-405D-4F9E-9386-1C4A380F42D6}" sibTransId="{ADD611B1-83D0-4501-8306-72AE13118C09}"/>
    <dgm:cxn modelId="{87FC723E-C95F-4F02-9171-4FBF4B61C7B8}" srcId="{FCEF4D92-F005-4481-9042-DB142EC974FC}" destId="{4F8FBC09-E838-4E5C-912A-74F337671BD2}" srcOrd="0" destOrd="0" parTransId="{A4628A30-C940-430A-8CB6-044B1BE9508E}" sibTransId="{839AC116-772D-4181-B09C-520E956FC1B4}"/>
    <dgm:cxn modelId="{A386A248-EA81-4F0A-BBCB-61795F6C6A03}" type="presOf" srcId="{FCEF4D92-F005-4481-9042-DB142EC974FC}" destId="{951336D8-9804-46AA-A07B-2201078646F7}" srcOrd="0" destOrd="0" presId="urn:microsoft.com/office/officeart/2018/5/layout/IconCircleLabelList"/>
    <dgm:cxn modelId="{317FB39D-72EE-4EED-ADBA-65E59ECFF69C}" type="presOf" srcId="{A4F18D17-90B6-40EF-A71D-739FE8582729}" destId="{2AEE057D-B994-4167-AC67-D85BA38F4215}" srcOrd="0" destOrd="0" presId="urn:microsoft.com/office/officeart/2018/5/layout/IconCircleLabelList"/>
    <dgm:cxn modelId="{3736D7D0-523B-4645-87A6-1A0F7ABC79F5}" type="presOf" srcId="{4F8FBC09-E838-4E5C-912A-74F337671BD2}" destId="{E740F712-C903-431F-87F8-EE4F707C7E76}" srcOrd="0" destOrd="0" presId="urn:microsoft.com/office/officeart/2018/5/layout/IconCircleLabelList"/>
    <dgm:cxn modelId="{73C4F8F2-5711-4520-9856-25D2B1CB9B53}" srcId="{FCEF4D92-F005-4481-9042-DB142EC974FC}" destId="{A4F18D17-90B6-40EF-A71D-739FE8582729}" srcOrd="1" destOrd="0" parTransId="{CB6CDEDA-8C82-4606-95C8-F4751F5CC26F}" sibTransId="{65A54292-06DE-421B-9DB1-631071ED35EF}"/>
    <dgm:cxn modelId="{959B9CA6-67A4-4F5D-909B-06B568E6594D}" type="presParOf" srcId="{951336D8-9804-46AA-A07B-2201078646F7}" destId="{23863C6C-30C6-4461-AC91-166E07A15CF3}" srcOrd="0" destOrd="0" presId="urn:microsoft.com/office/officeart/2018/5/layout/IconCircleLabelList"/>
    <dgm:cxn modelId="{3A8B9285-FD07-4849-88C6-70815374C3ED}" type="presParOf" srcId="{23863C6C-30C6-4461-AC91-166E07A15CF3}" destId="{AB45B947-5DF8-4285-B87D-0D6B01683D5A}" srcOrd="0" destOrd="0" presId="urn:microsoft.com/office/officeart/2018/5/layout/IconCircleLabelList"/>
    <dgm:cxn modelId="{31EE2313-266E-4E65-8125-9F94A2E2A6C0}" type="presParOf" srcId="{23863C6C-30C6-4461-AC91-166E07A15CF3}" destId="{48A28769-D471-495B-A968-EAB2068D6641}" srcOrd="1" destOrd="0" presId="urn:microsoft.com/office/officeart/2018/5/layout/IconCircleLabelList"/>
    <dgm:cxn modelId="{6D696EA9-B043-462D-A214-DCFC4036382C}" type="presParOf" srcId="{23863C6C-30C6-4461-AC91-166E07A15CF3}" destId="{1EC9C5FE-52F0-46A9-86B6-68BC756EB92E}" srcOrd="2" destOrd="0" presId="urn:microsoft.com/office/officeart/2018/5/layout/IconCircleLabelList"/>
    <dgm:cxn modelId="{87898AC2-6ED1-4781-98B9-EA87A15F8B68}" type="presParOf" srcId="{23863C6C-30C6-4461-AC91-166E07A15CF3}" destId="{E740F712-C903-431F-87F8-EE4F707C7E76}" srcOrd="3" destOrd="0" presId="urn:microsoft.com/office/officeart/2018/5/layout/IconCircleLabelList"/>
    <dgm:cxn modelId="{FB97E6DB-C3CA-41C6-9AEC-61FE10D85A38}" type="presParOf" srcId="{951336D8-9804-46AA-A07B-2201078646F7}" destId="{E180CB9E-2526-4A90-8807-143FE5991644}" srcOrd="1" destOrd="0" presId="urn:microsoft.com/office/officeart/2018/5/layout/IconCircleLabelList"/>
    <dgm:cxn modelId="{75853133-2565-4F79-95B0-C2140FB1176D}" type="presParOf" srcId="{951336D8-9804-46AA-A07B-2201078646F7}" destId="{D5F3E81F-1035-4272-B935-9A10D2D81F02}" srcOrd="2" destOrd="0" presId="urn:microsoft.com/office/officeart/2018/5/layout/IconCircleLabelList"/>
    <dgm:cxn modelId="{AE93ACB1-1164-4A35-83A9-89D37B05F604}" type="presParOf" srcId="{D5F3E81F-1035-4272-B935-9A10D2D81F02}" destId="{5044557D-3EE8-45CD-A12C-69C2AEB9ACBF}" srcOrd="0" destOrd="0" presId="urn:microsoft.com/office/officeart/2018/5/layout/IconCircleLabelList"/>
    <dgm:cxn modelId="{624CE702-C409-46EB-B1C7-310D282E0A37}" type="presParOf" srcId="{D5F3E81F-1035-4272-B935-9A10D2D81F02}" destId="{628D3AB7-BECC-4D5C-A1EA-CD14333DE489}" srcOrd="1" destOrd="0" presId="urn:microsoft.com/office/officeart/2018/5/layout/IconCircleLabelList"/>
    <dgm:cxn modelId="{BB9FB7F0-413B-4A14-B98A-108243D08B99}" type="presParOf" srcId="{D5F3E81F-1035-4272-B935-9A10D2D81F02}" destId="{460D4CD9-930B-47DF-B370-9B97CC73BE73}" srcOrd="2" destOrd="0" presId="urn:microsoft.com/office/officeart/2018/5/layout/IconCircleLabelList"/>
    <dgm:cxn modelId="{EF7E8270-9978-407E-B39B-9F81FFAE0726}" type="presParOf" srcId="{D5F3E81F-1035-4272-B935-9A10D2D81F02}" destId="{2AEE057D-B994-4167-AC67-D85BA38F4215}" srcOrd="3" destOrd="0" presId="urn:microsoft.com/office/officeart/2018/5/layout/IconCircleLabelList"/>
    <dgm:cxn modelId="{8D8C799B-44EC-4A6D-A7B4-CEF56D59BB5F}" type="presParOf" srcId="{951336D8-9804-46AA-A07B-2201078646F7}" destId="{E216EB60-ED9F-4658-8106-DFA075F41ED2}" srcOrd="3" destOrd="0" presId="urn:microsoft.com/office/officeart/2018/5/layout/IconCircleLabelList"/>
    <dgm:cxn modelId="{AA995EDC-2803-463F-8978-EBCB65E678A7}" type="presParOf" srcId="{951336D8-9804-46AA-A07B-2201078646F7}" destId="{FE105003-20AF-484E-A1ED-C6918FA7FEDE}" srcOrd="4" destOrd="0" presId="urn:microsoft.com/office/officeart/2018/5/layout/IconCircleLabelList"/>
    <dgm:cxn modelId="{26BEECDE-5020-4F82-B79A-D9E9340FD9EE}" type="presParOf" srcId="{FE105003-20AF-484E-A1ED-C6918FA7FEDE}" destId="{93DE3904-F1C2-475A-8089-41E5CBA5C17F}" srcOrd="0" destOrd="0" presId="urn:microsoft.com/office/officeart/2018/5/layout/IconCircleLabelList"/>
    <dgm:cxn modelId="{5A63DAC9-9748-4A47-83C5-F4D6C923A797}" type="presParOf" srcId="{FE105003-20AF-484E-A1ED-C6918FA7FEDE}" destId="{F6204334-3FC1-4749-BD22-09C721FF6DE1}" srcOrd="1" destOrd="0" presId="urn:microsoft.com/office/officeart/2018/5/layout/IconCircleLabelList"/>
    <dgm:cxn modelId="{4BF970B6-C7FE-4C3E-93D5-28CD1A723F61}" type="presParOf" srcId="{FE105003-20AF-484E-A1ED-C6918FA7FEDE}" destId="{E2041455-666E-4B21-BFC7-45EAB8C95A4E}" srcOrd="2" destOrd="0" presId="urn:microsoft.com/office/officeart/2018/5/layout/IconCircleLabelList"/>
    <dgm:cxn modelId="{894BD671-AE93-41BF-9550-D192E15C4E3C}" type="presParOf" srcId="{FE105003-20AF-484E-A1ED-C6918FA7FEDE}" destId="{25747F56-FA50-431D-B500-1853E3E0C8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3A1082-4EE1-45DB-A30B-76D0EEBE79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1FF2F4-C677-4341-9FC4-09CA6C27F0BE}">
      <dgm:prSet/>
      <dgm:spPr/>
      <dgm:t>
        <a:bodyPr/>
        <a:lstStyle/>
        <a:p>
          <a:r>
            <a:rPr lang="en-US"/>
            <a:t>$nombre = 'Alberto'</a:t>
          </a:r>
        </a:p>
      </dgm:t>
    </dgm:pt>
    <dgm:pt modelId="{CA367AAD-05C1-47D9-A4AC-D8E21FF17F6F}" type="parTrans" cxnId="{1042200F-6E3B-4187-94CA-0402355BF624}">
      <dgm:prSet/>
      <dgm:spPr/>
      <dgm:t>
        <a:bodyPr/>
        <a:lstStyle/>
        <a:p>
          <a:endParaRPr lang="en-US"/>
        </a:p>
      </dgm:t>
    </dgm:pt>
    <dgm:pt modelId="{C2443F13-E05C-4325-A6BE-3246CA719A3C}" type="sibTrans" cxnId="{1042200F-6E3B-4187-94CA-0402355BF624}">
      <dgm:prSet/>
      <dgm:spPr/>
      <dgm:t>
        <a:bodyPr/>
        <a:lstStyle/>
        <a:p>
          <a:endParaRPr lang="en-US"/>
        </a:p>
      </dgm:t>
    </dgm:pt>
    <dgm:pt modelId="{60609652-4318-44BF-951F-09A073456BA7}">
      <dgm:prSet/>
      <dgm:spPr/>
      <dgm:t>
        <a:bodyPr/>
        <a:lstStyle/>
        <a:p>
          <a:r>
            <a:rPr lang="en-US"/>
            <a:t>$edad = 30</a:t>
          </a:r>
        </a:p>
      </dgm:t>
    </dgm:pt>
    <dgm:pt modelId="{4D856BB2-C391-49FB-87A6-CC231271F93C}" type="parTrans" cxnId="{874091B9-9A66-4C52-826E-1660BB462023}">
      <dgm:prSet/>
      <dgm:spPr/>
      <dgm:t>
        <a:bodyPr/>
        <a:lstStyle/>
        <a:p>
          <a:endParaRPr lang="en-US"/>
        </a:p>
      </dgm:t>
    </dgm:pt>
    <dgm:pt modelId="{6253552A-FCB9-4ED2-8BBE-3F26E5F5AE9F}" type="sibTrans" cxnId="{874091B9-9A66-4C52-826E-1660BB462023}">
      <dgm:prSet/>
      <dgm:spPr/>
      <dgm:t>
        <a:bodyPr/>
        <a:lstStyle/>
        <a:p>
          <a:endParaRPr lang="en-US"/>
        </a:p>
      </dgm:t>
    </dgm:pt>
    <dgm:pt modelId="{DBF7437B-C202-4F59-BB52-A5CD3318CC72}">
      <dgm:prSet/>
      <dgm:spPr/>
      <dgm:t>
        <a:bodyPr/>
        <a:lstStyle/>
        <a:p>
          <a:r>
            <a:rPr lang="en-US"/>
            <a:t>if ($edad -ge 18) { 'Mayor de edad' } else { 'Menor de edad' }</a:t>
          </a:r>
        </a:p>
      </dgm:t>
    </dgm:pt>
    <dgm:pt modelId="{5C59B361-B096-4F43-A29A-55999D8A884E}" type="parTrans" cxnId="{462EB61C-9F62-4D5A-BAF8-A90B8D13661B}">
      <dgm:prSet/>
      <dgm:spPr/>
      <dgm:t>
        <a:bodyPr/>
        <a:lstStyle/>
        <a:p>
          <a:endParaRPr lang="en-US"/>
        </a:p>
      </dgm:t>
    </dgm:pt>
    <dgm:pt modelId="{63A4C0EE-D20C-4004-B2AA-A024EB36DBC2}" type="sibTrans" cxnId="{462EB61C-9F62-4D5A-BAF8-A90B8D13661B}">
      <dgm:prSet/>
      <dgm:spPr/>
      <dgm:t>
        <a:bodyPr/>
        <a:lstStyle/>
        <a:p>
          <a:endParaRPr lang="en-US"/>
        </a:p>
      </dgm:t>
    </dgm:pt>
    <dgm:pt modelId="{D30778F3-0EF6-427C-83C7-4578F5C0FE5A}" type="pres">
      <dgm:prSet presAssocID="{623A1082-4EE1-45DB-A30B-76D0EEBE7948}" presName="linear" presStyleCnt="0">
        <dgm:presLayoutVars>
          <dgm:animLvl val="lvl"/>
          <dgm:resizeHandles val="exact"/>
        </dgm:presLayoutVars>
      </dgm:prSet>
      <dgm:spPr/>
    </dgm:pt>
    <dgm:pt modelId="{C47C1405-F609-475D-B93B-B28F316F0E7B}" type="pres">
      <dgm:prSet presAssocID="{A81FF2F4-C677-4341-9FC4-09CA6C27F0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94AEA65-2FE2-426D-B8BE-C3609D5CEE46}" type="pres">
      <dgm:prSet presAssocID="{C2443F13-E05C-4325-A6BE-3246CA719A3C}" presName="spacer" presStyleCnt="0"/>
      <dgm:spPr/>
    </dgm:pt>
    <dgm:pt modelId="{A7C6347C-F4AA-45F4-A1BB-FE6925CABDB9}" type="pres">
      <dgm:prSet presAssocID="{60609652-4318-44BF-951F-09A073456BA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9E457AA-C8F3-4745-8905-32C56994FC43}" type="pres">
      <dgm:prSet presAssocID="{6253552A-FCB9-4ED2-8BBE-3F26E5F5AE9F}" presName="spacer" presStyleCnt="0"/>
      <dgm:spPr/>
    </dgm:pt>
    <dgm:pt modelId="{130EF48A-EC79-490B-A678-EC957EDF5ED8}" type="pres">
      <dgm:prSet presAssocID="{DBF7437B-C202-4F59-BB52-A5CD3318CC7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042200F-6E3B-4187-94CA-0402355BF624}" srcId="{623A1082-4EE1-45DB-A30B-76D0EEBE7948}" destId="{A81FF2F4-C677-4341-9FC4-09CA6C27F0BE}" srcOrd="0" destOrd="0" parTransId="{CA367AAD-05C1-47D9-A4AC-D8E21FF17F6F}" sibTransId="{C2443F13-E05C-4325-A6BE-3246CA719A3C}"/>
    <dgm:cxn modelId="{462EB61C-9F62-4D5A-BAF8-A90B8D13661B}" srcId="{623A1082-4EE1-45DB-A30B-76D0EEBE7948}" destId="{DBF7437B-C202-4F59-BB52-A5CD3318CC72}" srcOrd="2" destOrd="0" parTransId="{5C59B361-B096-4F43-A29A-55999D8A884E}" sibTransId="{63A4C0EE-D20C-4004-B2AA-A024EB36DBC2}"/>
    <dgm:cxn modelId="{D2A83722-AA56-45E4-8D3D-846BC32C2E5C}" type="presOf" srcId="{DBF7437B-C202-4F59-BB52-A5CD3318CC72}" destId="{130EF48A-EC79-490B-A678-EC957EDF5ED8}" srcOrd="0" destOrd="0" presId="urn:microsoft.com/office/officeart/2005/8/layout/vList2"/>
    <dgm:cxn modelId="{898F874D-99DE-4BD2-A2DD-B58A41980529}" type="presOf" srcId="{A81FF2F4-C677-4341-9FC4-09CA6C27F0BE}" destId="{C47C1405-F609-475D-B93B-B28F316F0E7B}" srcOrd="0" destOrd="0" presId="urn:microsoft.com/office/officeart/2005/8/layout/vList2"/>
    <dgm:cxn modelId="{710C398C-0501-4C24-BA9A-6435E7C941A8}" type="presOf" srcId="{60609652-4318-44BF-951F-09A073456BA7}" destId="{A7C6347C-F4AA-45F4-A1BB-FE6925CABDB9}" srcOrd="0" destOrd="0" presId="urn:microsoft.com/office/officeart/2005/8/layout/vList2"/>
    <dgm:cxn modelId="{FFA31B90-3D29-4684-A45D-0A96908D6BD3}" type="presOf" srcId="{623A1082-4EE1-45DB-A30B-76D0EEBE7948}" destId="{D30778F3-0EF6-427C-83C7-4578F5C0FE5A}" srcOrd="0" destOrd="0" presId="urn:microsoft.com/office/officeart/2005/8/layout/vList2"/>
    <dgm:cxn modelId="{874091B9-9A66-4C52-826E-1660BB462023}" srcId="{623A1082-4EE1-45DB-A30B-76D0EEBE7948}" destId="{60609652-4318-44BF-951F-09A073456BA7}" srcOrd="1" destOrd="0" parTransId="{4D856BB2-C391-49FB-87A6-CC231271F93C}" sibTransId="{6253552A-FCB9-4ED2-8BBE-3F26E5F5AE9F}"/>
    <dgm:cxn modelId="{1D80F8F5-42A2-4F94-ADA9-8F7DBD7C3514}" type="presParOf" srcId="{D30778F3-0EF6-427C-83C7-4578F5C0FE5A}" destId="{C47C1405-F609-475D-B93B-B28F316F0E7B}" srcOrd="0" destOrd="0" presId="urn:microsoft.com/office/officeart/2005/8/layout/vList2"/>
    <dgm:cxn modelId="{A64B4F4E-F354-4C9F-95B4-DA141A2C3264}" type="presParOf" srcId="{D30778F3-0EF6-427C-83C7-4578F5C0FE5A}" destId="{494AEA65-2FE2-426D-B8BE-C3609D5CEE46}" srcOrd="1" destOrd="0" presId="urn:microsoft.com/office/officeart/2005/8/layout/vList2"/>
    <dgm:cxn modelId="{98E747CD-0A3E-4EBD-A471-20A7BF0CB71D}" type="presParOf" srcId="{D30778F3-0EF6-427C-83C7-4578F5C0FE5A}" destId="{A7C6347C-F4AA-45F4-A1BB-FE6925CABDB9}" srcOrd="2" destOrd="0" presId="urn:microsoft.com/office/officeart/2005/8/layout/vList2"/>
    <dgm:cxn modelId="{EAE48832-E09F-4D2C-A3C7-857A982415D2}" type="presParOf" srcId="{D30778F3-0EF6-427C-83C7-4578F5C0FE5A}" destId="{49E457AA-C8F3-4745-8905-32C56994FC43}" srcOrd="3" destOrd="0" presId="urn:microsoft.com/office/officeart/2005/8/layout/vList2"/>
    <dgm:cxn modelId="{5533E715-D96C-4BE1-BF2D-6702C7742298}" type="presParOf" srcId="{D30778F3-0EF6-427C-83C7-4578F5C0FE5A}" destId="{130EF48A-EC79-490B-A678-EC957EDF5ED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2D9D73-3025-4FB5-9C2E-DC0E4DD2FF3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74567A-8FEE-488F-986F-9EFAA4B482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1. Script bienvenida.ps1 → solicita nombre y muestra saludo</a:t>
          </a:r>
        </a:p>
      </dgm:t>
    </dgm:pt>
    <dgm:pt modelId="{4E675EDB-96A6-4586-8ABD-450B72DEECEC}" type="parTrans" cxnId="{05B5B4ED-E885-4838-9813-31EC94188DE6}">
      <dgm:prSet/>
      <dgm:spPr/>
      <dgm:t>
        <a:bodyPr/>
        <a:lstStyle/>
        <a:p>
          <a:endParaRPr lang="en-US"/>
        </a:p>
      </dgm:t>
    </dgm:pt>
    <dgm:pt modelId="{900C8B99-CD5B-41B3-86F4-8FF14E2745D0}" type="sibTrans" cxnId="{05B5B4ED-E885-4838-9813-31EC94188DE6}">
      <dgm:prSet/>
      <dgm:spPr/>
      <dgm:t>
        <a:bodyPr/>
        <a:lstStyle/>
        <a:p>
          <a:endParaRPr lang="en-US"/>
        </a:p>
      </dgm:t>
    </dgm:pt>
    <dgm:pt modelId="{99D05D36-EECC-49A5-843D-B616AA807D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2. Script edad.ps1 → solicita nombre y edad, indica si es mayor de edad</a:t>
          </a:r>
        </a:p>
      </dgm:t>
    </dgm:pt>
    <dgm:pt modelId="{9672F100-C60A-4CED-A8A3-6CB870C78570}" type="parTrans" cxnId="{C186FFDC-8FC4-4406-9864-6AFBD0547E08}">
      <dgm:prSet/>
      <dgm:spPr/>
      <dgm:t>
        <a:bodyPr/>
        <a:lstStyle/>
        <a:p>
          <a:endParaRPr lang="en-US"/>
        </a:p>
      </dgm:t>
    </dgm:pt>
    <dgm:pt modelId="{CA1D9C18-148F-435D-AEF4-F8839E36F40B}" type="sibTrans" cxnId="{C186FFDC-8FC4-4406-9864-6AFBD0547E08}">
      <dgm:prSet/>
      <dgm:spPr/>
      <dgm:t>
        <a:bodyPr/>
        <a:lstStyle/>
        <a:p>
          <a:endParaRPr lang="en-US"/>
        </a:p>
      </dgm:t>
    </dgm:pt>
    <dgm:pt modelId="{4ED6F31A-980C-49B5-8128-8E47E4DB84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3. Función Mostrar-Cuadrados → imprime cuadrados de 1..N</a:t>
          </a:r>
        </a:p>
      </dgm:t>
    </dgm:pt>
    <dgm:pt modelId="{7F57BA49-FE38-4BEC-A06A-EDB79B5AABBF}" type="parTrans" cxnId="{305255FF-1B17-444F-BEBA-EB01AEFCC570}">
      <dgm:prSet/>
      <dgm:spPr/>
      <dgm:t>
        <a:bodyPr/>
        <a:lstStyle/>
        <a:p>
          <a:endParaRPr lang="en-US"/>
        </a:p>
      </dgm:t>
    </dgm:pt>
    <dgm:pt modelId="{E6F5B8CB-142F-48FD-9F9B-8D77F288CE49}" type="sibTrans" cxnId="{305255FF-1B17-444F-BEBA-EB01AEFCC570}">
      <dgm:prSet/>
      <dgm:spPr/>
      <dgm:t>
        <a:bodyPr/>
        <a:lstStyle/>
        <a:p>
          <a:endParaRPr lang="en-US"/>
        </a:p>
      </dgm:t>
    </dgm:pt>
    <dgm:pt modelId="{779C7612-FF07-4C37-BD09-B41926CB8A48}" type="pres">
      <dgm:prSet presAssocID="{E82D9D73-3025-4FB5-9C2E-DC0E4DD2FF36}" presName="root" presStyleCnt="0">
        <dgm:presLayoutVars>
          <dgm:dir/>
          <dgm:resizeHandles val="exact"/>
        </dgm:presLayoutVars>
      </dgm:prSet>
      <dgm:spPr/>
    </dgm:pt>
    <dgm:pt modelId="{A4754278-5E6F-4479-9F42-7FD12BBE8D21}" type="pres">
      <dgm:prSet presAssocID="{4374567A-8FEE-488F-986F-9EFAA4B48215}" presName="compNode" presStyleCnt="0"/>
      <dgm:spPr/>
    </dgm:pt>
    <dgm:pt modelId="{1E613D2C-B214-43D6-ABF3-E6AD683D4978}" type="pres">
      <dgm:prSet presAssocID="{4374567A-8FEE-488F-986F-9EFAA4B48215}" presName="bgRect" presStyleLbl="bgShp" presStyleIdx="0" presStyleCnt="3"/>
      <dgm:spPr/>
    </dgm:pt>
    <dgm:pt modelId="{4E33D548-7E55-441C-9B8C-54081F2042EB}" type="pres">
      <dgm:prSet presAssocID="{4374567A-8FEE-488F-986F-9EFAA4B482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z"/>
        </a:ext>
      </dgm:extLst>
    </dgm:pt>
    <dgm:pt modelId="{5083FF20-7F53-42BA-94FF-A4268B47BCDB}" type="pres">
      <dgm:prSet presAssocID="{4374567A-8FEE-488F-986F-9EFAA4B48215}" presName="spaceRect" presStyleCnt="0"/>
      <dgm:spPr/>
    </dgm:pt>
    <dgm:pt modelId="{489B1017-FF36-48C0-B8E3-BE9BF21E23AF}" type="pres">
      <dgm:prSet presAssocID="{4374567A-8FEE-488F-986F-9EFAA4B48215}" presName="parTx" presStyleLbl="revTx" presStyleIdx="0" presStyleCnt="3">
        <dgm:presLayoutVars>
          <dgm:chMax val="0"/>
          <dgm:chPref val="0"/>
        </dgm:presLayoutVars>
      </dgm:prSet>
      <dgm:spPr/>
    </dgm:pt>
    <dgm:pt modelId="{C6098005-CAC6-479A-8AEE-BCD138C6845E}" type="pres">
      <dgm:prSet presAssocID="{900C8B99-CD5B-41B3-86F4-8FF14E2745D0}" presName="sibTrans" presStyleCnt="0"/>
      <dgm:spPr/>
    </dgm:pt>
    <dgm:pt modelId="{A49A9B3A-512C-4329-809C-9EEAF0FD646F}" type="pres">
      <dgm:prSet presAssocID="{99D05D36-EECC-49A5-843D-B616AA807DFE}" presName="compNode" presStyleCnt="0"/>
      <dgm:spPr/>
    </dgm:pt>
    <dgm:pt modelId="{3C20D7B6-FC69-4A1E-84AA-5D5F0AE38873}" type="pres">
      <dgm:prSet presAssocID="{99D05D36-EECC-49A5-843D-B616AA807DFE}" presName="bgRect" presStyleLbl="bgShp" presStyleIdx="1" presStyleCnt="3"/>
      <dgm:spPr/>
    </dgm:pt>
    <dgm:pt modelId="{1069CA52-BE56-4419-86D1-2B6F63EDCDAC}" type="pres">
      <dgm:prSet presAssocID="{99D05D36-EECC-49A5-843D-B616AA807DF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F967B47-B835-435E-B10A-9DAA6639C29A}" type="pres">
      <dgm:prSet presAssocID="{99D05D36-EECC-49A5-843D-B616AA807DFE}" presName="spaceRect" presStyleCnt="0"/>
      <dgm:spPr/>
    </dgm:pt>
    <dgm:pt modelId="{EC8BF646-25A6-4F53-9304-4B38D2AC7305}" type="pres">
      <dgm:prSet presAssocID="{99D05D36-EECC-49A5-843D-B616AA807DFE}" presName="parTx" presStyleLbl="revTx" presStyleIdx="1" presStyleCnt="3">
        <dgm:presLayoutVars>
          <dgm:chMax val="0"/>
          <dgm:chPref val="0"/>
        </dgm:presLayoutVars>
      </dgm:prSet>
      <dgm:spPr/>
    </dgm:pt>
    <dgm:pt modelId="{CA17E993-BC69-4FD8-A8B5-12D3E61F06F8}" type="pres">
      <dgm:prSet presAssocID="{CA1D9C18-148F-435D-AEF4-F8839E36F40B}" presName="sibTrans" presStyleCnt="0"/>
      <dgm:spPr/>
    </dgm:pt>
    <dgm:pt modelId="{0BEC9EC8-6BB2-4E72-A82A-D09AD5A129E1}" type="pres">
      <dgm:prSet presAssocID="{4ED6F31A-980C-49B5-8128-8E47E4DB847B}" presName="compNode" presStyleCnt="0"/>
      <dgm:spPr/>
    </dgm:pt>
    <dgm:pt modelId="{75C1116D-54FC-47F5-AF3B-964C00DC0773}" type="pres">
      <dgm:prSet presAssocID="{4ED6F31A-980C-49B5-8128-8E47E4DB847B}" presName="bgRect" presStyleLbl="bgShp" presStyleIdx="2" presStyleCnt="3"/>
      <dgm:spPr/>
    </dgm:pt>
    <dgm:pt modelId="{4EA6125B-03E1-4090-874D-4FE0CFDD5B2E}" type="pres">
      <dgm:prSet presAssocID="{4ED6F31A-980C-49B5-8128-8E47E4DB84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B147006-5780-48D9-A1E6-2127E47E5A90}" type="pres">
      <dgm:prSet presAssocID="{4ED6F31A-980C-49B5-8128-8E47E4DB847B}" presName="spaceRect" presStyleCnt="0"/>
      <dgm:spPr/>
    </dgm:pt>
    <dgm:pt modelId="{9F5DCF02-EAAD-4DCC-9E7F-6CCA7FEAC494}" type="pres">
      <dgm:prSet presAssocID="{4ED6F31A-980C-49B5-8128-8E47E4DB847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C048F89-15AD-4BB5-AA8E-96F290656F7D}" type="presOf" srcId="{99D05D36-EECC-49A5-843D-B616AA807DFE}" destId="{EC8BF646-25A6-4F53-9304-4B38D2AC7305}" srcOrd="0" destOrd="0" presId="urn:microsoft.com/office/officeart/2018/2/layout/IconVerticalSolidList"/>
    <dgm:cxn modelId="{C186FFDC-8FC4-4406-9864-6AFBD0547E08}" srcId="{E82D9D73-3025-4FB5-9C2E-DC0E4DD2FF36}" destId="{99D05D36-EECC-49A5-843D-B616AA807DFE}" srcOrd="1" destOrd="0" parTransId="{9672F100-C60A-4CED-A8A3-6CB870C78570}" sibTransId="{CA1D9C18-148F-435D-AEF4-F8839E36F40B}"/>
    <dgm:cxn modelId="{2F0E9CDE-9E8A-4174-AC7A-2A6DBDF8ED89}" type="presOf" srcId="{4ED6F31A-980C-49B5-8128-8E47E4DB847B}" destId="{9F5DCF02-EAAD-4DCC-9E7F-6CCA7FEAC494}" srcOrd="0" destOrd="0" presId="urn:microsoft.com/office/officeart/2018/2/layout/IconVerticalSolidList"/>
    <dgm:cxn modelId="{05B5B4ED-E885-4838-9813-31EC94188DE6}" srcId="{E82D9D73-3025-4FB5-9C2E-DC0E4DD2FF36}" destId="{4374567A-8FEE-488F-986F-9EFAA4B48215}" srcOrd="0" destOrd="0" parTransId="{4E675EDB-96A6-4586-8ABD-450B72DEECEC}" sibTransId="{900C8B99-CD5B-41B3-86F4-8FF14E2745D0}"/>
    <dgm:cxn modelId="{C4D6F4F0-821D-4743-A3E1-21C0CA5440BA}" type="presOf" srcId="{4374567A-8FEE-488F-986F-9EFAA4B48215}" destId="{489B1017-FF36-48C0-B8E3-BE9BF21E23AF}" srcOrd="0" destOrd="0" presId="urn:microsoft.com/office/officeart/2018/2/layout/IconVerticalSolidList"/>
    <dgm:cxn modelId="{02B6E7FA-BA83-4994-94DB-AB48C459A852}" type="presOf" srcId="{E82D9D73-3025-4FB5-9C2E-DC0E4DD2FF36}" destId="{779C7612-FF07-4C37-BD09-B41926CB8A48}" srcOrd="0" destOrd="0" presId="urn:microsoft.com/office/officeart/2018/2/layout/IconVerticalSolidList"/>
    <dgm:cxn modelId="{305255FF-1B17-444F-BEBA-EB01AEFCC570}" srcId="{E82D9D73-3025-4FB5-9C2E-DC0E4DD2FF36}" destId="{4ED6F31A-980C-49B5-8128-8E47E4DB847B}" srcOrd="2" destOrd="0" parTransId="{7F57BA49-FE38-4BEC-A06A-EDB79B5AABBF}" sibTransId="{E6F5B8CB-142F-48FD-9F9B-8D77F288CE49}"/>
    <dgm:cxn modelId="{EC86F790-7727-487F-87AD-0CCE6F0E5C03}" type="presParOf" srcId="{779C7612-FF07-4C37-BD09-B41926CB8A48}" destId="{A4754278-5E6F-4479-9F42-7FD12BBE8D21}" srcOrd="0" destOrd="0" presId="urn:microsoft.com/office/officeart/2018/2/layout/IconVerticalSolidList"/>
    <dgm:cxn modelId="{EA0BC8E0-9342-480B-A677-689353C5ADD9}" type="presParOf" srcId="{A4754278-5E6F-4479-9F42-7FD12BBE8D21}" destId="{1E613D2C-B214-43D6-ABF3-E6AD683D4978}" srcOrd="0" destOrd="0" presId="urn:microsoft.com/office/officeart/2018/2/layout/IconVerticalSolidList"/>
    <dgm:cxn modelId="{B545F6AD-78D5-4FAF-A935-A1B15D6AC77D}" type="presParOf" srcId="{A4754278-5E6F-4479-9F42-7FD12BBE8D21}" destId="{4E33D548-7E55-441C-9B8C-54081F2042EB}" srcOrd="1" destOrd="0" presId="urn:microsoft.com/office/officeart/2018/2/layout/IconVerticalSolidList"/>
    <dgm:cxn modelId="{C34E1EA3-17F6-4DDF-88F9-B97A0CBE777C}" type="presParOf" srcId="{A4754278-5E6F-4479-9F42-7FD12BBE8D21}" destId="{5083FF20-7F53-42BA-94FF-A4268B47BCDB}" srcOrd="2" destOrd="0" presId="urn:microsoft.com/office/officeart/2018/2/layout/IconVerticalSolidList"/>
    <dgm:cxn modelId="{0B565D20-AE97-48C3-967F-7945CEE58B83}" type="presParOf" srcId="{A4754278-5E6F-4479-9F42-7FD12BBE8D21}" destId="{489B1017-FF36-48C0-B8E3-BE9BF21E23AF}" srcOrd="3" destOrd="0" presId="urn:microsoft.com/office/officeart/2018/2/layout/IconVerticalSolidList"/>
    <dgm:cxn modelId="{F017BA3B-0C4B-450F-B0B7-1CD0253E8A25}" type="presParOf" srcId="{779C7612-FF07-4C37-BD09-B41926CB8A48}" destId="{C6098005-CAC6-479A-8AEE-BCD138C6845E}" srcOrd="1" destOrd="0" presId="urn:microsoft.com/office/officeart/2018/2/layout/IconVerticalSolidList"/>
    <dgm:cxn modelId="{4BD7EB72-444D-4CB8-86A6-387F87568317}" type="presParOf" srcId="{779C7612-FF07-4C37-BD09-B41926CB8A48}" destId="{A49A9B3A-512C-4329-809C-9EEAF0FD646F}" srcOrd="2" destOrd="0" presId="urn:microsoft.com/office/officeart/2018/2/layout/IconVerticalSolidList"/>
    <dgm:cxn modelId="{667F3641-33D5-40B5-B131-D6E02F8C5FEB}" type="presParOf" srcId="{A49A9B3A-512C-4329-809C-9EEAF0FD646F}" destId="{3C20D7B6-FC69-4A1E-84AA-5D5F0AE38873}" srcOrd="0" destOrd="0" presId="urn:microsoft.com/office/officeart/2018/2/layout/IconVerticalSolidList"/>
    <dgm:cxn modelId="{B3E3120B-AA41-4304-ABEA-3FD9CCBA71A5}" type="presParOf" srcId="{A49A9B3A-512C-4329-809C-9EEAF0FD646F}" destId="{1069CA52-BE56-4419-86D1-2B6F63EDCDAC}" srcOrd="1" destOrd="0" presId="urn:microsoft.com/office/officeart/2018/2/layout/IconVerticalSolidList"/>
    <dgm:cxn modelId="{8826F8A5-0B6C-4310-B0EC-4F4FD00BD9A0}" type="presParOf" srcId="{A49A9B3A-512C-4329-809C-9EEAF0FD646F}" destId="{0F967B47-B835-435E-B10A-9DAA6639C29A}" srcOrd="2" destOrd="0" presId="urn:microsoft.com/office/officeart/2018/2/layout/IconVerticalSolidList"/>
    <dgm:cxn modelId="{711E1EFE-0A4E-425D-9D33-927509C333E4}" type="presParOf" srcId="{A49A9B3A-512C-4329-809C-9EEAF0FD646F}" destId="{EC8BF646-25A6-4F53-9304-4B38D2AC7305}" srcOrd="3" destOrd="0" presId="urn:microsoft.com/office/officeart/2018/2/layout/IconVerticalSolidList"/>
    <dgm:cxn modelId="{671C80FC-0BC9-41C1-9363-40E7AB5C8659}" type="presParOf" srcId="{779C7612-FF07-4C37-BD09-B41926CB8A48}" destId="{CA17E993-BC69-4FD8-A8B5-12D3E61F06F8}" srcOrd="3" destOrd="0" presId="urn:microsoft.com/office/officeart/2018/2/layout/IconVerticalSolidList"/>
    <dgm:cxn modelId="{492FFFF0-ECB8-43A7-AF07-2931D0C64B7F}" type="presParOf" srcId="{779C7612-FF07-4C37-BD09-B41926CB8A48}" destId="{0BEC9EC8-6BB2-4E72-A82A-D09AD5A129E1}" srcOrd="4" destOrd="0" presId="urn:microsoft.com/office/officeart/2018/2/layout/IconVerticalSolidList"/>
    <dgm:cxn modelId="{AA013FD5-083C-4D41-B93E-163EB977F850}" type="presParOf" srcId="{0BEC9EC8-6BB2-4E72-A82A-D09AD5A129E1}" destId="{75C1116D-54FC-47F5-AF3B-964C00DC0773}" srcOrd="0" destOrd="0" presId="urn:microsoft.com/office/officeart/2018/2/layout/IconVerticalSolidList"/>
    <dgm:cxn modelId="{09947006-5406-400F-ADC6-E5707C54A639}" type="presParOf" srcId="{0BEC9EC8-6BB2-4E72-A82A-D09AD5A129E1}" destId="{4EA6125B-03E1-4090-874D-4FE0CFDD5B2E}" srcOrd="1" destOrd="0" presId="urn:microsoft.com/office/officeart/2018/2/layout/IconVerticalSolidList"/>
    <dgm:cxn modelId="{91852DE9-5FAF-4E8C-A2AF-3E3C7C1D63D9}" type="presParOf" srcId="{0BEC9EC8-6BB2-4E72-A82A-D09AD5A129E1}" destId="{CB147006-5780-48D9-A1E6-2127E47E5A90}" srcOrd="2" destOrd="0" presId="urn:microsoft.com/office/officeart/2018/2/layout/IconVerticalSolidList"/>
    <dgm:cxn modelId="{ABA8F13E-0639-41E1-BB1B-9DAC09029E79}" type="presParOf" srcId="{0BEC9EC8-6BB2-4E72-A82A-D09AD5A129E1}" destId="{9F5DCF02-EAAD-4DCC-9E7F-6CCA7FEAC49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DD9A7-36F9-4457-9F99-793372201DAF}">
      <dsp:nvSpPr>
        <dsp:cNvPr id="0" name=""/>
        <dsp:cNvSpPr/>
      </dsp:nvSpPr>
      <dsp:spPr>
        <a:xfrm>
          <a:off x="0" y="4425290"/>
          <a:ext cx="4726201" cy="14524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Get-Help Get-Process -Full → Ayuda </a:t>
          </a:r>
          <a:r>
            <a:rPr lang="en-US" sz="1700" kern="1200" err="1"/>
            <a:t>detallada</a:t>
          </a:r>
          <a:r>
            <a:rPr lang="en-US" sz="1700" kern="1200"/>
            <a:t> de un cmdlet, </a:t>
          </a:r>
          <a:r>
            <a:rPr lang="en-US" sz="1700" kern="1200" err="1"/>
            <a:t>en</a:t>
          </a:r>
          <a:r>
            <a:rPr lang="en-US" sz="1700" kern="1200"/>
            <a:t> </a:t>
          </a:r>
          <a:r>
            <a:rPr lang="en-US" sz="1700" kern="1200" err="1"/>
            <a:t>el</a:t>
          </a:r>
          <a:r>
            <a:rPr lang="en-US" sz="1700" kern="1200"/>
            <a:t> </a:t>
          </a:r>
          <a:r>
            <a:rPr lang="en-US" sz="1700" kern="1200" err="1"/>
            <a:t>caso</a:t>
          </a:r>
          <a:r>
            <a:rPr lang="en-US" sz="1700" kern="1200"/>
            <a:t> de </a:t>
          </a:r>
          <a:r>
            <a:rPr lang="en-US" sz="1700" kern="1200" err="1"/>
            <a:t>que</a:t>
          </a:r>
          <a:r>
            <a:rPr lang="en-US" sz="1700" kern="1200"/>
            <a:t> no </a:t>
          </a:r>
          <a:r>
            <a:rPr lang="en-US" sz="1700" kern="1200" err="1"/>
            <a:t>salga</a:t>
          </a:r>
          <a:r>
            <a:rPr lang="en-US" sz="1700" kern="1200"/>
            <a:t> la </a:t>
          </a:r>
          <a:r>
            <a:rPr lang="en-US" sz="1700" kern="1200" err="1"/>
            <a:t>ayuda</a:t>
          </a:r>
          <a:r>
            <a:rPr lang="en-US" sz="1700" kern="1200"/>
            <a:t> </a:t>
          </a:r>
          <a:r>
            <a:rPr lang="en-US" sz="1700" kern="1200" err="1"/>
            <a:t>detallada</a:t>
          </a:r>
          <a:r>
            <a:rPr lang="en-US" sz="1700" kern="1200"/>
            <a:t> hay </a:t>
          </a:r>
          <a:r>
            <a:rPr lang="en-US" sz="1700" kern="1200" err="1"/>
            <a:t>que</a:t>
          </a:r>
          <a:r>
            <a:rPr lang="en-US" sz="1700" kern="1200"/>
            <a:t> </a:t>
          </a:r>
          <a:r>
            <a:rPr lang="en-US" sz="1700" kern="1200" err="1"/>
            <a:t>instalara</a:t>
          </a:r>
          <a:r>
            <a:rPr lang="en-US" sz="1700" kern="1200"/>
            <a:t> </a:t>
          </a:r>
          <a:r>
            <a:rPr lang="en-US" sz="1700" kern="1200" err="1"/>
            <a:t>en</a:t>
          </a:r>
          <a:r>
            <a:rPr lang="en-US" sz="1700" kern="1200"/>
            <a:t> local con  Update-Help, </a:t>
          </a:r>
          <a:r>
            <a:rPr lang="en-US" sz="1700" kern="1200" err="1"/>
            <a:t>en</a:t>
          </a:r>
          <a:r>
            <a:rPr lang="en-US" sz="1700" kern="1200"/>
            <a:t> </a:t>
          </a:r>
          <a:r>
            <a:rPr lang="en-US" sz="1700" kern="1200" err="1"/>
            <a:t>el</a:t>
          </a:r>
          <a:r>
            <a:rPr lang="en-US" sz="1700" kern="1200"/>
            <a:t> </a:t>
          </a:r>
          <a:r>
            <a:rPr lang="en-US" sz="1700" kern="1200" err="1"/>
            <a:t>caso</a:t>
          </a:r>
          <a:r>
            <a:rPr lang="en-US" sz="1700" kern="1200"/>
            <a:t> de </a:t>
          </a:r>
          <a:r>
            <a:rPr lang="en-US" sz="1700" kern="1200" err="1"/>
            <a:t>que</a:t>
          </a:r>
          <a:r>
            <a:rPr lang="en-US" sz="1700" kern="1200"/>
            <a:t> de error </a:t>
          </a:r>
          <a:r>
            <a:rPr lang="en-US" sz="1700" kern="1200" err="1"/>
            <a:t>probar</a:t>
          </a:r>
          <a:r>
            <a:rPr lang="en-US" sz="1700" kern="1200"/>
            <a:t> </a:t>
          </a:r>
          <a:r>
            <a:rPr lang="es-ES" sz="1700" kern="1200" err="1"/>
            <a:t>Update-Help</a:t>
          </a:r>
          <a:r>
            <a:rPr lang="es-ES" sz="1700" kern="1200"/>
            <a:t> -</a:t>
          </a:r>
          <a:r>
            <a:rPr lang="es-ES" sz="1700" kern="1200" err="1"/>
            <a:t>UICulture</a:t>
          </a:r>
          <a:r>
            <a:rPr lang="es-ES" sz="1700" kern="1200"/>
            <a:t> en-US -Force</a:t>
          </a:r>
          <a:endParaRPr lang="en-US" sz="1700" kern="1200"/>
        </a:p>
      </dsp:txBody>
      <dsp:txXfrm>
        <a:off x="0" y="4425290"/>
        <a:ext cx="4726201" cy="1452479"/>
      </dsp:txXfrm>
    </dsp:sp>
    <dsp:sp modelId="{FF4E1B28-C4A5-450F-9D05-0F115253209A}">
      <dsp:nvSpPr>
        <dsp:cNvPr id="0" name=""/>
        <dsp:cNvSpPr/>
      </dsp:nvSpPr>
      <dsp:spPr>
        <a:xfrm rot="10800000">
          <a:off x="0" y="2213164"/>
          <a:ext cx="4726201" cy="2233912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Get-Command → Lista todos los comandos</a:t>
          </a:r>
        </a:p>
      </dsp:txBody>
      <dsp:txXfrm rot="10800000">
        <a:off x="0" y="2213164"/>
        <a:ext cx="4726201" cy="1451529"/>
      </dsp:txXfrm>
    </dsp:sp>
    <dsp:sp modelId="{92DC8A87-D803-41AA-B28A-4126BF7CC8B2}">
      <dsp:nvSpPr>
        <dsp:cNvPr id="0" name=""/>
        <dsp:cNvSpPr/>
      </dsp:nvSpPr>
      <dsp:spPr>
        <a:xfrm rot="10800000">
          <a:off x="0" y="1039"/>
          <a:ext cx="4726201" cy="2233912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Ejemplos:</a:t>
          </a:r>
        </a:p>
      </dsp:txBody>
      <dsp:txXfrm rot="10800000">
        <a:off x="0" y="1039"/>
        <a:ext cx="4726201" cy="14515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5B947-5DF8-4285-B87D-0D6B01683D5A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A28769-D471-495B-A968-EAB2068D6641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0F712-C903-431F-87F8-EE4F707C7E7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Alias: nombres más cortos para cmdlets (ls → Get-ChildItem)</a:t>
          </a:r>
        </a:p>
      </dsp:txBody>
      <dsp:txXfrm>
        <a:off x="46529" y="2703902"/>
        <a:ext cx="2418750" cy="720000"/>
      </dsp:txXfrm>
    </dsp:sp>
    <dsp:sp modelId="{5044557D-3EE8-45CD-A12C-69C2AEB9ACBF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8D3AB7-BECC-4D5C-A1EA-CD14333DE48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E057D-B994-4167-AC67-D85BA38F4215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Pipeline (|) encadena comandos</a:t>
          </a:r>
        </a:p>
      </dsp:txBody>
      <dsp:txXfrm>
        <a:off x="2888560" y="2703902"/>
        <a:ext cx="2418750" cy="720000"/>
      </dsp:txXfrm>
    </dsp:sp>
    <dsp:sp modelId="{93DE3904-F1C2-475A-8089-41E5CBA5C17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204334-3FC1-4749-BD22-09C721FF6DE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47F56-FA50-431D-B500-1853E3E0C83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Ejemplo: Get-Process | Where-Object {$_.CPU -gt 10}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C1405-F609-475D-B93B-B28F316F0E7B}">
      <dsp:nvSpPr>
        <dsp:cNvPr id="0" name=""/>
        <dsp:cNvSpPr/>
      </dsp:nvSpPr>
      <dsp:spPr>
        <a:xfrm>
          <a:off x="0" y="14143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$nombre = 'Alberto'</a:t>
          </a:r>
        </a:p>
      </dsp:txBody>
      <dsp:txXfrm>
        <a:off x="69812" y="83955"/>
        <a:ext cx="8089976" cy="1290481"/>
      </dsp:txXfrm>
    </dsp:sp>
    <dsp:sp modelId="{A7C6347C-F4AA-45F4-A1BB-FE6925CABDB9}">
      <dsp:nvSpPr>
        <dsp:cNvPr id="0" name=""/>
        <dsp:cNvSpPr/>
      </dsp:nvSpPr>
      <dsp:spPr>
        <a:xfrm>
          <a:off x="0" y="1547928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$edad = 30</a:t>
          </a:r>
        </a:p>
      </dsp:txBody>
      <dsp:txXfrm>
        <a:off x="69812" y="1617740"/>
        <a:ext cx="8089976" cy="1290481"/>
      </dsp:txXfrm>
    </dsp:sp>
    <dsp:sp modelId="{130EF48A-EC79-490B-A678-EC957EDF5ED8}">
      <dsp:nvSpPr>
        <dsp:cNvPr id="0" name=""/>
        <dsp:cNvSpPr/>
      </dsp:nvSpPr>
      <dsp:spPr>
        <a:xfrm>
          <a:off x="0" y="3081714"/>
          <a:ext cx="8229600" cy="14301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if ($edad -ge 18) { 'Mayor de edad' } else { 'Menor de edad' }</a:t>
          </a:r>
        </a:p>
      </dsp:txBody>
      <dsp:txXfrm>
        <a:off x="69812" y="3151526"/>
        <a:ext cx="8089976" cy="12904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13D2C-B214-43D6-ABF3-E6AD683D4978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3D548-7E55-441C-9B8C-54081F2042EB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B1017-FF36-48C0-B8E3-BE9BF21E23AF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1. Script bienvenida.ps1 → solicita nombre y muestra saludo</a:t>
          </a:r>
        </a:p>
      </dsp:txBody>
      <dsp:txXfrm>
        <a:off x="1493203" y="552"/>
        <a:ext cx="6736396" cy="1292816"/>
      </dsp:txXfrm>
    </dsp:sp>
    <dsp:sp modelId="{3C20D7B6-FC69-4A1E-84AA-5D5F0AE38873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9CA52-BE56-4419-86D1-2B6F63EDCDAC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8BF646-25A6-4F53-9304-4B38D2AC7305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2. Script edad.ps1 → solicita nombre y edad, indica si es mayor de edad</a:t>
          </a:r>
        </a:p>
      </dsp:txBody>
      <dsp:txXfrm>
        <a:off x="1493203" y="1616573"/>
        <a:ext cx="6736396" cy="1292816"/>
      </dsp:txXfrm>
    </dsp:sp>
    <dsp:sp modelId="{75C1116D-54FC-47F5-AF3B-964C00DC0773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A6125B-03E1-4090-874D-4FE0CFDD5B2E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DCF02-EAAD-4DCC-9E7F-6CCA7FEAC494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3. Función Mostrar-Cuadrados → imprime cuadrados de 1..N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github.com/PowerShell/PowerShell/release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200">
                <a:solidFill>
                  <a:srgbClr val="FFFFFF"/>
                </a:solidFill>
              </a:rPr>
              <a:t>Curso PowerShell</a:t>
            </a:r>
          </a:p>
          <a:p>
            <a:pPr algn="l"/>
            <a:r>
              <a:rPr lang="es-ES" sz="4200">
                <a:solidFill>
                  <a:srgbClr val="FFFFFF"/>
                </a:solidFill>
              </a:rPr>
              <a:t>Bloque 1: Fundamentos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Cmdlets, pipeline, variables, </a:t>
            </a:r>
            <a:r>
              <a:rPr err="1"/>
              <a:t>estructuras</a:t>
            </a:r>
            <a:r>
              <a:t> de control y </a:t>
            </a:r>
            <a:r>
              <a:rPr err="1"/>
              <a:t>funciones</a:t>
            </a:r>
            <a:endParaRPr lang="es-ES"/>
          </a:p>
        </p:txBody>
      </p:sp>
      <p:pic>
        <p:nvPicPr>
          <p:cNvPr id="1026" name="Picture 2" descr="Noticias | Senado de España">
            <a:extLst>
              <a:ext uri="{FF2B5EF4-FFF2-40B4-BE49-F238E27FC236}">
                <a16:creationId xmlns:a16="http://schemas.microsoft.com/office/drawing/2014/main" id="{6B0B1E38-A02F-9704-2AC6-47E14C453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3" y="6241054"/>
            <a:ext cx="1102903" cy="47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6CD9571-D8C9-8721-852E-01821FF18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195" y="6122894"/>
            <a:ext cx="1070487" cy="703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Objetivos del bloque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- Comprender qué es PowerShell y cómo se diferencia de cmd</a:t>
            </a:r>
          </a:p>
          <a:p>
            <a:r>
              <a:rPr lang="es-ES" sz="1700"/>
              <a:t>- Usar cmdlets básicos, alias y el pipeline</a:t>
            </a:r>
          </a:p>
          <a:p>
            <a:r>
              <a:rPr lang="es-ES" sz="1700"/>
              <a:t>- Crear scripts sencillos con variables, estructuras de control y funciones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¿Qué es PowerShell?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/>
              <a:t>• Intérprete de comandos moderno basado en objetos</a:t>
            </a:r>
          </a:p>
          <a:p>
            <a:r>
              <a:rPr lang="es-ES" sz="1700"/>
              <a:t>• Desarrollado por Microsoft para automatizar tareas administrativas</a:t>
            </a:r>
          </a:p>
          <a:p>
            <a:r>
              <a:rPr lang="es-ES" sz="1700"/>
              <a:t>• Trabaja con objetos completos en lugar de texto plano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9AAFBD-A6A5-FDDF-69BE-155C2C2C5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Versiones principales de PowerShell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03245512-575D-57F5-1DFA-AC55A013A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9284638"/>
              </p:ext>
            </p:extLst>
          </p:nvPr>
        </p:nvGraphicFramePr>
        <p:xfrm>
          <a:off x="483042" y="2570332"/>
          <a:ext cx="8195873" cy="3277300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1397722">
                  <a:extLst>
                    <a:ext uri="{9D8B030D-6E8A-4147-A177-3AD203B41FA5}">
                      <a16:colId xmlns:a16="http://schemas.microsoft.com/office/drawing/2014/main" val="3870288778"/>
                    </a:ext>
                  </a:extLst>
                </a:gridCol>
                <a:gridCol w="1521788">
                  <a:extLst>
                    <a:ext uri="{9D8B030D-6E8A-4147-A177-3AD203B41FA5}">
                      <a16:colId xmlns:a16="http://schemas.microsoft.com/office/drawing/2014/main" val="3125128809"/>
                    </a:ext>
                  </a:extLst>
                </a:gridCol>
                <a:gridCol w="1433061">
                  <a:extLst>
                    <a:ext uri="{9D8B030D-6E8A-4147-A177-3AD203B41FA5}">
                      <a16:colId xmlns:a16="http://schemas.microsoft.com/office/drawing/2014/main" val="1762638720"/>
                    </a:ext>
                  </a:extLst>
                </a:gridCol>
                <a:gridCol w="1931923">
                  <a:extLst>
                    <a:ext uri="{9D8B030D-6E8A-4147-A177-3AD203B41FA5}">
                      <a16:colId xmlns:a16="http://schemas.microsoft.com/office/drawing/2014/main" val="2760758211"/>
                    </a:ext>
                  </a:extLst>
                </a:gridCol>
                <a:gridCol w="1911379">
                  <a:extLst>
                    <a:ext uri="{9D8B030D-6E8A-4147-A177-3AD203B41FA5}">
                      <a16:colId xmlns:a16="http://schemas.microsoft.com/office/drawing/2014/main" val="1967109399"/>
                    </a:ext>
                  </a:extLst>
                </a:gridCol>
              </a:tblGrid>
              <a:tr h="482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Versión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Plataforma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Basado en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Estado actual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Características principales</a:t>
                      </a:r>
                    </a:p>
                  </a:txBody>
                  <a:tcPr marL="62753" marR="62753" marT="31376" marB="31376" anchor="ctr"/>
                </a:tc>
                <a:extLst>
                  <a:ext uri="{0D108BD9-81ED-4DB2-BD59-A6C34878D82A}">
                    <a16:rowId xmlns:a16="http://schemas.microsoft.com/office/drawing/2014/main" val="4272140813"/>
                  </a:ext>
                </a:extLst>
              </a:tr>
              <a:tr h="867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Windows PowerShell (1.0 – 5.1)</a:t>
                      </a:r>
                      <a:endParaRPr lang="es-ES" sz="1300"/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Solo Windows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.NET Framework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Última versión: 5.1 (2016). En mantenimiento, sin desarrollo activo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Incluido en Windows hasta 10. Algunos módulos solo funcionan aquí.</a:t>
                      </a:r>
                    </a:p>
                  </a:txBody>
                  <a:tcPr marL="62753" marR="62753" marT="31376" marB="31376" anchor="ctr"/>
                </a:tc>
                <a:extLst>
                  <a:ext uri="{0D108BD9-81ED-4DB2-BD59-A6C34878D82A}">
                    <a16:rowId xmlns:a16="http://schemas.microsoft.com/office/drawing/2014/main" val="112453839"/>
                  </a:ext>
                </a:extLst>
              </a:tr>
              <a:tr h="675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PowerShell Core (6.x)</a:t>
                      </a:r>
                      <a:endParaRPr lang="es-ES" sz="1300"/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Windows, Linux, macOS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.NET Core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Primer paso multiplataforma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No incluye todos los módulos de Windows PowerShell.</a:t>
                      </a:r>
                    </a:p>
                  </a:txBody>
                  <a:tcPr marL="62753" marR="62753" marT="31376" marB="31376" anchor="ctr"/>
                </a:tc>
                <a:extLst>
                  <a:ext uri="{0D108BD9-81ED-4DB2-BD59-A6C34878D82A}">
                    <a16:rowId xmlns:a16="http://schemas.microsoft.com/office/drawing/2014/main" val="2193934055"/>
                  </a:ext>
                </a:extLst>
              </a:tr>
              <a:tr h="1251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b="1"/>
                        <a:t>PowerShell (7.x, actual)</a:t>
                      </a:r>
                      <a:endParaRPr lang="es-ES" sz="1300"/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Windows, Linux, macOS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.NET 6 / 7 / 8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En desarrollo activo</a:t>
                      </a:r>
                    </a:p>
                  </a:txBody>
                  <a:tcPr marL="62753" marR="62753" marT="31376" marB="313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Compatibilidad mejorada, ejecución en paralelo (</a:t>
                      </a:r>
                      <a:r>
                        <a:rPr lang="es-ES" sz="1300" err="1"/>
                        <a:t>ForEach-Object</a:t>
                      </a:r>
                      <a:r>
                        <a:rPr lang="es-ES" sz="1300"/>
                        <a:t> -</a:t>
                      </a:r>
                      <a:r>
                        <a:rPr lang="es-ES" sz="1300" err="1"/>
                        <a:t>Parallel</a:t>
                      </a:r>
                      <a:r>
                        <a:rPr lang="es-ES" sz="1300"/>
                        <a:t>), nuevos operadores (??, ??=, &amp;&amp;, `</a:t>
                      </a:r>
                    </a:p>
                  </a:txBody>
                  <a:tcPr marL="62753" marR="62753" marT="31376" marB="31376" anchor="ctr"/>
                </a:tc>
                <a:extLst>
                  <a:ext uri="{0D108BD9-81ED-4DB2-BD59-A6C34878D82A}">
                    <a16:rowId xmlns:a16="http://schemas.microsoft.com/office/drawing/2014/main" val="2615119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440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1E7F2-B09B-222A-B641-72FCE493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2205"/>
            <a:ext cx="8229600" cy="395922"/>
          </a:xfrm>
        </p:spPr>
        <p:txBody>
          <a:bodyPr>
            <a:normAutofit fontScale="90000"/>
          </a:bodyPr>
          <a:lstStyle/>
          <a:p>
            <a:r>
              <a:rPr lang="es-ES"/>
              <a:t>Novedades de la versión 7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0735B38-CA70-4CFC-4345-AAB8C292F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200350"/>
              </p:ext>
            </p:extLst>
          </p:nvPr>
        </p:nvGraphicFramePr>
        <p:xfrm>
          <a:off x="254000" y="599440"/>
          <a:ext cx="8646162" cy="601513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82054">
                  <a:extLst>
                    <a:ext uri="{9D8B030D-6E8A-4147-A177-3AD203B41FA5}">
                      <a16:colId xmlns:a16="http://schemas.microsoft.com/office/drawing/2014/main" val="3227457123"/>
                    </a:ext>
                  </a:extLst>
                </a:gridCol>
                <a:gridCol w="2882054">
                  <a:extLst>
                    <a:ext uri="{9D8B030D-6E8A-4147-A177-3AD203B41FA5}">
                      <a16:colId xmlns:a16="http://schemas.microsoft.com/office/drawing/2014/main" val="2476968942"/>
                    </a:ext>
                  </a:extLst>
                </a:gridCol>
                <a:gridCol w="2882054">
                  <a:extLst>
                    <a:ext uri="{9D8B030D-6E8A-4147-A177-3AD203B41FA5}">
                      <a16:colId xmlns:a16="http://schemas.microsoft.com/office/drawing/2014/main" val="2079396744"/>
                    </a:ext>
                  </a:extLst>
                </a:gridCol>
              </a:tblGrid>
              <a:tr h="55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Característica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Windows PowerShell 5.1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PowerShell 7.x (Core / Moderno)</a:t>
                      </a:r>
                      <a:endParaRPr lang="en-US" sz="1800"/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3871425245"/>
                  </a:ext>
                </a:extLst>
              </a:tr>
              <a:tr h="55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Base tecnológica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.NET Framework 4.x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.NET 6, 7 o 8 (según versión)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1063958273"/>
                  </a:ext>
                </a:extLst>
              </a:tr>
              <a:tr h="55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Compatibilidad de SO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Solo Windows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Multiplataforma: Windows, Linux y macOS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3327908924"/>
                  </a:ext>
                </a:extLst>
              </a:tr>
              <a:tr h="78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Estado de desarrollo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En mantenimiento (sin nuevas funciones)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En desarrollo activo y con nuevas versiones frecuentes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1400935923"/>
                  </a:ext>
                </a:extLst>
              </a:tr>
              <a:tr h="1028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Compatibilidad con módulos antiguos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Total, pero solo en Windows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Parcial — con -UseWindowsPowerShell para módulos clásicos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2831355815"/>
                  </a:ext>
                </a:extLst>
              </a:tr>
              <a:tr h="78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Ejecución paralela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No disponible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✅ ForEach-Object -Parallel para multitarea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1960895104"/>
                  </a:ext>
                </a:extLst>
              </a:tr>
              <a:tr h="319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Nuevos operadores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❌ No existen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✅ ??, ??=, &amp;&amp;, `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3925777469"/>
                  </a:ext>
                </a:extLst>
              </a:tr>
              <a:tr h="789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Rendimiento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Normal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⚡ Más rápido y eficiente (pipeline optimizado)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3507167821"/>
                  </a:ext>
                </a:extLst>
              </a:tr>
              <a:tr h="551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b="1"/>
                        <a:t>Errores y depuración</a:t>
                      </a:r>
                      <a:endParaRPr lang="es-ES" sz="18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Write-Error, Try/Catch básicos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err="1"/>
                        <a:t>Get</a:t>
                      </a:r>
                      <a:r>
                        <a:rPr lang="es-ES" sz="1800"/>
                        <a:t>-Error y sistema de errores detallado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23220210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27D66DE-7FB6-73AB-88B9-B5941BA4B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25291" y="1315210"/>
            <a:ext cx="16133166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Comparativa: PowerShell 5.1 vs PowerShell 7.x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506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9A0C-F07D-12EC-3573-C8294A85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6FCA0-170E-D42E-AC29-0D362816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2205"/>
            <a:ext cx="8229600" cy="395922"/>
          </a:xfrm>
        </p:spPr>
        <p:txBody>
          <a:bodyPr>
            <a:normAutofit fontScale="90000"/>
          </a:bodyPr>
          <a:lstStyle/>
          <a:p>
            <a:r>
              <a:rPr lang="es-ES"/>
              <a:t>Novedades de la versión 7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B56D534-0C60-BC1E-B1C2-DDB5790B0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233061"/>
              </p:ext>
            </p:extLst>
          </p:nvPr>
        </p:nvGraphicFramePr>
        <p:xfrm>
          <a:off x="254000" y="599440"/>
          <a:ext cx="8646162" cy="60350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82054">
                  <a:extLst>
                    <a:ext uri="{9D8B030D-6E8A-4147-A177-3AD203B41FA5}">
                      <a16:colId xmlns:a16="http://schemas.microsoft.com/office/drawing/2014/main" val="3227457123"/>
                    </a:ext>
                  </a:extLst>
                </a:gridCol>
                <a:gridCol w="2882054">
                  <a:extLst>
                    <a:ext uri="{9D8B030D-6E8A-4147-A177-3AD203B41FA5}">
                      <a16:colId xmlns:a16="http://schemas.microsoft.com/office/drawing/2014/main" val="2476968942"/>
                    </a:ext>
                  </a:extLst>
                </a:gridCol>
                <a:gridCol w="2882054">
                  <a:extLst>
                    <a:ext uri="{9D8B030D-6E8A-4147-A177-3AD203B41FA5}">
                      <a16:colId xmlns:a16="http://schemas.microsoft.com/office/drawing/2014/main" val="2079396744"/>
                    </a:ext>
                  </a:extLst>
                </a:gridCol>
              </a:tblGrid>
              <a:tr h="554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Característica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Windows PowerShell 5.1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PowerShell 7.x (Core / Moderno)</a:t>
                      </a:r>
                      <a:endParaRPr lang="en-US" sz="1600"/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3871425245"/>
                  </a:ext>
                </a:extLst>
              </a:tr>
              <a:tr h="554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Pipeline (flujo de objetos)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Tradicional, secuencial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Optimizado y más eficiente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3040039956"/>
                  </a:ext>
                </a:extLst>
              </a:tr>
              <a:tr h="79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Soporte en VS Code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Limitado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✅ Integración completa con IntelliSense y depuración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3404302699"/>
                  </a:ext>
                </a:extLst>
              </a:tr>
              <a:tr h="554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Distribución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Preinstalado en Windows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Instalación manual (paquete independiente)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1249744431"/>
                  </a:ext>
                </a:extLst>
              </a:tr>
              <a:tr h="554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Formato de ayuda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Local, a veces desactualizada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En línea y actualizada (Get-Help -Online)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2054276918"/>
                  </a:ext>
                </a:extLst>
              </a:tr>
              <a:tr h="554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Integración con .NET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Solo con .NET clásico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Acceso a APIs modernas de .NET Core/6/7/8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2106060367"/>
                  </a:ext>
                </a:extLst>
              </a:tr>
              <a:tr h="79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Actualizaciones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Sin soporte activo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✅ Nuevas versiones regulares (7.1, 7.2, 7.3, 7.4, 7.5…)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2141896082"/>
                  </a:ext>
                </a:extLst>
              </a:tr>
              <a:tr h="554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Compatibilidad con ISE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Compatible (PowerShell ISE)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No compatible — usar VS Code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3322022365"/>
                  </a:ext>
                </a:extLst>
              </a:tr>
              <a:tr h="321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Consumo de memoria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Más alto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Más liviano y rápido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1141285961"/>
                  </a:ext>
                </a:extLst>
              </a:tr>
              <a:tr h="79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1"/>
                        <a:t>Seguridad</a:t>
                      </a:r>
                      <a:endParaRPr lang="es-ES" sz="1600"/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Limitada a Windows</a:t>
                      </a:r>
                    </a:p>
                  </a:txBody>
                  <a:tcPr marL="33526" marR="33526" marT="16763" marB="167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Mejorada, con soporte multiplataforma y control de firmas</a:t>
                      </a:r>
                    </a:p>
                  </a:txBody>
                  <a:tcPr marL="33526" marR="33526" marT="16763" marB="16763" anchor="ctr"/>
                </a:tc>
                <a:extLst>
                  <a:ext uri="{0D108BD9-81ED-4DB2-BD59-A6C34878D82A}">
                    <a16:rowId xmlns:a16="http://schemas.microsoft.com/office/drawing/2014/main" val="186617294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7E98402-6D01-B969-064D-D8EE85DD8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25291" y="1315210"/>
            <a:ext cx="16133166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Comparativa: PowerShell 5.1 vs PowerShell 7.x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35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2F56F6-CD31-5B42-8556-4BC2214B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ES" sz="3500"/>
              <a:t>Instalación versión 7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D12C98-475C-9F80-FABF-051C2243D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60" y="1706879"/>
            <a:ext cx="4404320" cy="48361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600" b="1"/>
              <a:t>Instalación de la última versión de PowerShell (7.x)</a:t>
            </a:r>
          </a:p>
          <a:p>
            <a:pPr>
              <a:lnSpc>
                <a:spcPct val="90000"/>
              </a:lnSpc>
            </a:pPr>
            <a:r>
              <a:rPr lang="es-ES" sz="1600" b="1"/>
              <a:t>🔹 En Windows</a:t>
            </a:r>
          </a:p>
          <a:p>
            <a:pPr>
              <a:lnSpc>
                <a:spcPct val="90000"/>
              </a:lnSpc>
            </a:pPr>
            <a:r>
              <a:rPr lang="es-ES" sz="1600"/>
              <a:t>Ir a la página oficial de GitHub:</a:t>
            </a:r>
            <a:br>
              <a:rPr lang="es-ES" sz="1600"/>
            </a:br>
            <a:r>
              <a:rPr lang="es-ES" sz="1600"/>
              <a:t>👉 </a:t>
            </a:r>
            <a:r>
              <a:rPr lang="es-ES" sz="1600">
                <a:hlinkClick r:id="rId2"/>
              </a:rPr>
              <a:t>https://github.com/PowerShell/PowerShell/releases</a:t>
            </a:r>
            <a:endParaRPr lang="es-ES" sz="1600"/>
          </a:p>
          <a:p>
            <a:pPr>
              <a:lnSpc>
                <a:spcPct val="90000"/>
              </a:lnSpc>
            </a:pPr>
            <a:r>
              <a:rPr lang="es-ES" sz="1600"/>
              <a:t>Descargar el instalador </a:t>
            </a:r>
            <a:r>
              <a:rPr lang="es-ES" sz="1600" b="1"/>
              <a:t>MSI</a:t>
            </a:r>
            <a:r>
              <a:rPr lang="es-ES" sz="1600"/>
              <a:t> (ejemplo: PowerShell-7.4.x-win-x64.msi).</a:t>
            </a:r>
          </a:p>
          <a:p>
            <a:pPr>
              <a:lnSpc>
                <a:spcPct val="90000"/>
              </a:lnSpc>
            </a:pPr>
            <a:r>
              <a:rPr lang="es-ES" sz="1600"/>
              <a:t>Ejecutar el instalador y seguir el asistente:</a:t>
            </a:r>
          </a:p>
          <a:p>
            <a:pPr lvl="1">
              <a:lnSpc>
                <a:spcPct val="90000"/>
              </a:lnSpc>
            </a:pPr>
            <a:r>
              <a:rPr lang="es-ES" sz="1600"/>
              <a:t>Marcar la opción para añadir PowerShell al </a:t>
            </a:r>
            <a:r>
              <a:rPr lang="es-ES" sz="1600" b="1"/>
              <a:t>PATH</a:t>
            </a:r>
            <a:r>
              <a:rPr lang="es-ES" sz="1600"/>
              <a:t>.</a:t>
            </a:r>
          </a:p>
          <a:p>
            <a:pPr lvl="1">
              <a:lnSpc>
                <a:spcPct val="90000"/>
              </a:lnSpc>
            </a:pPr>
            <a:r>
              <a:rPr lang="es-ES" sz="1600"/>
              <a:t>(Opcional) habilitar la pestaña en el menú contextual.</a:t>
            </a:r>
          </a:p>
          <a:p>
            <a:pPr>
              <a:lnSpc>
                <a:spcPct val="90000"/>
              </a:lnSpc>
            </a:pPr>
            <a:r>
              <a:rPr lang="es-ES" sz="1600"/>
              <a:t>Abrirlo desde el menú inicio:</a:t>
            </a:r>
          </a:p>
          <a:p>
            <a:pPr lvl="1">
              <a:lnSpc>
                <a:spcPct val="90000"/>
              </a:lnSpc>
            </a:pPr>
            <a:r>
              <a:rPr lang="es-ES" sz="1600"/>
              <a:t>Buscar </a:t>
            </a:r>
            <a:r>
              <a:rPr lang="es-ES" sz="1600" b="1"/>
              <a:t>PowerShell 7 (x64)</a:t>
            </a:r>
            <a:r>
              <a:rPr lang="es-ES" sz="1600"/>
              <a:t>.</a:t>
            </a:r>
          </a:p>
          <a:p>
            <a:pPr>
              <a:lnSpc>
                <a:spcPct val="90000"/>
              </a:lnSpc>
            </a:pPr>
            <a:endParaRPr lang="es-E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DAED6F-6420-078F-E5EC-1965C49B6B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154" r="27311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DE00BC-6659-73D2-1706-E3A4CD63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Qué es PowerShell ISE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E1942E-2649-0BC1-ED89-8384212734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7694" y="649480"/>
            <a:ext cx="491651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ISE (Integrated Scripting Environment)</a:t>
            </a: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es un entorno de desarrollo integrado para PowerShell.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Permite escribir, probar y depurar scripts de forma más cómoda que la consola clásica.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Incluye </a:t>
            </a: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coloreado de sintaxis, autocompletado y panel de ejecución</a:t>
            </a: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Ideal para principiantes y para desarrollar scripts largos.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Aunque en las últimas versiones de Windows se impulsa más </a:t>
            </a:r>
            <a:r>
              <a:rPr kumimoji="0" lang="es-ES" altLang="es-E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VS Code</a:t>
            </a: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ISE sigue siendo una buena herramienta didáctica.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1700">
              <a:latin typeface="Arial" panose="020B0604020202020204" pitchFamily="34" charset="0"/>
            </a:endParaRPr>
          </a:p>
          <a:p>
            <a:r>
              <a:rPr lang="es-ES" sz="1700" b="1"/>
              <a:t>Cmdlets útiles con ISE</a:t>
            </a:r>
          </a:p>
          <a:p>
            <a:r>
              <a:rPr lang="es-ES" sz="1700"/>
              <a:t>powershell_ise → abre el editor ISE.</a:t>
            </a:r>
          </a:p>
          <a:p>
            <a:r>
              <a:rPr lang="es-ES" sz="1700"/>
              <a:t>Menú </a:t>
            </a:r>
            <a:r>
              <a:rPr lang="es-ES" sz="1700" b="1"/>
              <a:t>Archivo &gt; Nuevo</a:t>
            </a:r>
            <a:r>
              <a:rPr lang="es-ES" sz="1700"/>
              <a:t> para crear scripts .ps1.</a:t>
            </a:r>
          </a:p>
          <a:p>
            <a:r>
              <a:rPr lang="es-ES" sz="1700"/>
              <a:t>Se puede ejecutar línea a línea (F8) o todo el script (F5).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374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355A10-59BF-6150-8C3E-4229FB1FE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Vs code y power shell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CE7ECE-F4BC-349B-B01D-243CEBD6A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Primero debemos instalar una extensión para de </a:t>
            </a:r>
            <a:r>
              <a:rPr lang="es-ES" sz="1700" err="1"/>
              <a:t>powershell</a:t>
            </a:r>
            <a:r>
              <a:rPr lang="es-ES" sz="1700"/>
              <a:t> para vs </a:t>
            </a:r>
            <a:r>
              <a:rPr lang="es-ES" sz="1700" err="1"/>
              <a:t>code</a:t>
            </a:r>
            <a:r>
              <a:rPr lang="es-ES" sz="1700"/>
              <a:t>.</a:t>
            </a:r>
          </a:p>
          <a:p>
            <a:r>
              <a:rPr lang="es-ES" sz="1700"/>
              <a:t>Después: Para comprobarlo:</a:t>
            </a:r>
          </a:p>
          <a:p>
            <a:r>
              <a:rPr lang="es-ES" sz="1700"/>
              <a:t>Abre </a:t>
            </a:r>
            <a:r>
              <a:rPr lang="es-ES" sz="1700" b="1"/>
              <a:t>VS </a:t>
            </a:r>
            <a:r>
              <a:rPr lang="es-ES" sz="1700" b="1" err="1"/>
              <a:t>Code</a:t>
            </a:r>
            <a:r>
              <a:rPr lang="es-ES" sz="1700"/>
              <a:t>.</a:t>
            </a:r>
          </a:p>
          <a:p>
            <a:r>
              <a:rPr lang="es-ES" sz="1700"/>
              <a:t>Pulsa </a:t>
            </a:r>
            <a:r>
              <a:rPr lang="es-ES" sz="1700" b="1" err="1"/>
              <a:t>Ctrl+Shift+P</a:t>
            </a:r>
            <a:r>
              <a:rPr lang="es-ES" sz="1700"/>
              <a:t> (Paleta de comandos).</a:t>
            </a:r>
          </a:p>
          <a:p>
            <a:r>
              <a:rPr lang="es-ES" sz="1700"/>
              <a:t>Escribe </a:t>
            </a:r>
            <a:r>
              <a:rPr lang="es-ES" sz="1700" b="1"/>
              <a:t>PowerShell: Show </a:t>
            </a:r>
            <a:r>
              <a:rPr lang="es-ES" sz="1700" b="1" err="1"/>
              <a:t>Session</a:t>
            </a:r>
            <a:r>
              <a:rPr lang="es-ES" sz="1700" b="1"/>
              <a:t> </a:t>
            </a:r>
            <a:r>
              <a:rPr lang="es-ES" sz="1700" b="1" err="1"/>
              <a:t>Menu</a:t>
            </a:r>
            <a:r>
              <a:rPr lang="es-ES" sz="1700"/>
              <a:t>.</a:t>
            </a:r>
          </a:p>
          <a:p>
            <a:r>
              <a:rPr lang="es-ES" sz="1700"/>
              <a:t>Te saldrá un menú con opciones, normalmente:</a:t>
            </a:r>
          </a:p>
          <a:p>
            <a:pPr lvl="1"/>
            <a:r>
              <a:rPr lang="es-ES" sz="1700" b="1"/>
              <a:t>Windows PowerShell (5.1)</a:t>
            </a:r>
            <a:endParaRPr lang="es-ES" sz="1700"/>
          </a:p>
          <a:p>
            <a:pPr lvl="1"/>
            <a:r>
              <a:rPr lang="es-ES" sz="1700" b="1"/>
              <a:t>PowerShell 7.x</a:t>
            </a:r>
            <a:endParaRPr lang="es-ES" sz="1700"/>
          </a:p>
          <a:p>
            <a:r>
              <a:rPr lang="es-ES" sz="1700"/>
              <a:t>Selecciona </a:t>
            </a:r>
            <a:r>
              <a:rPr lang="es-ES" sz="1700" b="1"/>
              <a:t>PowerShell 7</a:t>
            </a:r>
            <a:r>
              <a:rPr lang="es-ES" sz="1700"/>
              <a:t> → y listo, ya trabajas con la versión moderna.</a:t>
            </a:r>
          </a:p>
          <a:p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281160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EBB8C0-F0CE-56E0-0AE0-880A4FEFF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Script realizado en Vs Studio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619BE9-18C2-B40C-A1B9-8549C0C76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/>
              <a:t>Creamos un script que se denomine bienvenida.ps1 con el siguiente código:</a:t>
            </a:r>
          </a:p>
          <a:p>
            <a:endParaRPr lang="es-ES" sz="1700"/>
          </a:p>
          <a:p>
            <a:r>
              <a:rPr lang="es-ES" sz="1700"/>
              <a:t>$nombre = </a:t>
            </a:r>
            <a:r>
              <a:rPr lang="es-ES" sz="1700" err="1"/>
              <a:t>Read</a:t>
            </a:r>
            <a:r>
              <a:rPr lang="es-ES" sz="1700"/>
              <a:t>-Host "¿Cómo te llamas?"</a:t>
            </a:r>
          </a:p>
          <a:p>
            <a:r>
              <a:rPr lang="es-ES" sz="1700" err="1"/>
              <a:t>Write</a:t>
            </a:r>
            <a:r>
              <a:rPr lang="es-ES" sz="1700"/>
              <a:t>-Host "Bienvenido, $nombre"</a:t>
            </a:r>
          </a:p>
          <a:p>
            <a:endParaRPr lang="es-ES" sz="1700"/>
          </a:p>
          <a:p>
            <a:r>
              <a:rPr lang="es-ES" sz="1700"/>
              <a:t>Lo creamos en una carpeta determinada y desde la consola de vs vamos a dicha carpeta, recuerda que si la carpeta tiene un nombre como este: ejercicio de clase, debemos poner comillas al principio y final porque sino nos da error y para ejecutar el script debemos hacerlo así: ./bienvenida.ps1 para que se ejecute en dicha carpeta.</a:t>
            </a:r>
          </a:p>
        </p:txBody>
      </p:sp>
    </p:spTree>
    <p:extLst>
      <p:ext uri="{BB962C8B-B14F-4D97-AF65-F5344CB8AC3E}">
        <p14:creationId xmlns:p14="http://schemas.microsoft.com/office/powerpoint/2010/main" val="269672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Cmdlets y ayuda integrada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D183BA-AA28-EA06-1202-93FA086984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29694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Alias y pipeline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897B08-629B-EAE1-6BFB-4E247504C1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80992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y estructuras de control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CFF047-826B-A45D-D8C7-01DC7E5F8B8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9ACB4-0DBF-D42A-21DB-C6E5B17B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Operadores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744505-EF59-FE84-333B-59B5EC1E5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-</a:t>
            </a:r>
            <a:r>
              <a:rPr lang="es-ES" err="1"/>
              <a:t>lt</a:t>
            </a:r>
            <a:r>
              <a:rPr lang="es-ES"/>
              <a:t>   # menor que  (</a:t>
            </a:r>
            <a:r>
              <a:rPr lang="es-ES" err="1"/>
              <a:t>less</a:t>
            </a:r>
            <a:r>
              <a:rPr lang="es-ES"/>
              <a:t> </a:t>
            </a:r>
            <a:r>
              <a:rPr lang="es-ES" err="1"/>
              <a:t>than</a:t>
            </a:r>
            <a:r>
              <a:rPr lang="es-ES"/>
              <a:t>)</a:t>
            </a:r>
          </a:p>
          <a:p>
            <a:r>
              <a:rPr lang="es-ES"/>
              <a:t>-le   # menor o igual que (</a:t>
            </a:r>
            <a:r>
              <a:rPr lang="es-ES" err="1"/>
              <a:t>less</a:t>
            </a:r>
            <a:r>
              <a:rPr lang="es-ES"/>
              <a:t> </a:t>
            </a:r>
            <a:r>
              <a:rPr lang="es-ES" err="1"/>
              <a:t>or</a:t>
            </a:r>
            <a:r>
              <a:rPr lang="es-ES"/>
              <a:t> </a:t>
            </a:r>
            <a:r>
              <a:rPr lang="es-ES" err="1"/>
              <a:t>equal</a:t>
            </a:r>
            <a:r>
              <a:rPr lang="es-ES"/>
              <a:t>)</a:t>
            </a:r>
          </a:p>
          <a:p>
            <a:r>
              <a:rPr lang="es-ES"/>
              <a:t>-</a:t>
            </a:r>
            <a:r>
              <a:rPr lang="es-ES" err="1"/>
              <a:t>gt</a:t>
            </a:r>
            <a:r>
              <a:rPr lang="es-ES"/>
              <a:t>   # mayor que  (</a:t>
            </a:r>
            <a:r>
              <a:rPr lang="es-ES" err="1"/>
              <a:t>greater</a:t>
            </a:r>
            <a:r>
              <a:rPr lang="es-ES"/>
              <a:t> </a:t>
            </a:r>
            <a:r>
              <a:rPr lang="es-ES" err="1"/>
              <a:t>than</a:t>
            </a:r>
            <a:r>
              <a:rPr lang="es-ES"/>
              <a:t>)</a:t>
            </a:r>
          </a:p>
          <a:p>
            <a:r>
              <a:rPr lang="es-ES"/>
              <a:t>-ge   # mayor o igual que (</a:t>
            </a:r>
            <a:r>
              <a:rPr lang="es-ES" err="1"/>
              <a:t>greater</a:t>
            </a:r>
            <a:r>
              <a:rPr lang="es-ES"/>
              <a:t> </a:t>
            </a:r>
            <a:r>
              <a:rPr lang="es-ES" err="1"/>
              <a:t>or</a:t>
            </a:r>
            <a:r>
              <a:rPr lang="es-ES"/>
              <a:t> </a:t>
            </a:r>
            <a:r>
              <a:rPr lang="es-ES" err="1"/>
              <a:t>equal</a:t>
            </a:r>
            <a:r>
              <a:rPr lang="es-ES"/>
              <a:t>)</a:t>
            </a:r>
          </a:p>
          <a:p>
            <a:r>
              <a:rPr lang="es-ES"/>
              <a:t>-</a:t>
            </a:r>
            <a:r>
              <a:rPr lang="es-ES" err="1"/>
              <a:t>eq</a:t>
            </a:r>
            <a:r>
              <a:rPr lang="es-ES"/>
              <a:t>   # igual que  (</a:t>
            </a:r>
            <a:r>
              <a:rPr lang="es-ES" err="1"/>
              <a:t>equal</a:t>
            </a:r>
            <a:r>
              <a:rPr lang="es-ES"/>
              <a:t>)</a:t>
            </a:r>
          </a:p>
          <a:p>
            <a:r>
              <a:rPr lang="es-ES"/>
              <a:t>-</a:t>
            </a:r>
            <a:r>
              <a:rPr lang="es-ES" err="1"/>
              <a:t>ne</a:t>
            </a:r>
            <a:r>
              <a:rPr lang="es-ES"/>
              <a:t>   # distinto de (</a:t>
            </a:r>
            <a:r>
              <a:rPr lang="es-ES" err="1"/>
              <a:t>not</a:t>
            </a:r>
            <a:r>
              <a:rPr lang="es-ES"/>
              <a:t> </a:t>
            </a:r>
            <a:r>
              <a:rPr lang="es-ES" err="1"/>
              <a:t>equal</a:t>
            </a:r>
            <a:r>
              <a:rPr lang="es-ES"/>
              <a:t>)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2804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823677-6CD7-FF9C-5A67-054EFADA4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Bucles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8D95F2-D100-8EFA-A058-C3671C3BE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 b="1"/>
              <a:t>Tipos de bucles en PowerShell</a:t>
            </a:r>
          </a:p>
          <a:p>
            <a:r>
              <a:rPr lang="es-ES" sz="1700" b="1" err="1"/>
              <a:t>foreach</a:t>
            </a:r>
            <a:r>
              <a:rPr lang="es-ES" sz="1700"/>
              <a:t> – Recorre cada elemento de una colección</a:t>
            </a:r>
          </a:p>
          <a:p>
            <a:pPr lvl="2"/>
            <a:r>
              <a:rPr lang="es-ES" sz="1700"/>
              <a:t>$</a:t>
            </a:r>
            <a:r>
              <a:rPr lang="es-ES" sz="1700" err="1"/>
              <a:t>numeros</a:t>
            </a:r>
            <a:r>
              <a:rPr lang="es-ES" sz="1700"/>
              <a:t> = 1..5</a:t>
            </a:r>
          </a:p>
          <a:p>
            <a:pPr lvl="2"/>
            <a:r>
              <a:rPr lang="es-ES" sz="1700" err="1"/>
              <a:t>foreach</a:t>
            </a:r>
            <a:r>
              <a:rPr lang="es-ES" sz="1700"/>
              <a:t> ($n in $</a:t>
            </a:r>
            <a:r>
              <a:rPr lang="es-ES" sz="1700" err="1"/>
              <a:t>numeros</a:t>
            </a:r>
            <a:r>
              <a:rPr lang="es-ES" sz="1700"/>
              <a:t>) {</a:t>
            </a:r>
          </a:p>
          <a:p>
            <a:pPr lvl="2"/>
            <a:r>
              <a:rPr lang="es-ES" sz="1700"/>
              <a:t>    </a:t>
            </a:r>
            <a:r>
              <a:rPr lang="es-ES" sz="1700" err="1"/>
              <a:t>Write</a:t>
            </a:r>
            <a:r>
              <a:rPr lang="es-ES" sz="1700"/>
              <a:t>-Host "Número: $n"</a:t>
            </a:r>
          </a:p>
          <a:p>
            <a:r>
              <a:rPr lang="es-ES" sz="1700"/>
              <a:t>}</a:t>
            </a:r>
          </a:p>
          <a:p>
            <a:pPr marL="0" indent="0">
              <a:buNone/>
            </a:pPr>
            <a:br>
              <a:rPr lang="es-ES" sz="1700"/>
            </a:br>
            <a:endParaRPr lang="es-ES" sz="1700"/>
          </a:p>
          <a:p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1216412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8661D-D89C-C094-CC64-8DC74FF2B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1D1CFC-B76C-1832-6151-1D9D2C4A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Bucles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E784B8-F33F-118D-25C7-1B9BBBE24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 b="1"/>
              <a:t>Tipos de bucles en PowerShell</a:t>
            </a:r>
            <a:br>
              <a:rPr lang="es-ES" sz="1700"/>
            </a:br>
            <a:endParaRPr lang="es-ES" sz="1700"/>
          </a:p>
          <a:p>
            <a:r>
              <a:rPr lang="es-ES" sz="1700" b="1" err="1"/>
              <a:t>for</a:t>
            </a:r>
            <a:r>
              <a:rPr lang="es-ES" sz="1700"/>
              <a:t> – Igual que en otros lenguajes (inicialización, condición, incremento)</a:t>
            </a:r>
          </a:p>
          <a:p>
            <a:pPr lvl="1"/>
            <a:r>
              <a:rPr lang="es-ES" sz="1700" err="1"/>
              <a:t>for</a:t>
            </a:r>
            <a:r>
              <a:rPr lang="es-ES" sz="1700"/>
              <a:t> ($i = 1; $i -le 5; $i++) {</a:t>
            </a:r>
          </a:p>
          <a:p>
            <a:pPr lvl="1"/>
            <a:r>
              <a:rPr lang="es-ES" sz="1700"/>
              <a:t>    </a:t>
            </a:r>
            <a:r>
              <a:rPr lang="es-ES" sz="1700" err="1"/>
              <a:t>Write</a:t>
            </a:r>
            <a:r>
              <a:rPr lang="es-ES" sz="1700"/>
              <a:t>-Host "Valor: $i"</a:t>
            </a:r>
          </a:p>
          <a:p>
            <a:pPr lvl="1"/>
            <a:r>
              <a:rPr lang="es-ES" sz="1700"/>
              <a:t>}</a:t>
            </a:r>
          </a:p>
          <a:p>
            <a:pPr marL="0" indent="0">
              <a:buNone/>
            </a:pPr>
            <a:br>
              <a:rPr lang="es-ES" sz="1700"/>
            </a:br>
            <a:endParaRPr lang="es-ES" sz="1700"/>
          </a:p>
          <a:p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3471247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ED934-1FAA-8FBC-68EA-E0196037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A1BF3A-ED48-F216-F94A-C45D0C41A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err="1"/>
              <a:t>Eq</a:t>
            </a:r>
            <a:r>
              <a:rPr lang="es-ES"/>
              <a:t> es igual</a:t>
            </a:r>
          </a:p>
          <a:p>
            <a:r>
              <a:rPr lang="es-ES"/>
              <a:t>-</a:t>
            </a:r>
            <a:r>
              <a:rPr lang="es-ES" err="1"/>
              <a:t>ne</a:t>
            </a:r>
            <a:r>
              <a:rPr lang="es-ES"/>
              <a:t> distinto</a:t>
            </a:r>
          </a:p>
          <a:p>
            <a:r>
              <a:rPr lang="es-ES"/>
              <a:t>-ge mayor o igual</a:t>
            </a:r>
          </a:p>
          <a:p>
            <a:r>
              <a:rPr lang="es-ES"/>
              <a:t>- </a:t>
            </a:r>
            <a:r>
              <a:rPr lang="es-ES" err="1"/>
              <a:t>gt</a:t>
            </a:r>
            <a:r>
              <a:rPr lang="es-ES"/>
              <a:t> mayor que</a:t>
            </a:r>
          </a:p>
          <a:p>
            <a:r>
              <a:rPr lang="es-ES"/>
              <a:t>-</a:t>
            </a:r>
            <a:r>
              <a:rPr lang="es-ES" err="1"/>
              <a:t>it</a:t>
            </a:r>
            <a:r>
              <a:rPr lang="es-ES"/>
              <a:t> menor que </a:t>
            </a:r>
          </a:p>
          <a:p>
            <a:r>
              <a:rPr lang="es-ES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3987488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062EF-F925-90AC-E12F-8C94149C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4AC90C-F116-704A-3B30-EE90FF8E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Bucles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C5DED-DF31-2200-99D6-0A07B67D7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 b="1"/>
              <a:t>Tipos de bucles en PowerShell</a:t>
            </a:r>
          </a:p>
          <a:p>
            <a:endParaRPr lang="es-ES" sz="1700"/>
          </a:p>
          <a:p>
            <a:r>
              <a:rPr lang="es-ES" sz="1700" b="1" err="1"/>
              <a:t>while</a:t>
            </a:r>
            <a:r>
              <a:rPr lang="es-ES" sz="1700"/>
              <a:t> – Se repite mientras la condición sea verdadera</a:t>
            </a:r>
          </a:p>
          <a:p>
            <a:pPr lvl="1"/>
            <a:r>
              <a:rPr lang="es-ES" sz="1700"/>
              <a:t>$i = 1</a:t>
            </a:r>
          </a:p>
          <a:p>
            <a:pPr lvl="1"/>
            <a:r>
              <a:rPr lang="es-ES" sz="1700" err="1"/>
              <a:t>while</a:t>
            </a:r>
            <a:r>
              <a:rPr lang="es-ES" sz="1700"/>
              <a:t> ($i -le 5) {</a:t>
            </a:r>
          </a:p>
          <a:p>
            <a:pPr lvl="1"/>
            <a:r>
              <a:rPr lang="es-ES" sz="1700"/>
              <a:t>    </a:t>
            </a:r>
            <a:r>
              <a:rPr lang="es-ES" sz="1700" err="1"/>
              <a:t>Write</a:t>
            </a:r>
            <a:r>
              <a:rPr lang="es-ES" sz="1700"/>
              <a:t>-Host "Contador: $i"</a:t>
            </a:r>
          </a:p>
          <a:p>
            <a:pPr lvl="1"/>
            <a:r>
              <a:rPr lang="es-ES" sz="1700"/>
              <a:t>    $i++</a:t>
            </a:r>
          </a:p>
          <a:p>
            <a:pPr lvl="1"/>
            <a:r>
              <a:rPr lang="es-ES" sz="1700"/>
              <a:t>}</a:t>
            </a:r>
          </a:p>
          <a:p>
            <a:pPr marL="0" indent="0">
              <a:buNone/>
            </a:pPr>
            <a:br>
              <a:rPr lang="es-ES" sz="1700"/>
            </a:br>
            <a:endParaRPr lang="es-ES" sz="1700"/>
          </a:p>
          <a:p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72823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C3FD9-04DE-26D4-F06D-6CFB4385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73FA61-DF28-3E43-9AAB-8FA1EDC0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Bucles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262FFB-D0BF-F6C5-BD3A-838541130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ES" sz="1700" b="1"/>
              <a:t>Tipos de bucles en PowerShell</a:t>
            </a:r>
          </a:p>
          <a:p>
            <a:endParaRPr lang="es-ES" sz="1700"/>
          </a:p>
          <a:p>
            <a:r>
              <a:rPr lang="es-ES" sz="1700" b="1"/>
              <a:t>do { } </a:t>
            </a:r>
            <a:r>
              <a:rPr lang="es-ES" sz="1700" b="1" err="1"/>
              <a:t>while</a:t>
            </a:r>
            <a:r>
              <a:rPr lang="es-ES" sz="1700"/>
              <a:t> – Se ejecuta al menos una vez, y luego comprueba la condición</a:t>
            </a:r>
          </a:p>
          <a:p>
            <a:pPr lvl="1"/>
            <a:r>
              <a:rPr lang="es-ES" sz="1700"/>
              <a:t>$i = 1</a:t>
            </a:r>
          </a:p>
          <a:p>
            <a:pPr lvl="1"/>
            <a:r>
              <a:rPr lang="es-ES" sz="1700"/>
              <a:t>do {</a:t>
            </a:r>
          </a:p>
          <a:p>
            <a:pPr lvl="1"/>
            <a:r>
              <a:rPr lang="es-ES" sz="1700"/>
              <a:t>    </a:t>
            </a:r>
            <a:r>
              <a:rPr lang="es-ES" sz="1700" err="1"/>
              <a:t>Write</a:t>
            </a:r>
            <a:r>
              <a:rPr lang="es-ES" sz="1700"/>
              <a:t>-Host "Ejecución número $i"</a:t>
            </a:r>
          </a:p>
          <a:p>
            <a:pPr lvl="1"/>
            <a:r>
              <a:rPr lang="es-ES" sz="1700"/>
              <a:t>    $i++</a:t>
            </a:r>
          </a:p>
          <a:p>
            <a:pPr lvl="1"/>
            <a:r>
              <a:rPr lang="es-ES" sz="1700"/>
              <a:t>} </a:t>
            </a:r>
            <a:r>
              <a:rPr lang="es-ES" sz="1700" err="1"/>
              <a:t>while</a:t>
            </a:r>
            <a:r>
              <a:rPr lang="es-ES" sz="1700"/>
              <a:t> ($i -le 5)</a:t>
            </a:r>
          </a:p>
          <a:p>
            <a:pPr marL="0" indent="0">
              <a:buNone/>
            </a:pPr>
            <a:br>
              <a:rPr lang="es-ES" sz="1700"/>
            </a:br>
            <a:endParaRPr lang="es-ES" sz="1700"/>
          </a:p>
          <a:p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2828565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14A3B-AB00-C2FE-C27F-7826AA99D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C00471-83F1-AD26-17A9-B9001B10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Bucles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03F4B0-991E-5773-28D7-AE4E2D64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s-ES" sz="1700" b="1"/>
              <a:t>Tipos de bucles en PowerShell</a:t>
            </a:r>
          </a:p>
          <a:p>
            <a:br>
              <a:rPr lang="es-ES" sz="1700"/>
            </a:br>
            <a:endParaRPr lang="es-ES" sz="1700"/>
          </a:p>
          <a:p>
            <a:r>
              <a:rPr lang="es-ES" sz="1700" b="1"/>
              <a:t>🔹 Ejemplo práctico con bucle y condicional</a:t>
            </a:r>
          </a:p>
          <a:p>
            <a:r>
              <a:rPr lang="es-ES" sz="1700"/>
              <a:t>Un script que muestre los números del 1 al 10 y marque cuáles son pares:</a:t>
            </a:r>
          </a:p>
          <a:p>
            <a:pPr lvl="1"/>
            <a:r>
              <a:rPr lang="es-ES" sz="1700" err="1"/>
              <a:t>for</a:t>
            </a:r>
            <a:r>
              <a:rPr lang="es-ES" sz="1700"/>
              <a:t> ($i = 1; $i -le 10; $i++) {</a:t>
            </a:r>
          </a:p>
          <a:p>
            <a:pPr lvl="1"/>
            <a:r>
              <a:rPr lang="es-ES" sz="1700"/>
              <a:t>    </a:t>
            </a:r>
            <a:r>
              <a:rPr lang="es-ES" sz="1700" err="1"/>
              <a:t>if</a:t>
            </a:r>
            <a:r>
              <a:rPr lang="es-ES" sz="1700"/>
              <a:t> ($i % 2 -</a:t>
            </a:r>
            <a:r>
              <a:rPr lang="es-ES" sz="1700" err="1"/>
              <a:t>eq</a:t>
            </a:r>
            <a:r>
              <a:rPr lang="es-ES" sz="1700"/>
              <a:t> 0) {</a:t>
            </a:r>
          </a:p>
          <a:p>
            <a:pPr lvl="1"/>
            <a:r>
              <a:rPr lang="es-ES" sz="1700"/>
              <a:t>        </a:t>
            </a:r>
            <a:r>
              <a:rPr lang="es-ES" sz="1700" err="1"/>
              <a:t>Write</a:t>
            </a:r>
            <a:r>
              <a:rPr lang="es-ES" sz="1700"/>
              <a:t>-Host "$i es par"</a:t>
            </a:r>
          </a:p>
          <a:p>
            <a:pPr lvl="1"/>
            <a:r>
              <a:rPr lang="es-ES" sz="1700"/>
              <a:t>    } </a:t>
            </a:r>
            <a:r>
              <a:rPr lang="es-ES" sz="1700" err="1"/>
              <a:t>else</a:t>
            </a:r>
            <a:r>
              <a:rPr lang="es-ES" sz="1700"/>
              <a:t> {</a:t>
            </a:r>
          </a:p>
          <a:p>
            <a:pPr lvl="1"/>
            <a:r>
              <a:rPr lang="es-ES" sz="1700"/>
              <a:t>        </a:t>
            </a:r>
            <a:r>
              <a:rPr lang="es-ES" sz="1700" err="1"/>
              <a:t>Write</a:t>
            </a:r>
            <a:r>
              <a:rPr lang="es-ES" sz="1700"/>
              <a:t>-Host "$i es impar"</a:t>
            </a:r>
          </a:p>
          <a:p>
            <a:pPr lvl="1"/>
            <a:r>
              <a:rPr lang="es-ES" sz="1700"/>
              <a:t>    }</a:t>
            </a:r>
          </a:p>
          <a:p>
            <a:pPr lvl="1"/>
            <a:r>
              <a:rPr lang="es-ES" sz="1700"/>
              <a:t>}</a:t>
            </a:r>
          </a:p>
          <a:p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224310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s-ES" sz="3850"/>
              <a:t>Funciones y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s-ES" sz="2100" dirty="0" err="1"/>
              <a:t>function</a:t>
            </a:r>
            <a:r>
              <a:rPr lang="es-ES" sz="2100" dirty="0"/>
              <a:t> Saludar {</a:t>
            </a:r>
            <a:r>
              <a:rPr lang="es-ES" sz="2100" dirty="0" err="1"/>
              <a:t>param</a:t>
            </a:r>
            <a:r>
              <a:rPr lang="es-ES" sz="2100" dirty="0"/>
              <a:t>($nombre)</a:t>
            </a:r>
          </a:p>
          <a:p>
            <a:r>
              <a:rPr lang="es-ES" sz="2100" dirty="0"/>
              <a:t>  "Hola, $nombre"</a:t>
            </a:r>
          </a:p>
          <a:p>
            <a:r>
              <a:rPr lang="es-ES" sz="2100" dirty="0"/>
              <a:t>}</a:t>
            </a:r>
          </a:p>
          <a:p>
            <a:endParaRPr lang="es-ES" sz="2100" dirty="0"/>
          </a:p>
          <a:p>
            <a:r>
              <a:rPr lang="es-ES" sz="2100" dirty="0"/>
              <a:t>Saludar -nombre "Alberto"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ign Language">
            <a:extLst>
              <a:ext uri="{FF2B5EF4-FFF2-40B4-BE49-F238E27FC236}">
                <a16:creationId xmlns:a16="http://schemas.microsoft.com/office/drawing/2014/main" id="{075A970A-F7C0-DBA9-559E-12D622BAC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Ejercicios prácticos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CCC814-F026-8185-0027-801EED6F61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1399</Words>
  <Application>Microsoft Office PowerPoint</Application>
  <PresentationFormat>Presentación en pantalla (4:3)</PresentationFormat>
  <Paragraphs>214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Curso PowerShell Bloque 1: Fundamentos</vt:lpstr>
      <vt:lpstr>Objetivos del bloque</vt:lpstr>
      <vt:lpstr>¿Qué es PowerShell?</vt:lpstr>
      <vt:lpstr>Versiones principales de PowerShell</vt:lpstr>
      <vt:lpstr>Novedades de la versión 7</vt:lpstr>
      <vt:lpstr>Novedades de la versión 7</vt:lpstr>
      <vt:lpstr>Instalación versión 7</vt:lpstr>
      <vt:lpstr>Qué es PowerShell ISE</vt:lpstr>
      <vt:lpstr>Vs code y power shell</vt:lpstr>
      <vt:lpstr>Script realizado en Vs Studio</vt:lpstr>
      <vt:lpstr>Cmdlets y ayuda integrada</vt:lpstr>
      <vt:lpstr>Alias y pipeline</vt:lpstr>
      <vt:lpstr>Variables y estructuras de control</vt:lpstr>
      <vt:lpstr>Operadores </vt:lpstr>
      <vt:lpstr>Bucles</vt:lpstr>
      <vt:lpstr>Bucles</vt:lpstr>
      <vt:lpstr>Presentación de PowerPoint</vt:lpstr>
      <vt:lpstr>Bucles</vt:lpstr>
      <vt:lpstr>Bucles</vt:lpstr>
      <vt:lpstr>Bucles</vt:lpstr>
      <vt:lpstr>Funciones y scripts</vt:lpstr>
      <vt:lpstr>Ejercicios prácticos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2025-10-06T08:53:45Z</dcterms:modified>
  <cp:category/>
</cp:coreProperties>
</file>