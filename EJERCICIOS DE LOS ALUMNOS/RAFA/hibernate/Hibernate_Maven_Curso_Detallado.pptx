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s-ES" sz="5700"/>
              <a:t>Hibernate en Java (Maven)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sz="2200"/>
              <a:t>ORM para persistencia de datos</a:t>
            </a:r>
          </a:p>
          <a:p>
            <a:pPr algn="l">
              <a:lnSpc>
                <a:spcPct val="90000"/>
              </a:lnSpc>
            </a:pPr>
            <a:r>
              <a:rPr lang="es-ES" sz="2200"/>
              <a:t>Ejemplo completo: BD 'tienda' → tabla 'clientes' (id autonumérico, nombre texto)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Objetivos de la sesión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Entender qué aporta Hibernate (ORM) frente a JDBC puro</a:t>
            </a:r>
          </a:p>
          <a:p>
            <a:r>
              <a:rPr lang="es-ES" sz="1900"/>
              <a:t>Montar un proyecto Maven con dependencias correctas</a:t>
            </a:r>
          </a:p>
          <a:p>
            <a:r>
              <a:rPr lang="es-ES" sz="1900"/>
              <a:t>Configurar Hibernate (hibernate.cfg.xml) para MySQL</a:t>
            </a:r>
          </a:p>
          <a:p>
            <a:r>
              <a:rPr lang="es-ES" sz="1900"/>
              <a:t>Crear la entidad Cliente y realizar CRUD básico</a:t>
            </a:r>
          </a:p>
          <a:p>
            <a:r>
              <a:rPr lang="es-ES" sz="1900"/>
              <a:t>Ejemplo final funcionando: BD tienda → clientes(id, nombre)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Hibernate y ORM (idea clave)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Hibernate es un framework ORM: mapea clases Java ↔ tablas relacionales</a:t>
            </a:r>
          </a:p>
          <a:p>
            <a:r>
              <a:rPr lang="es-ES" sz="1900"/>
              <a:t>Trabajas con objetos (Cliente) y Hibernate traduce a SQL por ti</a:t>
            </a:r>
          </a:p>
          <a:p>
            <a:r>
              <a:rPr lang="es-ES" sz="1900"/>
              <a:t>Tú defines el mapeo con anotaciones (@Entity, @Table, @Id, etc.)</a:t>
            </a:r>
          </a:p>
          <a:p>
            <a:r>
              <a:rPr lang="es-ES" sz="1900"/>
              <a:t>Se apoya en JPA (estándar) y añade herramientas propias (Session, HQL)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Piezas principales de Hibernate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SessionFactory: 'fábrica' pesada, se crea 1 vez por aplicación</a:t>
            </a:r>
          </a:p>
          <a:p>
            <a:r>
              <a:rPr lang="es-ES" sz="1900"/>
              <a:t>Session: sesión ligera, se abre para trabajar (consultas, insert, etc.)</a:t>
            </a:r>
          </a:p>
          <a:p>
            <a:r>
              <a:rPr lang="es-ES" sz="1900"/>
              <a:t>Transaction: agrupa operaciones y garantiza commit/rollback</a:t>
            </a:r>
          </a:p>
          <a:p>
            <a:r>
              <a:rPr lang="es-ES" sz="1900"/>
              <a:t>Entidades: clases anotadas que representan tablas</a:t>
            </a:r>
          </a:p>
          <a:p>
            <a:r>
              <a:rPr lang="es-ES" sz="1900"/>
              <a:t>HQL/JPQL: consultas orientadas a objetos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300"/>
              <a:t>Proyecto Maven: estructura recomendada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ES" sz="1900"/>
              <a:t>src/main/java → código Java</a:t>
            </a:r>
          </a:p>
          <a:p>
            <a:r>
              <a:rPr lang="es-ES" sz="1900"/>
              <a:t>src/main/resources → configuración (hibernate.cfg.xml)</a:t>
            </a:r>
          </a:p>
          <a:p>
            <a:r>
              <a:rPr lang="es-ES" sz="1900"/>
              <a:t>pom.xml → dependencias</a:t>
            </a:r>
          </a:p>
          <a:p>
            <a:r>
              <a:rPr lang="es-ES" sz="1900"/>
              <a:t>Recomendación: clase util para SessionFactory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pom.xml (dependencias mínimas)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300"/>
              <a:t>&lt;dependencies&gt;</a:t>
            </a:r>
            <a:br>
              <a:rPr lang="en-US" sz="1300"/>
            </a:br>
            <a:r>
              <a:rPr lang="en-US" sz="1300"/>
              <a:t>  &lt;!-- Hibernate Core --&gt;</a:t>
            </a:r>
            <a:br>
              <a:rPr lang="en-US" sz="1300"/>
            </a:br>
            <a:r>
              <a:rPr lang="en-US" sz="1300"/>
              <a:t>  &lt;dependency&gt;</a:t>
            </a:r>
            <a:br>
              <a:rPr lang="en-US" sz="1300"/>
            </a:br>
            <a:r>
              <a:rPr lang="en-US" sz="1300"/>
              <a:t>    &lt;groupId&gt;org.hibernate.orm&lt;/groupId&gt;</a:t>
            </a:r>
            <a:br>
              <a:rPr lang="en-US" sz="1300"/>
            </a:br>
            <a:r>
              <a:rPr lang="en-US" sz="1300"/>
              <a:t>    &lt;artifactId&gt;hibernate-core&lt;/artifactId&gt;</a:t>
            </a:r>
            <a:br>
              <a:rPr lang="en-US" sz="1300"/>
            </a:br>
            <a:r>
              <a:rPr lang="en-US" sz="1300"/>
              <a:t>    &lt;version&gt;6.6.0.Final&lt;/version&gt;</a:t>
            </a:r>
            <a:br>
              <a:rPr lang="en-US" sz="1300"/>
            </a:br>
            <a:r>
              <a:rPr lang="en-US" sz="1300"/>
              <a:t>  &lt;/dependency&gt;</a:t>
            </a:r>
            <a:br>
              <a:rPr lang="en-US" sz="1300"/>
            </a:br>
            <a:br>
              <a:rPr lang="en-US" sz="1300"/>
            </a:br>
            <a:r>
              <a:rPr lang="en-US" sz="1300"/>
              <a:t>  &lt;!-- MySQL Driver --&gt;</a:t>
            </a:r>
            <a:br>
              <a:rPr lang="en-US" sz="1300"/>
            </a:br>
            <a:r>
              <a:rPr lang="en-US" sz="1300"/>
              <a:t>  &lt;dependency&gt;</a:t>
            </a:r>
            <a:br>
              <a:rPr lang="en-US" sz="1300"/>
            </a:br>
            <a:r>
              <a:rPr lang="en-US" sz="1300"/>
              <a:t>    &lt;groupId&gt;com.mysql&lt;/groupId&gt;</a:t>
            </a:r>
            <a:br>
              <a:rPr lang="en-US" sz="1300"/>
            </a:br>
            <a:r>
              <a:rPr lang="en-US" sz="1300"/>
              <a:t>    &lt;artifactId&gt;mysql-connector-j&lt;/artifactId&gt;</a:t>
            </a:r>
            <a:br>
              <a:rPr lang="en-US" sz="1300"/>
            </a:br>
            <a:r>
              <a:rPr lang="en-US" sz="1300"/>
              <a:t>    &lt;version&gt;8.4.0&lt;/version&gt;</a:t>
            </a:r>
            <a:br>
              <a:rPr lang="en-US" sz="1300"/>
            </a:br>
            <a:r>
              <a:rPr lang="en-US" sz="1300"/>
              <a:t>  &lt;/dependency&gt;</a:t>
            </a:r>
            <a:br>
              <a:rPr lang="en-US" sz="1300"/>
            </a:br>
            <a:br>
              <a:rPr lang="en-US" sz="1300"/>
            </a:br>
            <a:r>
              <a:rPr lang="en-US" sz="1300"/>
              <a:t>  &lt;!-- (Opcional) Logging sencillo --&gt;</a:t>
            </a:r>
            <a:br>
              <a:rPr lang="en-US" sz="1300"/>
            </a:br>
            <a:r>
              <a:rPr lang="en-US" sz="1300"/>
              <a:t>  &lt;dependency&gt;</a:t>
            </a:r>
            <a:br>
              <a:rPr lang="en-US" sz="1300"/>
            </a:br>
            <a:r>
              <a:rPr lang="en-US" sz="1300"/>
              <a:t>    &lt;groupId&gt;org.slf4j&lt;/groupId&gt;</a:t>
            </a:r>
            <a:br>
              <a:rPr lang="en-US" sz="1300"/>
            </a:br>
            <a:r>
              <a:rPr lang="en-US" sz="1300"/>
              <a:t>    &lt;artifactId&gt;slf4j-simple&lt;/artifactId&gt;</a:t>
            </a:r>
            <a:br>
              <a:rPr lang="en-US" sz="1300"/>
            </a:br>
            <a:r>
              <a:rPr lang="en-US" sz="1300"/>
              <a:t>    &lt;version&gt;2.0.13&lt;/version&gt;</a:t>
            </a:r>
            <a:br>
              <a:rPr lang="en-US" sz="1300"/>
            </a:br>
            <a:r>
              <a:rPr lang="en-US" sz="1300"/>
              <a:t>  &lt;/dependency&gt;</a:t>
            </a:r>
            <a:br>
              <a:rPr lang="en-US" sz="1300"/>
            </a:br>
            <a:r>
              <a:rPr lang="en-US" sz="1300"/>
              <a:t>&lt;/dependencies&gt;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45963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rPr lang="es-ES" sz="1600"/>
              <a:t>Ajusta versiones según tu entorno si fuese necesario.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Base de datos de ejemplo (tienda) + tabla clientes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900"/>
              <a:t>CREATE DATABASE IF NOT EXISTS tienda;</a:t>
            </a:r>
            <a:br>
              <a:rPr lang="en-US" sz="1900"/>
            </a:br>
            <a:r>
              <a:rPr lang="en-US" sz="1900"/>
              <a:t>USE tienda;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CREATE TABLE IF NOT EXISTS clientes (</a:t>
            </a:r>
            <a:br>
              <a:rPr lang="en-US" sz="1900"/>
            </a:br>
            <a:r>
              <a:rPr lang="en-US" sz="1900"/>
              <a:t>  id INT AUTO_INCREMENT PRIMARY KEY,</a:t>
            </a:r>
            <a:br>
              <a:rPr lang="en-US" sz="1900"/>
            </a:br>
            <a:r>
              <a:rPr lang="en-US" sz="1900"/>
              <a:t>  nombre VARCHAR(100) NOT NULL</a:t>
            </a:r>
            <a:br>
              <a:rPr lang="en-US" sz="1900"/>
            </a:br>
            <a:r>
              <a:rPr lang="en-US" sz="1900"/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57729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rPr lang="es-ES" sz="1600"/>
              <a:t>Ejemplo final: insertar, listar, actualizar y borrar clientes desde Java.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hibernate.cfg.xml (en src/main/resources)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200"/>
              <a:t>&lt;?xml version="1.0" encoding="UTF-8"?&gt;</a:t>
            </a:r>
            <a:br>
              <a:rPr lang="en-US" sz="1200"/>
            </a:br>
            <a:r>
              <a:rPr lang="en-US" sz="1200"/>
              <a:t>&lt;!DOCTYPE hibernate-configuration PUBLIC</a:t>
            </a:r>
            <a:br>
              <a:rPr lang="en-US" sz="1200"/>
            </a:br>
            <a:r>
              <a:rPr lang="en-US" sz="1200"/>
              <a:t>        "-//Hibernate/Hibernate Configuration DTD 3.0//EN"</a:t>
            </a:r>
            <a:br>
              <a:rPr lang="en-US" sz="1200"/>
            </a:br>
            <a:r>
              <a:rPr lang="en-US" sz="1200"/>
              <a:t>        "http://hibernate.sourceforge.net/hibernate-configuration-3.0.dtd"&gt;</a:t>
            </a:r>
            <a:br>
              <a:rPr lang="en-US" sz="1200"/>
            </a:br>
            <a:r>
              <a:rPr lang="en-US" sz="1200"/>
              <a:t>&lt;hibernate-configuration&gt;</a:t>
            </a:r>
            <a:br>
              <a:rPr lang="en-US" sz="1200"/>
            </a:br>
            <a:r>
              <a:rPr lang="en-US" sz="1200"/>
              <a:t>  &lt;session-factory&gt;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&lt;property name="hibernate.connection.driver_class"&gt;com.mysql.cj.jdbc.Driver&lt;/property&gt;</a:t>
            </a:r>
            <a:br>
              <a:rPr lang="en-US" sz="1200"/>
            </a:br>
            <a:r>
              <a:rPr lang="en-US" sz="1200"/>
              <a:t>    &lt;property name="hibernate.connection.url"&gt;jdbc:mysql://localhost:3306/tienda?serverTimezone=UTC&lt;/property&gt;</a:t>
            </a:r>
            <a:br>
              <a:rPr lang="en-US" sz="1200"/>
            </a:br>
            <a:r>
              <a:rPr lang="en-US" sz="1200"/>
              <a:t>    &lt;property name="hibernate.connection.username"&gt;root&lt;/property&gt;</a:t>
            </a:r>
            <a:br>
              <a:rPr lang="en-US" sz="1200"/>
            </a:br>
            <a:r>
              <a:rPr lang="en-US" sz="1200"/>
              <a:t>    &lt;property name="hibernate.connection.password"&gt;TU_PASSWORD&lt;/property&gt;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&lt;property name="hibernate.dialect"&gt;org.hibernate.dialect.MySQLDialect&lt;/property&gt;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&lt;property name="hibernate.show_sql"&gt;true&lt;/property&gt;</a:t>
            </a:r>
            <a:br>
              <a:rPr lang="en-US" sz="1200"/>
            </a:br>
            <a:r>
              <a:rPr lang="en-US" sz="1200"/>
              <a:t>    &lt;property name="hibernate.format_sql"&gt;true&lt;/property&gt;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&lt;property name="hibernate.hbm2ddl.auto"&gt;validate&lt;/property&gt;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&lt;mapping class="modelo.Cliente"/&gt;</a:t>
            </a:r>
            <a:br>
              <a:rPr lang="en-US" sz="1200"/>
            </a:br>
            <a:r>
              <a:rPr lang="en-US" sz="1200"/>
              <a:t>  &lt;/session-factory&gt;</a:t>
            </a:r>
            <a:br>
              <a:rPr lang="en-US" sz="1200"/>
            </a:br>
            <a:r>
              <a:rPr lang="en-US" sz="1200"/>
              <a:t>&lt;/hibernate-configuration&gt;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43270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rPr lang="es-ES" sz="1600"/>
              <a:t>hbm2ddl.auto: validate (ideal si la tabla ya existe).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Entidad Cliente (modelo/Cliente.java)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000"/>
              <a:t>package modelo;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import jakarta.persistence.*;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@Entity</a:t>
            </a:r>
            <a:br>
              <a:rPr lang="en-US" sz="1000"/>
            </a:br>
            <a:r>
              <a:rPr lang="en-US" sz="1000"/>
              <a:t>@Table(name = "clientes")</a:t>
            </a:r>
            <a:br>
              <a:rPr lang="en-US" sz="1000"/>
            </a:br>
            <a:r>
              <a:rPr lang="en-US" sz="1000"/>
              <a:t>public class Cliente {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@Id</a:t>
            </a:r>
            <a:br>
              <a:rPr lang="en-US" sz="1000"/>
            </a:br>
            <a:r>
              <a:rPr lang="en-US" sz="1000"/>
              <a:t>    @GeneratedValue(strategy = GenerationType.IDENTITY)</a:t>
            </a:r>
            <a:br>
              <a:rPr lang="en-US" sz="1000"/>
            </a:br>
            <a:r>
              <a:rPr lang="en-US" sz="1000"/>
              <a:t>    private Integer id;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@Column(nullable = false, length = 100)</a:t>
            </a:r>
            <a:br>
              <a:rPr lang="en-US" sz="1000"/>
            </a:br>
            <a:r>
              <a:rPr lang="en-US" sz="1000"/>
              <a:t>    private String nombre;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public Cliente() {}</a:t>
            </a:r>
            <a:br>
              <a:rPr lang="en-US" sz="1000"/>
            </a:br>
            <a:r>
              <a:rPr lang="en-US" sz="1000"/>
              <a:t>    public Cliente(String nombre) { this.nombre = nombre; }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public Integer getId() { return id; }</a:t>
            </a:r>
            <a:br>
              <a:rPr lang="en-US" sz="1000"/>
            </a:br>
            <a:r>
              <a:rPr lang="en-US" sz="1000"/>
              <a:t>    public String getNombre() { return nombre; }</a:t>
            </a:r>
            <a:br>
              <a:rPr lang="en-US" sz="1000"/>
            </a:br>
            <a:r>
              <a:rPr lang="en-US" sz="1000"/>
              <a:t>    public void setNombre(String nombre) { this.nombre = nombre; }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@Override</a:t>
            </a:r>
            <a:br>
              <a:rPr lang="en-US" sz="1000"/>
            </a:br>
            <a:r>
              <a:rPr lang="en-US" sz="1000"/>
              <a:t>    public String toString() {</a:t>
            </a:r>
            <a:br>
              <a:rPr lang="en-US" sz="1000"/>
            </a:br>
            <a:r>
              <a:rPr lang="en-US" sz="1000"/>
              <a:t>        return "Cliente{id=" + id + ", nombre='" + nombre + "'}";</a:t>
            </a:r>
            <a:br>
              <a:rPr lang="en-US" sz="1000"/>
            </a:br>
            <a:r>
              <a:rPr lang="en-US" sz="1000"/>
              <a:t>    }</a:t>
            </a:r>
            <a:br>
              <a:rPr lang="en-US" sz="1000"/>
            </a:br>
            <a:r>
              <a:rPr lang="en-US" sz="100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36765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rPr lang="fr-FR" sz="1600"/>
              <a:t>IDENTITY = AUTO_INCREMENT en MySQL.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HibernateUtil (SessionFactory única)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000"/>
              <a:t>package util;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import org.hibernate.SessionFactory;</a:t>
            </a:r>
            <a:br>
              <a:rPr lang="en-US" sz="1000"/>
            </a:br>
            <a:r>
              <a:rPr lang="en-US" sz="1000"/>
              <a:t>import org.hibernate.cfg.Configuration;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public class HibernateUtil {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private static final SessionFactory sessionFactory = buildSessionFactory();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private static SessionFactory buildSessionFactory() {</a:t>
            </a:r>
            <a:br>
              <a:rPr lang="en-US" sz="1000"/>
            </a:br>
            <a:r>
              <a:rPr lang="en-US" sz="1000"/>
              <a:t>        try {</a:t>
            </a:r>
            <a:br>
              <a:rPr lang="en-US" sz="1000"/>
            </a:br>
            <a:r>
              <a:rPr lang="en-US" sz="1000"/>
              <a:t>            return new Configuration().configure().buildSessionFactory();</a:t>
            </a:r>
            <a:br>
              <a:rPr lang="en-US" sz="1000"/>
            </a:br>
            <a:r>
              <a:rPr lang="en-US" sz="1000"/>
              <a:t>        } catch (Exception e) {</a:t>
            </a:r>
            <a:br>
              <a:rPr lang="en-US" sz="1000"/>
            </a:br>
            <a:r>
              <a:rPr lang="en-US" sz="1000"/>
              <a:t>            throw new ExceptionInInitializerError("Error creando SessionFactory: " + e.getMessage());</a:t>
            </a:r>
            <a:br>
              <a:rPr lang="en-US" sz="1000"/>
            </a:br>
            <a:r>
              <a:rPr lang="en-US" sz="1000"/>
              <a:t>        }</a:t>
            </a:r>
            <a:br>
              <a:rPr lang="en-US" sz="1000"/>
            </a:br>
            <a:r>
              <a:rPr lang="en-US" sz="1000"/>
              <a:t>    }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public static SessionFactory getSessionFactory() {</a:t>
            </a:r>
            <a:br>
              <a:rPr lang="en-US" sz="1000"/>
            </a:br>
            <a:r>
              <a:rPr lang="en-US" sz="1000"/>
              <a:t>        return sessionFactory;</a:t>
            </a:r>
            <a:br>
              <a:rPr lang="en-US" sz="1000"/>
            </a:br>
            <a:r>
              <a:rPr lang="en-US" sz="1000"/>
              <a:t>    }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public static void shutdown() {</a:t>
            </a:r>
            <a:br>
              <a:rPr lang="en-US" sz="1000"/>
            </a:br>
            <a:r>
              <a:rPr lang="en-US" sz="1000"/>
              <a:t>        getSessionFactory().close();</a:t>
            </a:r>
            <a:br>
              <a:rPr lang="en-US" sz="1000"/>
            </a:br>
            <a:r>
              <a:rPr lang="en-US" sz="1000"/>
              <a:t>    }</a:t>
            </a:r>
            <a:br>
              <a:rPr lang="en-US" sz="1000"/>
            </a:br>
            <a:r>
              <a:rPr lang="en-US" sz="100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23856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rPr lang="es-ES" sz="1600"/>
              <a:t>Se crea 1 vez y se reutiliza.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CRUD 1/4: Insertar (CREATE)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300"/>
              <a:t>import org.hibernate.Session;</a:t>
            </a:r>
            <a:br>
              <a:rPr lang="en-US" sz="1300"/>
            </a:br>
            <a:r>
              <a:rPr lang="en-US" sz="1300"/>
              <a:t>import org.hibernate.Transaction;</a:t>
            </a:r>
            <a:br>
              <a:rPr lang="en-US" sz="1300"/>
            </a:br>
            <a:r>
              <a:rPr lang="en-US" sz="1300"/>
              <a:t>import modelo.Cliente;</a:t>
            </a:r>
            <a:br>
              <a:rPr lang="en-US" sz="1300"/>
            </a:br>
            <a:r>
              <a:rPr lang="en-US" sz="1300"/>
              <a:t>import util.HibernateUtil;</a:t>
            </a:r>
            <a:br>
              <a:rPr lang="en-US" sz="1300"/>
            </a:br>
            <a:br>
              <a:rPr lang="en-US" sz="1300"/>
            </a:br>
            <a:r>
              <a:rPr lang="en-US" sz="1300"/>
              <a:t>public static void insertar(String nombre) {</a:t>
            </a:r>
            <a:br>
              <a:rPr lang="en-US" sz="1300"/>
            </a:br>
            <a:r>
              <a:rPr lang="en-US" sz="1300"/>
              <a:t>    Transaction tx = null;</a:t>
            </a:r>
            <a:br>
              <a:rPr lang="en-US" sz="1300"/>
            </a:br>
            <a:r>
              <a:rPr lang="en-US" sz="1300"/>
              <a:t>    try (Session session = HibernateUtil.getSessionFactory().openSession()) {</a:t>
            </a:r>
            <a:br>
              <a:rPr lang="en-US" sz="1300"/>
            </a:br>
            <a:r>
              <a:rPr lang="en-US" sz="1300"/>
              <a:t>        tx = session.beginTransaction();</a:t>
            </a:r>
            <a:br>
              <a:rPr lang="en-US" sz="1300"/>
            </a:br>
            <a:br>
              <a:rPr lang="en-US" sz="1300"/>
            </a:br>
            <a:r>
              <a:rPr lang="en-US" sz="1300"/>
              <a:t>        Cliente c = new Cliente(nombre);</a:t>
            </a:r>
            <a:br>
              <a:rPr lang="en-US" sz="1300"/>
            </a:br>
            <a:r>
              <a:rPr lang="en-US" sz="1300"/>
              <a:t>        session.persist(c);</a:t>
            </a:r>
            <a:br>
              <a:rPr lang="en-US" sz="1300"/>
            </a:br>
            <a:br>
              <a:rPr lang="en-US" sz="1300"/>
            </a:br>
            <a:r>
              <a:rPr lang="en-US" sz="1300"/>
              <a:t>        tx.commit();</a:t>
            </a:r>
            <a:br>
              <a:rPr lang="en-US" sz="1300"/>
            </a:br>
            <a:r>
              <a:rPr lang="en-US" sz="1300"/>
              <a:t>        System.out.println("Insertado: " + c);</a:t>
            </a:r>
            <a:br>
              <a:rPr lang="en-US" sz="1300"/>
            </a:br>
            <a:r>
              <a:rPr lang="en-US" sz="1300"/>
              <a:t>    } catch (Exception e) {</a:t>
            </a:r>
            <a:br>
              <a:rPr lang="en-US" sz="1300"/>
            </a:br>
            <a:r>
              <a:rPr lang="en-US" sz="1300"/>
              <a:t>        if (tx != null) tx.rollback();</a:t>
            </a:r>
            <a:br>
              <a:rPr lang="en-US" sz="1300"/>
            </a:br>
            <a:r>
              <a:rPr lang="en-US" sz="1300"/>
              <a:t>        e.printStackTrace();</a:t>
            </a:r>
            <a:br>
              <a:rPr lang="en-US" sz="1300"/>
            </a:br>
            <a:r>
              <a:rPr lang="en-US" sz="1300"/>
              <a:t>    }</a:t>
            </a:r>
            <a:br>
              <a:rPr lang="en-US" sz="1300"/>
            </a:br>
            <a:r>
              <a:rPr lang="en-US" sz="130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38706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rPr lang="es-ES" sz="1600"/>
              <a:t>persist() inserta. El id se rellena tras commit.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CRUD 2/4: Listar (READ) con HQL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929384"/>
            <a:ext cx="78867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900"/>
              <a:t>import org.hibernate.Session;</a:t>
            </a:r>
            <a:br>
              <a:rPr lang="en-US" sz="1900"/>
            </a:br>
            <a:r>
              <a:rPr lang="en-US" sz="1900"/>
              <a:t>import java.util.List;</a:t>
            </a:r>
            <a:br>
              <a:rPr lang="en-US" sz="1900"/>
            </a:br>
            <a:r>
              <a:rPr lang="en-US" sz="1900"/>
              <a:t>import modelo.Cliente;</a:t>
            </a:r>
            <a:br>
              <a:rPr lang="en-US" sz="1900"/>
            </a:br>
            <a:r>
              <a:rPr lang="en-US" sz="1900"/>
              <a:t>import util.HibernateUtil;</a:t>
            </a:r>
            <a:br>
              <a:rPr lang="en-US" sz="1900"/>
            </a:br>
            <a:br>
              <a:rPr lang="en-US" sz="1900"/>
            </a:br>
            <a:r>
              <a:rPr lang="en-US" sz="1900"/>
              <a:t>public static List&lt;Cliente&gt; listar() {</a:t>
            </a:r>
            <a:br>
              <a:rPr lang="en-US" sz="1900"/>
            </a:br>
            <a:r>
              <a:rPr lang="en-US" sz="1900"/>
              <a:t>    try (Session session = HibernateUtil.getSessionFactory().openSession()) {</a:t>
            </a:r>
            <a:br>
              <a:rPr lang="en-US" sz="1900"/>
            </a:br>
            <a:r>
              <a:rPr lang="en-US" sz="1900"/>
              <a:t>        return session.createQuery("from Cliente", Cliente.class).list();</a:t>
            </a:r>
            <a:br>
              <a:rPr lang="en-US" sz="1900"/>
            </a:br>
            <a:r>
              <a:rPr lang="en-US" sz="1900"/>
              <a:t>    }</a:t>
            </a:r>
            <a:br>
              <a:rPr lang="en-US" sz="1900"/>
            </a:br>
            <a:r>
              <a:rPr lang="en-US" sz="190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49848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rPr lang="es-ES" sz="1600"/>
              <a:t>HQL trabaja con clases (Cliente), no con la tabla (clientes).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3/4: Actualizar (UPDATE)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import org.hibernate.Session;</a:t>
            </a:r>
            <a:br/>
            <a:r>
              <a:t>import org.hibernate.Transaction;</a:t>
            </a:r>
            <a:br/>
            <a:r>
              <a:t>import modelo.Cliente;</a:t>
            </a:r>
            <a:br/>
            <a:r>
              <a:t>import util.HibernateUtil;</a:t>
            </a:r>
            <a:br/>
            <a:br/>
            <a:r>
              <a:t>public static void actualizarNombre(int id, String nuevoNombre) {</a:t>
            </a:r>
            <a:br/>
            <a:r>
              <a:t>    Transaction tx = null;</a:t>
            </a:r>
            <a:br/>
            <a:r>
              <a:t>    try (Session session = HibernateUtil.getSessionFactory().openSession()) {</a:t>
            </a:r>
            <a:br/>
            <a:r>
              <a:t>        tx = session.beginTransaction();</a:t>
            </a:r>
            <a:br/>
            <a:br/>
            <a:r>
              <a:t>        Cliente c = session.get(Cliente.class, id);</a:t>
            </a:r>
            <a:br/>
            <a:r>
              <a:t>        if (c != null) {</a:t>
            </a:r>
            <a:br/>
            <a:r>
              <a:t>            c.setNombre(nuevoNombre);</a:t>
            </a:r>
            <a:br/>
            <a:r>
              <a:t>        }</a:t>
            </a:r>
            <a:br/>
            <a:br/>
            <a:r>
              <a:t>        tx.commit();</a:t>
            </a:r>
            <a:br/>
            <a:r>
              <a:t>    } catch (Exception e) {</a:t>
            </a:r>
            <a:br/>
            <a:r>
              <a:t>        if (tx != null) tx.rollback();</a:t>
            </a:r>
            <a:br/>
            <a:r>
              <a:t>        e.printStackTrace();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82296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Dirty checking: Hibernate detecta cambios y lanza UPDATE al commit.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4/4: Eliminar (DELETE)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import org.hibernate.Session;</a:t>
            </a:r>
            <a:br/>
            <a:r>
              <a:t>import org.hibernate.Transaction;</a:t>
            </a:r>
            <a:br/>
            <a:r>
              <a:t>import modelo.Cliente;</a:t>
            </a:r>
            <a:br/>
            <a:r>
              <a:t>import util.HibernateUtil;</a:t>
            </a:r>
            <a:br/>
            <a:br/>
            <a:r>
              <a:t>public static void eliminar(int id) {</a:t>
            </a:r>
            <a:br/>
            <a:r>
              <a:t>    Transaction tx = null;</a:t>
            </a:r>
            <a:br/>
            <a:r>
              <a:t>    try (Session session = HibernateUtil.getSessionFactory().openSession()) {</a:t>
            </a:r>
            <a:br/>
            <a:r>
              <a:t>        tx = session.beginTransaction();</a:t>
            </a:r>
            <a:br/>
            <a:br/>
            <a:r>
              <a:t>        Cliente c = session.get(Cliente.class, id);</a:t>
            </a:r>
            <a:br/>
            <a:r>
              <a:t>        if (c != null) {</a:t>
            </a:r>
            <a:br/>
            <a:r>
              <a:t>            session.remove(c);</a:t>
            </a:r>
            <a:br/>
            <a:r>
              <a:t>        }</a:t>
            </a:r>
            <a:br/>
            <a:br/>
            <a:r>
              <a:t>        tx.commit();</a:t>
            </a:r>
            <a:br/>
            <a:r>
              <a:t>    } catch (Exception e) {</a:t>
            </a:r>
            <a:br/>
            <a:r>
              <a:t>        if (tx != null) tx.rollback();</a:t>
            </a:r>
            <a:br/>
            <a:r>
              <a:t>        e.printStackTrace();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42000"/>
            <a:ext cx="82296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remove() elimina el registro.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final (App.java)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sz="900" dirty="0"/>
              <a:t>package app;</a:t>
            </a:r>
            <a:br>
              <a:rPr sz="900" dirty="0"/>
            </a:br>
            <a:br>
              <a:rPr sz="900" dirty="0"/>
            </a:br>
            <a:r>
              <a:rPr sz="900" dirty="0"/>
              <a:t>import </a:t>
            </a:r>
            <a:r>
              <a:rPr sz="900" dirty="0" err="1"/>
              <a:t>modelo.Cliente</a:t>
            </a:r>
            <a:r>
              <a:rPr sz="900" dirty="0"/>
              <a:t>;</a:t>
            </a:r>
            <a:br>
              <a:rPr sz="900" dirty="0"/>
            </a:br>
            <a:r>
              <a:rPr sz="900" dirty="0"/>
              <a:t>import </a:t>
            </a:r>
            <a:r>
              <a:rPr sz="900" dirty="0" err="1"/>
              <a:t>util.HibernateUtil</a:t>
            </a:r>
            <a:r>
              <a:rPr sz="900" dirty="0"/>
              <a:t>;</a:t>
            </a:r>
            <a:br>
              <a:rPr sz="900" dirty="0"/>
            </a:br>
            <a:r>
              <a:rPr sz="900" dirty="0"/>
              <a:t>import </a:t>
            </a:r>
            <a:r>
              <a:rPr sz="900" dirty="0" err="1"/>
              <a:t>java.util.List</a:t>
            </a:r>
            <a:r>
              <a:rPr sz="900" dirty="0"/>
              <a:t>;</a:t>
            </a:r>
            <a:br>
              <a:rPr sz="900" dirty="0"/>
            </a:br>
            <a:br>
              <a:rPr sz="900" dirty="0"/>
            </a:br>
            <a:r>
              <a:rPr sz="900" dirty="0"/>
              <a:t>public class App {</a:t>
            </a:r>
            <a:br>
              <a:rPr sz="900" dirty="0"/>
            </a:br>
            <a:br>
              <a:rPr sz="900" dirty="0"/>
            </a:br>
            <a:r>
              <a:rPr sz="900" dirty="0"/>
              <a:t>    public static void main(String[] </a:t>
            </a:r>
            <a:r>
              <a:rPr sz="900" dirty="0" err="1"/>
              <a:t>args</a:t>
            </a:r>
            <a:r>
              <a:rPr sz="900" dirty="0"/>
              <a:t>) {</a:t>
            </a:r>
            <a:br>
              <a:rPr sz="900" dirty="0"/>
            </a:b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insertar</a:t>
            </a:r>
            <a:r>
              <a:rPr sz="900" dirty="0"/>
              <a:t>("Ana");</a:t>
            </a: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insertar</a:t>
            </a:r>
            <a:r>
              <a:rPr sz="900" dirty="0"/>
              <a:t>("Luis");</a:t>
            </a:r>
            <a:br>
              <a:rPr sz="900" dirty="0"/>
            </a:b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System.out.println</a:t>
            </a:r>
            <a:r>
              <a:rPr sz="900" dirty="0"/>
              <a:t>("\n--- LISTA ---");</a:t>
            </a:r>
            <a:br>
              <a:rPr sz="900" dirty="0"/>
            </a:br>
            <a:r>
              <a:rPr sz="900" dirty="0"/>
              <a:t>        List&lt;</a:t>
            </a:r>
            <a:r>
              <a:rPr sz="900" dirty="0" err="1"/>
              <a:t>Cliente</a:t>
            </a:r>
            <a:r>
              <a:rPr sz="900" dirty="0"/>
              <a:t>&gt; </a:t>
            </a:r>
            <a:r>
              <a:rPr sz="900" dirty="0" err="1"/>
              <a:t>clientes</a:t>
            </a:r>
            <a:r>
              <a:rPr sz="900" dirty="0"/>
              <a:t> = </a:t>
            </a:r>
            <a:r>
              <a:rPr sz="900" dirty="0" err="1"/>
              <a:t>listar</a:t>
            </a:r>
            <a:r>
              <a:rPr sz="900" dirty="0"/>
              <a:t>();</a:t>
            </a: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clientes.</a:t>
            </a:r>
            <a:r>
              <a:rPr sz="800" dirty="0" err="1"/>
              <a:t>forEach</a:t>
            </a:r>
            <a:r>
              <a:rPr sz="900" dirty="0"/>
              <a:t>(</a:t>
            </a:r>
            <a:r>
              <a:rPr sz="900" dirty="0" err="1"/>
              <a:t>System.out</a:t>
            </a:r>
            <a:r>
              <a:rPr sz="900" dirty="0"/>
              <a:t>::</a:t>
            </a:r>
            <a:r>
              <a:rPr sz="900" dirty="0" err="1"/>
              <a:t>println</a:t>
            </a:r>
            <a:r>
              <a:rPr sz="900" dirty="0"/>
              <a:t>);</a:t>
            </a:r>
            <a:br>
              <a:rPr sz="900" dirty="0"/>
            </a:br>
            <a:br>
              <a:rPr sz="900" dirty="0"/>
            </a:br>
            <a:r>
              <a:rPr sz="900" dirty="0"/>
              <a:t>        if (!</a:t>
            </a:r>
            <a:r>
              <a:rPr sz="900" dirty="0" err="1"/>
              <a:t>clientes.isEmpty</a:t>
            </a:r>
            <a:r>
              <a:rPr sz="900" dirty="0"/>
              <a:t>()) {</a:t>
            </a:r>
            <a:br>
              <a:rPr sz="900" dirty="0"/>
            </a:br>
            <a:r>
              <a:rPr sz="900" dirty="0"/>
              <a:t>            </a:t>
            </a:r>
            <a:r>
              <a:rPr sz="900" dirty="0" err="1"/>
              <a:t>actualizarNombre</a:t>
            </a:r>
            <a:r>
              <a:rPr sz="900" dirty="0"/>
              <a:t>(</a:t>
            </a:r>
            <a:r>
              <a:rPr sz="900" dirty="0" err="1"/>
              <a:t>clientes.get</a:t>
            </a:r>
            <a:r>
              <a:rPr sz="900" dirty="0"/>
              <a:t>(0).</a:t>
            </a:r>
            <a:r>
              <a:rPr sz="900" dirty="0" err="1"/>
              <a:t>getId</a:t>
            </a:r>
            <a:r>
              <a:rPr sz="900" dirty="0"/>
              <a:t>(), "Ana María");</a:t>
            </a:r>
            <a:br>
              <a:rPr sz="900" dirty="0"/>
            </a:br>
            <a:r>
              <a:rPr sz="900" dirty="0"/>
              <a:t>        }</a:t>
            </a:r>
            <a:br>
              <a:rPr sz="900" dirty="0"/>
            </a:b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System.out.println</a:t>
            </a:r>
            <a:r>
              <a:rPr sz="900" dirty="0"/>
              <a:t>("\n--- LISTA TRAS UPDATE ---");</a:t>
            </a: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listar</a:t>
            </a:r>
            <a:r>
              <a:rPr sz="900" dirty="0"/>
              <a:t>().</a:t>
            </a:r>
            <a:r>
              <a:rPr sz="900" dirty="0" err="1"/>
              <a:t>forEach</a:t>
            </a:r>
            <a:r>
              <a:rPr sz="900" dirty="0"/>
              <a:t>(</a:t>
            </a:r>
            <a:r>
              <a:rPr sz="900" dirty="0" err="1"/>
              <a:t>System.out</a:t>
            </a:r>
            <a:r>
              <a:rPr sz="900" dirty="0"/>
              <a:t>::</a:t>
            </a:r>
            <a:r>
              <a:rPr sz="900" dirty="0" err="1"/>
              <a:t>println</a:t>
            </a:r>
            <a:r>
              <a:rPr sz="900" dirty="0"/>
              <a:t>);</a:t>
            </a:r>
            <a:br>
              <a:rPr sz="900" dirty="0"/>
            </a:b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clientes</a:t>
            </a:r>
            <a:r>
              <a:rPr sz="900" dirty="0"/>
              <a:t> = </a:t>
            </a:r>
            <a:r>
              <a:rPr sz="900" dirty="0" err="1"/>
              <a:t>listar</a:t>
            </a:r>
            <a:r>
              <a:rPr sz="900" dirty="0"/>
              <a:t>();</a:t>
            </a:r>
            <a:br>
              <a:rPr sz="900" dirty="0"/>
            </a:br>
            <a:r>
              <a:rPr sz="900" dirty="0"/>
              <a:t>        if (!</a:t>
            </a:r>
            <a:r>
              <a:rPr sz="900" dirty="0" err="1"/>
              <a:t>clientes.isEmpty</a:t>
            </a:r>
            <a:r>
              <a:rPr sz="900" dirty="0"/>
              <a:t>()) {</a:t>
            </a:r>
            <a:br>
              <a:rPr sz="900" dirty="0"/>
            </a:br>
            <a:r>
              <a:rPr sz="900" dirty="0"/>
              <a:t>            </a:t>
            </a:r>
            <a:r>
              <a:rPr sz="900" dirty="0" err="1"/>
              <a:t>eliminar</a:t>
            </a:r>
            <a:r>
              <a:rPr sz="900" dirty="0"/>
              <a:t>(</a:t>
            </a:r>
            <a:r>
              <a:rPr sz="900" dirty="0" err="1"/>
              <a:t>clientes.get</a:t>
            </a:r>
            <a:r>
              <a:rPr sz="900" dirty="0"/>
              <a:t>(</a:t>
            </a:r>
            <a:r>
              <a:rPr sz="900" dirty="0" err="1"/>
              <a:t>clientes.size</a:t>
            </a:r>
            <a:r>
              <a:rPr sz="900" dirty="0"/>
              <a:t>() - 1).</a:t>
            </a:r>
            <a:r>
              <a:rPr sz="900" dirty="0" err="1"/>
              <a:t>getId</a:t>
            </a:r>
            <a:r>
              <a:rPr sz="900" dirty="0"/>
              <a:t>());</a:t>
            </a:r>
            <a:br>
              <a:rPr sz="900" dirty="0"/>
            </a:br>
            <a:r>
              <a:rPr sz="900" dirty="0"/>
              <a:t>        }</a:t>
            </a:r>
            <a:br>
              <a:rPr sz="900" dirty="0"/>
            </a:b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System.out.println</a:t>
            </a:r>
            <a:r>
              <a:rPr sz="900" dirty="0"/>
              <a:t>("\n--- LISTA FINAL ---");</a:t>
            </a: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listar</a:t>
            </a:r>
            <a:r>
              <a:rPr sz="900" dirty="0"/>
              <a:t>().</a:t>
            </a:r>
            <a:r>
              <a:rPr sz="900" dirty="0" err="1"/>
              <a:t>forEach</a:t>
            </a:r>
            <a:r>
              <a:rPr sz="900" dirty="0"/>
              <a:t>(</a:t>
            </a:r>
            <a:r>
              <a:rPr sz="900" dirty="0" err="1"/>
              <a:t>System.out</a:t>
            </a:r>
            <a:r>
              <a:rPr sz="900" dirty="0"/>
              <a:t>::</a:t>
            </a:r>
            <a:r>
              <a:rPr sz="900" dirty="0" err="1"/>
              <a:t>println</a:t>
            </a:r>
            <a:r>
              <a:rPr sz="900" dirty="0"/>
              <a:t>);</a:t>
            </a:r>
            <a:br>
              <a:rPr sz="900" dirty="0"/>
            </a:br>
            <a:br>
              <a:rPr sz="900" dirty="0"/>
            </a:br>
            <a:r>
              <a:rPr sz="900" dirty="0"/>
              <a:t>        </a:t>
            </a:r>
            <a:r>
              <a:rPr sz="900" dirty="0" err="1"/>
              <a:t>HibernateUtil.shutdown</a:t>
            </a:r>
            <a:r>
              <a:rPr sz="900" dirty="0"/>
              <a:t>();</a:t>
            </a:r>
            <a:br>
              <a:rPr sz="900" dirty="0"/>
            </a:br>
            <a:r>
              <a:rPr sz="900" dirty="0"/>
              <a:t>    }</a:t>
            </a:r>
            <a:br>
              <a:rPr sz="900" dirty="0"/>
            </a:br>
            <a:br>
              <a:rPr sz="900" dirty="0"/>
            </a:br>
            <a:r>
              <a:rPr sz="900" dirty="0"/>
              <a:t>    // </a:t>
            </a:r>
            <a:r>
              <a:rPr sz="900" dirty="0" err="1"/>
              <a:t>Métodos</a:t>
            </a:r>
            <a:r>
              <a:rPr sz="900" dirty="0"/>
              <a:t> CRUD: </a:t>
            </a:r>
            <a:r>
              <a:rPr sz="900" dirty="0" err="1"/>
              <a:t>insertar</a:t>
            </a:r>
            <a:r>
              <a:rPr sz="900" dirty="0"/>
              <a:t>, </a:t>
            </a:r>
            <a:r>
              <a:rPr sz="900" dirty="0" err="1"/>
              <a:t>listar</a:t>
            </a:r>
            <a:r>
              <a:rPr sz="900" dirty="0"/>
              <a:t>, </a:t>
            </a:r>
            <a:r>
              <a:rPr sz="900" dirty="0" err="1"/>
              <a:t>actualizarNombre</a:t>
            </a:r>
            <a:r>
              <a:rPr sz="900" dirty="0"/>
              <a:t>, </a:t>
            </a:r>
            <a:r>
              <a:rPr sz="900" dirty="0" err="1"/>
              <a:t>eliminar</a:t>
            </a:r>
            <a:br>
              <a:rPr sz="900" dirty="0"/>
            </a:br>
            <a:r>
              <a:rPr sz="9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417638"/>
            <a:ext cx="4104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 err="1"/>
              <a:t>Recomendación</a:t>
            </a:r>
            <a:r>
              <a:rPr dirty="0"/>
              <a:t> </a:t>
            </a:r>
            <a:r>
              <a:rPr dirty="0" err="1"/>
              <a:t>didáctica</a:t>
            </a:r>
            <a:r>
              <a:rPr dirty="0"/>
              <a:t>: mover CRUD a </a:t>
            </a:r>
            <a:r>
              <a:rPr dirty="0" err="1"/>
              <a:t>ClienteDAO</a:t>
            </a:r>
            <a:r>
              <a:rPr dirty="0"/>
              <a:t> y </a:t>
            </a:r>
            <a:r>
              <a:rPr dirty="0" err="1"/>
              <a:t>dejar</a:t>
            </a:r>
            <a:r>
              <a:rPr dirty="0"/>
              <a:t> App solo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prueba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Errores típicos (y cómo evitarlos)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hibernate.cfg.xml fuera de resources → no lo encuentra</a:t>
            </a:r>
          </a:p>
          <a:p>
            <a:r>
              <a:rPr sz="2200"/>
              <a:t>URL/dialect incorrectos → errores de conexión o SQL</a:t>
            </a:r>
          </a:p>
          <a:p>
            <a:r>
              <a:rPr sz="2200"/>
              <a:t>No usar Transaction en persist/update/delete → no se guarda</a:t>
            </a:r>
          </a:p>
          <a:p>
            <a:r>
              <a:rPr sz="2200"/>
              <a:t>Crear SessionFactory en cada operación → muy lento</a:t>
            </a:r>
          </a:p>
          <a:p>
            <a:r>
              <a:rPr sz="2200"/>
              <a:t>hbm2ddl.auto mal configurado (validate/update/create)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Proyecto Maven + dependencias</a:t>
            </a:r>
          </a:p>
          <a:p>
            <a:r>
              <a:rPr sz="2200"/>
              <a:t>Configuración Hibernate (hibernate.cfg.xml)</a:t>
            </a:r>
          </a:p>
          <a:p>
            <a:r>
              <a:rPr sz="2200"/>
              <a:t>Entidad Cliente mapeada a clientes(id, nombre)</a:t>
            </a:r>
          </a:p>
          <a:p>
            <a:r>
              <a:rPr sz="2200"/>
              <a:t>CRUD completo con Session + Transaction</a:t>
            </a:r>
          </a:p>
          <a:p>
            <a:r>
              <a:rPr sz="2200"/>
              <a:t>Base ideal para dar el salto a Spring Boot + JPA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1991</Words>
  <Application>Microsoft Office PowerPoint</Application>
  <PresentationFormat>Presentación en pantalla (4:3)</PresentationFormat>
  <Paragraphs>67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Hibernate en Java (Maven)</vt:lpstr>
      <vt:lpstr>Objetivos de la sesión</vt:lpstr>
      <vt:lpstr>Hibernate y ORM (idea clave)</vt:lpstr>
      <vt:lpstr>Piezas principales de Hibernate</vt:lpstr>
      <vt:lpstr>Proyecto Maven: estructura recomendada</vt:lpstr>
      <vt:lpstr>pom.xml (dependencias mínimas)</vt:lpstr>
      <vt:lpstr>Base de datos de ejemplo (tienda) + tabla clientes</vt:lpstr>
      <vt:lpstr>hibernate.cfg.xml (en src/main/resources)</vt:lpstr>
      <vt:lpstr>Entidad Cliente (modelo/Cliente.java)</vt:lpstr>
      <vt:lpstr>HibernateUtil (SessionFactory única)</vt:lpstr>
      <vt:lpstr>CRUD 1/4: Insertar (CREATE)</vt:lpstr>
      <vt:lpstr>CRUD 2/4: Listar (READ) con HQL</vt:lpstr>
      <vt:lpstr>CRUD 3/4: Actualizar (UPDATE)</vt:lpstr>
      <vt:lpstr>CRUD 4/4: Eliminar (DELETE)</vt:lpstr>
      <vt:lpstr>Ejemplo final (App.java)</vt:lpstr>
      <vt:lpstr>Errores típicos (y cómo evitarlos)</vt:lpstr>
      <vt:lpstr>Resumen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2026-03-01T17:06:52Z</dcterms:modified>
  <cp:category/>
</cp:coreProperties>
</file>